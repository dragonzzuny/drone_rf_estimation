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그대로 연결</c:v>
                </c:pt>
              </c:strCache>
            </c:strRef>
          </c:tx>
          <c:spPr>
            <a:solidFill>
              <a:srgbClr val="94A5AE"/>
            </a:solidFill>
            <a:effectLst/>
          </c:spPr>
          <c:invertIfNegative val="0"/>
          <c:dLbls>
            <c:numFmt formatCode="0.000" sourceLinked="0"/>
            <c:txPr>
              <a:bodyPr/>
              <a:lstStyle/>
              <a:p>
                <a:pPr>
                  <a:defRPr b="0" i="0" strike="noStrike" sz="1200" u="none">
                    <a:solidFill>
                      <a:srgbClr val="17313B"/>
                    </a:solidFill>
                    <a:latin typeface="Arial"/>
                  </a:defRPr>
                </a:pPr>
              </a:p>
            </c:txPr>
            <c:showLegendKey val="0"/>
            <c:showVal val="1"/>
            <c:showCatName val="0"/>
            <c:showSerName val="0"/>
            <c:showPercent val="0"/>
            <c:showBubbleSize val="0"/>
            <c:showLeaderLines val="0"/>
          </c:dLbls>
          <c:cat>
            <c:multiLvlStrRef>
              <c:f>Sheet1!$A$2:$A$3</c:f>
              <c:multiLvlStrCache>
                <c:ptCount val="2"/>
                <c:lvl>
                  <c:pt idx="0">
                    <c:v>두 신호</c:v>
                  </c:pt>
                  <c:pt idx="1">
                    <c:v>세 신호</c:v>
                  </c:pt>
                </c:lvl>
              </c:multiLvlStrCache>
            </c:multiLvlStrRef>
          </c:cat>
          <c:val>
            <c:numRef>
              <c:f>Sheet1!$B$2:$B$3</c:f>
              <c:numCache>
                <c:formatCode>General</c:formatCode>
                <c:ptCount val="2"/>
                <c:pt idx="0">
                  <c:v>0.3587198226444223</c:v>
                </c:pt>
                <c:pt idx="1">
                  <c:v>1.370470081723476</c:v>
                </c:pt>
              </c:numCache>
            </c:numRef>
          </c:val>
        </c:ser>
        <c:ser>
          <c:idx val="1"/>
          <c:order val="1"/>
          <c:tx>
            <c:strRef>
              <c:f>Sheet1!$C$1</c:f>
              <c:strCache>
                <c:ptCount val="1"/>
                <c:pt idx="0">
                  <c:v>주파수 분포 연결</c:v>
                </c:pt>
              </c:strCache>
            </c:strRef>
          </c:tx>
          <c:spPr>
            <a:solidFill>
              <a:srgbClr val="35659B"/>
            </a:solidFill>
            <a:effectLst/>
          </c:spPr>
          <c:invertIfNegative val="0"/>
          <c:dLbls>
            <c:numFmt formatCode="0.000" sourceLinked="0"/>
            <c:txPr>
              <a:bodyPr/>
              <a:lstStyle/>
              <a:p>
                <a:pPr>
                  <a:defRPr b="0" i="0" strike="noStrike" sz="1200" u="none">
                    <a:solidFill>
                      <a:srgbClr val="17313B"/>
                    </a:solidFill>
                    <a:latin typeface="Arial"/>
                  </a:defRPr>
                </a:pPr>
              </a:p>
            </c:txPr>
            <c:showLegendKey val="0"/>
            <c:showVal val="1"/>
            <c:showCatName val="0"/>
            <c:showSerName val="0"/>
            <c:showPercent val="0"/>
            <c:showBubbleSize val="0"/>
            <c:showLeaderLines val="0"/>
          </c:dLbls>
          <c:cat>
            <c:multiLvlStrRef>
              <c:f>Sheet1!$A$2:$A$3</c:f>
              <c:multiLvlStrCache>
                <c:ptCount val="2"/>
                <c:lvl>
                  <c:pt idx="0">
                    <c:v>두 신호</c:v>
                  </c:pt>
                  <c:pt idx="1">
                    <c:v>세 신호</c:v>
                  </c:pt>
                </c:lvl>
              </c:multiLvlStrCache>
            </c:multiLvlStrRef>
          </c:cat>
          <c:val>
            <c:numRef>
              <c:f>Sheet1!$C$2:$C$3</c:f>
              <c:numCache>
                <c:formatCode>General</c:formatCode>
                <c:ptCount val="2"/>
                <c:pt idx="0">
                  <c:v>0.22926781280434483</c:v>
                </c:pt>
                <c:pt idx="1">
                  <c:v>0.4895816078015279</c:v>
                </c:pt>
              </c:numCache>
            </c:numRef>
          </c:val>
        </c:ser>
        <c:ser>
          <c:idx val="2"/>
          <c:order val="2"/>
          <c:tx>
            <c:strRef>
              <c:f>Sheet1!$D$1</c:f>
              <c:strCache>
                <c:ptCount val="1"/>
                <c:pt idx="0">
                  <c:v>학습 연결</c:v>
                </c:pt>
              </c:strCache>
            </c:strRef>
          </c:tx>
          <c:spPr>
            <a:solidFill>
              <a:srgbClr val="007C83"/>
            </a:solidFill>
            <a:effectLst/>
          </c:spPr>
          <c:invertIfNegative val="0"/>
          <c:dLbls>
            <c:numFmt formatCode="0.000" sourceLinked="0"/>
            <c:txPr>
              <a:bodyPr/>
              <a:lstStyle/>
              <a:p>
                <a:pPr>
                  <a:defRPr b="0" i="0" strike="noStrike" sz="1200" u="none">
                    <a:solidFill>
                      <a:srgbClr val="17313B"/>
                    </a:solidFill>
                    <a:latin typeface="Arial"/>
                  </a:defRPr>
                </a:pPr>
              </a:p>
            </c:txPr>
            <c:showLegendKey val="0"/>
            <c:showVal val="1"/>
            <c:showCatName val="0"/>
            <c:showSerName val="0"/>
            <c:showPercent val="0"/>
            <c:showBubbleSize val="0"/>
            <c:showLeaderLines val="0"/>
          </c:dLbls>
          <c:cat>
            <c:multiLvlStrRef>
              <c:f>Sheet1!$A$2:$A$3</c:f>
              <c:multiLvlStrCache>
                <c:ptCount val="2"/>
                <c:lvl>
                  <c:pt idx="0">
                    <c:v>두 신호</c:v>
                  </c:pt>
                  <c:pt idx="1">
                    <c:v>세 신호</c:v>
                  </c:pt>
                </c:lvl>
              </c:multiLvlStrCache>
            </c:multiLvlStrRef>
          </c:cat>
          <c:val>
            <c:numRef>
              <c:f>Sheet1!$D$2:$D$3</c:f>
              <c:numCache>
                <c:formatCode>General</c:formatCode>
                <c:ptCount val="2"/>
                <c:pt idx="0">
                  <c:v>0.14302706810559604</c:v>
                </c:pt>
                <c:pt idx="1">
                  <c:v>0.2420948480860179</c:v>
                </c:pt>
              </c:numCache>
            </c:numRef>
          </c:val>
        </c:ser>
        <c:dLbls>
          <c:numFmt formatCode="0.000" sourceLinked="0"/>
          <c:txPr>
            <a:bodyPr/>
            <a:lstStyle/>
            <a:p>
              <a:pPr>
                <a:defRPr b="0" i="0" strike="noStrike" sz="1200" u="none">
                  <a:solidFill>
                    <a:srgbClr val="1731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AE3E7"/>
            </a:solidFill>
            <a:prstDash val="solid"/>
            <a:round/>
          </a:ln>
        </c:spPr>
        <c:txPr>
          <a:bodyPr/>
          <a:lstStyle/>
          <a:p>
            <a:pPr>
              <a:defRPr sz="1800" b="0" i="0" u="none" strike="noStrike">
                <a:solidFill>
                  <a:srgbClr val="17313B"/>
                </a:solidFill>
                <a:latin typeface="Pretendard"/>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8890" cap="flat">
              <a:solidFill>
                <a:srgbClr val="DAE3E7"/>
              </a:solidFill>
              <a:prstDash val="solid"/>
              <a:round/>
            </a:ln>
          </c:spPr>
        </c:majorGridlines>
        <c:numFmt formatCode="General" sourceLinked="0"/>
        <c:majorTickMark val="out"/>
        <c:minorTickMark val="none"/>
        <c:tickLblPos val="nextTo"/>
        <c:spPr>
          <a:ln w="12700" cap="flat">
            <a:solidFill>
              <a:srgbClr val="DAE3E7"/>
            </a:solidFill>
            <a:prstDash val="solid"/>
            <a:round/>
          </a:ln>
        </c:spPr>
        <c:txPr>
          <a:bodyPr/>
          <a:lstStyle/>
          <a:p>
            <a:pPr>
              <a:defRPr sz="1200" b="0" i="0" u="none" strike="noStrike">
                <a:solidFill>
                  <a:srgbClr val="647986"/>
                </a:solidFill>
                <a:latin typeface="Pretendard"/>
              </a:defRPr>
            </a:pPr>
            <a:endParaRPr lang="en-US"/>
          </a:p>
        </c:txPr>
        <c:crossAx val="2094734554"/>
        <c:crosses val="autoZero"/>
        <c:crossBetween val="between"/>
        <c:majorUnit val="0.4"/>
      </c:valAx>
      <c:spPr>
        <a:noFill/>
        <a:ln>
          <a:noFill/>
        </a:ln>
        <a:effectLst/>
      </c:spPr>
    </c:plotArea>
    <c:legend>
      <c:legendPos val="t"/>
      <c:overlay val="0"/>
      <c:txPr>
        <a:bodyPr/>
        <a:lstStyle/>
        <a:p>
          <a:pPr>
            <a:defRPr sz="1300">
              <a:latin typeface="Pretendard"/>
              <a:cs typeface="Pretendard"/>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학습 조건 내</c:v>
                </c:pt>
              </c:strCache>
            </c:strRef>
          </c:tx>
          <c:spPr>
            <a:solidFill>
              <a:srgbClr val="007C83"/>
            </a:solidFill>
            <a:effectLst/>
          </c:spPr>
          <c:invertIfNegative val="0"/>
          <c:dLbls>
            <c:numFmt formatCode="0.000" sourceLinked="0"/>
            <c:txPr>
              <a:bodyPr/>
              <a:lstStyle/>
              <a:p>
                <a:pPr>
                  <a:defRPr b="0" i="0" strike="noStrike" sz="1200" u="none">
                    <a:solidFill>
                      <a:srgbClr val="17313B"/>
                    </a:solidFill>
                    <a:latin typeface="Arial"/>
                  </a:defRPr>
                </a:pPr>
              </a:p>
            </c:txPr>
            <c:showLegendKey val="0"/>
            <c:showVal val="1"/>
            <c:showCatName val="0"/>
            <c:showSerName val="0"/>
            <c:showPercent val="0"/>
            <c:showBubbleSize val="0"/>
            <c:showLeaderLines val="0"/>
          </c:dLbls>
          <c:cat>
            <c:multiLvlStrRef>
              <c:f>Sheet1!$A$2:$A$3</c:f>
              <c:multiLvlStrCache>
                <c:ptCount val="2"/>
                <c:lvl>
                  <c:pt idx="0">
                    <c:v>두 신호</c:v>
                  </c:pt>
                  <c:pt idx="1">
                    <c:v>세 신호</c:v>
                  </c:pt>
                </c:lvl>
              </c:multiLvlStrCache>
            </c:multiLvlStrRef>
          </c:cat>
          <c:val>
            <c:numRef>
              <c:f>Sheet1!$B$2:$B$3</c:f>
              <c:numCache>
                <c:formatCode>General</c:formatCode>
                <c:ptCount val="2"/>
                <c:pt idx="0">
                  <c:v>0.14302706810559604</c:v>
                </c:pt>
                <c:pt idx="1">
                  <c:v>0.2420948480860179</c:v>
                </c:pt>
              </c:numCache>
            </c:numRef>
          </c:val>
        </c:ser>
        <c:ser>
          <c:idx val="1"/>
          <c:order val="1"/>
          <c:tx>
            <c:strRef>
              <c:f>Sheet1!$C$1</c:f>
              <c:strCache>
                <c:ptCount val="1"/>
                <c:pt idx="0">
                  <c:v>기록·대역폭 변화</c:v>
                </c:pt>
              </c:strCache>
            </c:strRef>
          </c:tx>
          <c:spPr>
            <a:solidFill>
              <a:srgbClr val="35659B"/>
            </a:solidFill>
            <a:effectLst/>
          </c:spPr>
          <c:invertIfNegative val="0"/>
          <c:dLbls>
            <c:numFmt formatCode="0.000" sourceLinked="0"/>
            <c:txPr>
              <a:bodyPr/>
              <a:lstStyle/>
              <a:p>
                <a:pPr>
                  <a:defRPr b="0" i="0" strike="noStrike" sz="1200" u="none">
                    <a:solidFill>
                      <a:srgbClr val="17313B"/>
                    </a:solidFill>
                    <a:latin typeface="Arial"/>
                  </a:defRPr>
                </a:pPr>
              </a:p>
            </c:txPr>
            <c:showLegendKey val="0"/>
            <c:showVal val="1"/>
            <c:showCatName val="0"/>
            <c:showSerName val="0"/>
            <c:showPercent val="0"/>
            <c:showBubbleSize val="0"/>
            <c:showLeaderLines val="0"/>
          </c:dLbls>
          <c:cat>
            <c:multiLvlStrRef>
              <c:f>Sheet1!$A$2:$A$3</c:f>
              <c:multiLvlStrCache>
                <c:ptCount val="2"/>
                <c:lvl>
                  <c:pt idx="0">
                    <c:v>두 신호</c:v>
                  </c:pt>
                  <c:pt idx="1">
                    <c:v>세 신호</c:v>
                  </c:pt>
                </c:lvl>
              </c:multiLvlStrCache>
            </c:multiLvlStrRef>
          </c:cat>
          <c:val>
            <c:numRef>
              <c:f>Sheet1!$C$2:$C$3</c:f>
              <c:numCache>
                <c:formatCode>General</c:formatCode>
                <c:ptCount val="2"/>
                <c:pt idx="0">
                  <c:v>0.5176025918829975</c:v>
                </c:pt>
                <c:pt idx="1">
                  <c:v>0.7106011694680575</c:v>
                </c:pt>
              </c:numCache>
            </c:numRef>
          </c:val>
        </c:ser>
        <c:dLbls>
          <c:numFmt formatCode="0.000" sourceLinked="0"/>
          <c:txPr>
            <a:bodyPr/>
            <a:lstStyle/>
            <a:p>
              <a:pPr>
                <a:defRPr b="0" i="0" strike="noStrike" sz="1200" u="none">
                  <a:solidFill>
                    <a:srgbClr val="1731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AE3E7"/>
            </a:solidFill>
            <a:prstDash val="solid"/>
            <a:round/>
          </a:ln>
        </c:spPr>
        <c:txPr>
          <a:bodyPr/>
          <a:lstStyle/>
          <a:p>
            <a:pPr>
              <a:defRPr sz="1800" b="0" i="0" u="none" strike="noStrike">
                <a:solidFill>
                  <a:srgbClr val="17313B"/>
                </a:solidFill>
                <a:latin typeface="Pretendard"/>
              </a:defRPr>
            </a:pPr>
            <a:endParaRPr lang="en-US"/>
          </a:p>
        </c:txPr>
        <c:crossAx val="2094734552"/>
        <c:crosses val="autoZero"/>
        <c:auto val="1"/>
        <c:lblAlgn val="ctr"/>
        <c:noMultiLvlLbl val="1"/>
      </c:catAx>
      <c:valAx>
        <c:axId val="2094734552"/>
        <c:scaling>
          <c:orientation val="minMax"/>
          <c:max val="0.85"/>
          <c:min val="0"/>
        </c:scaling>
        <c:delete val="0"/>
        <c:axPos val="l"/>
        <c:majorGridlines>
          <c:spPr>
            <a:ln w="8890" cap="flat">
              <a:solidFill>
                <a:srgbClr val="DAE3E7"/>
              </a:solidFill>
              <a:prstDash val="solid"/>
              <a:round/>
            </a:ln>
          </c:spPr>
        </c:majorGridlines>
        <c:numFmt formatCode="General" sourceLinked="0"/>
        <c:majorTickMark val="out"/>
        <c:minorTickMark val="none"/>
        <c:tickLblPos val="nextTo"/>
        <c:spPr>
          <a:ln w="12700" cap="flat">
            <a:solidFill>
              <a:srgbClr val="DAE3E7"/>
            </a:solidFill>
            <a:prstDash val="solid"/>
            <a:round/>
          </a:ln>
        </c:spPr>
        <c:txPr>
          <a:bodyPr/>
          <a:lstStyle/>
          <a:p>
            <a:pPr>
              <a:defRPr sz="1200" b="0" i="0" u="none" strike="noStrike">
                <a:solidFill>
                  <a:srgbClr val="647986"/>
                </a:solidFill>
                <a:latin typeface="Pretendard"/>
              </a:defRPr>
            </a:pPr>
            <a:endParaRPr lang="en-US"/>
          </a:p>
        </c:txPr>
        <c:crossAx val="2094734554"/>
        <c:crosses val="autoZero"/>
        <c:crossBetween val="between"/>
        <c:majorUnit val="0.2"/>
      </c:valAx>
      <c:spPr>
        <a:noFill/>
        <a:ln>
          <a:noFill/>
        </a:ln>
        <a:effectLst/>
      </c:spPr>
    </c:plotArea>
    <c:legend>
      <c:legendPos val="t"/>
      <c:overlay val="0"/>
      <c:txPr>
        <a:bodyPr/>
        <a:lstStyle/>
        <a:p>
          <a:pPr>
            <a:defRPr sz="1300">
              <a:latin typeface="Pretendard"/>
              <a:cs typeface="Pretendard"/>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주파수 분포 연결</c:v>
                </c:pt>
              </c:strCache>
            </c:strRef>
          </c:tx>
          <c:spPr>
            <a:solidFill>
              <a:srgbClr val="35659B"/>
            </a:solidFill>
            <a:effectLst/>
          </c:spPr>
          <c:invertIfNegative val="0"/>
          <c:dLbls>
            <c:numFmt formatCode="0.000" sourceLinked="0"/>
            <c:txPr>
              <a:bodyPr/>
              <a:lstStyle/>
              <a:p>
                <a:pPr>
                  <a:defRPr b="0" i="0" strike="noStrike" sz="1200" u="none">
                    <a:solidFill>
                      <a:srgbClr val="17313B"/>
                    </a:solidFill>
                    <a:latin typeface="Arial"/>
                  </a:defRPr>
                </a:pPr>
              </a:p>
            </c:txPr>
            <c:showLegendKey val="0"/>
            <c:showVal val="1"/>
            <c:showCatName val="0"/>
            <c:showSerName val="0"/>
            <c:showPercent val="0"/>
            <c:showBubbleSize val="0"/>
            <c:showLeaderLines val="0"/>
          </c:dLbls>
          <c:cat>
            <c:multiLvlStrRef>
              <c:f>Sheet1!$A$2:$A$3</c:f>
              <c:multiLvlStrCache>
                <c:ptCount val="2"/>
                <c:lvl>
                  <c:pt idx="0">
                    <c:v>두 신호</c:v>
                  </c:pt>
                  <c:pt idx="1">
                    <c:v>세 신호</c:v>
                  </c:pt>
                </c:lvl>
              </c:multiLvlStrCache>
            </c:multiLvlStrRef>
          </c:cat>
          <c:val>
            <c:numRef>
              <c:f>Sheet1!$B$2:$B$3</c:f>
              <c:numCache>
                <c:formatCode>General</c:formatCode>
                <c:ptCount val="2"/>
                <c:pt idx="0">
                  <c:v>0.42604414226979154</c:v>
                </c:pt>
                <c:pt idx="1">
                  <c:v>0.6749801293570903</c:v>
                </c:pt>
              </c:numCache>
            </c:numRef>
          </c:val>
        </c:ser>
        <c:ser>
          <c:idx val="1"/>
          <c:order val="1"/>
          <c:tx>
            <c:strRef>
              <c:f>Sheet1!$C$1</c:f>
              <c:strCache>
                <c:ptCount val="1"/>
                <c:pt idx="0">
                  <c:v>맞춤 연결 학습</c:v>
                </c:pt>
              </c:strCache>
            </c:strRef>
          </c:tx>
          <c:spPr>
            <a:solidFill>
              <a:srgbClr val="BA4A00"/>
            </a:solidFill>
            <a:effectLst/>
          </c:spPr>
          <c:invertIfNegative val="0"/>
          <c:dLbls>
            <c:numFmt formatCode="0.000" sourceLinked="0"/>
            <c:txPr>
              <a:bodyPr/>
              <a:lstStyle/>
              <a:p>
                <a:pPr>
                  <a:defRPr b="0" i="0" strike="noStrike" sz="1200" u="none">
                    <a:solidFill>
                      <a:srgbClr val="17313B"/>
                    </a:solidFill>
                    <a:latin typeface="Arial"/>
                  </a:defRPr>
                </a:pPr>
              </a:p>
            </c:txPr>
            <c:showLegendKey val="0"/>
            <c:showVal val="1"/>
            <c:showCatName val="0"/>
            <c:showSerName val="0"/>
            <c:showPercent val="0"/>
            <c:showBubbleSize val="0"/>
            <c:showLeaderLines val="0"/>
          </c:dLbls>
          <c:cat>
            <c:multiLvlStrRef>
              <c:f>Sheet1!$A$2:$A$3</c:f>
              <c:multiLvlStrCache>
                <c:ptCount val="2"/>
                <c:lvl>
                  <c:pt idx="0">
                    <c:v>두 신호</c:v>
                  </c:pt>
                  <c:pt idx="1">
                    <c:v>세 신호</c:v>
                  </c:pt>
                </c:lvl>
              </c:multiLvlStrCache>
            </c:multiLvlStrRef>
          </c:cat>
          <c:val>
            <c:numRef>
              <c:f>Sheet1!$C$2:$C$3</c:f>
              <c:numCache>
                <c:formatCode>General</c:formatCode>
                <c:ptCount val="2"/>
                <c:pt idx="0">
                  <c:v>0.4769841678805973</c:v>
                </c:pt>
                <c:pt idx="1">
                  <c:v>0.7836289981005797</c:v>
                </c:pt>
              </c:numCache>
            </c:numRef>
          </c:val>
        </c:ser>
        <c:dLbls>
          <c:numFmt formatCode="0.000" sourceLinked="0"/>
          <c:txPr>
            <a:bodyPr/>
            <a:lstStyle/>
            <a:p>
              <a:pPr>
                <a:defRPr b="0" i="0" strike="noStrike" sz="1200" u="none">
                  <a:solidFill>
                    <a:srgbClr val="1731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AE3E7"/>
            </a:solidFill>
            <a:prstDash val="solid"/>
            <a:round/>
          </a:ln>
        </c:spPr>
        <c:txPr>
          <a:bodyPr/>
          <a:lstStyle/>
          <a:p>
            <a:pPr>
              <a:defRPr sz="1800" b="0" i="0" u="none" strike="noStrike">
                <a:solidFill>
                  <a:srgbClr val="17313B"/>
                </a:solidFill>
                <a:latin typeface="Pretendard"/>
              </a:defRPr>
            </a:pPr>
            <a:endParaRPr lang="en-US"/>
          </a:p>
        </c:txPr>
        <c:crossAx val="2094734552"/>
        <c:crosses val="autoZero"/>
        <c:auto val="1"/>
        <c:lblAlgn val="ctr"/>
        <c:noMultiLvlLbl val="1"/>
      </c:catAx>
      <c:valAx>
        <c:axId val="2094734552"/>
        <c:scaling>
          <c:orientation val="minMax"/>
          <c:max val="0.85"/>
          <c:min val="0"/>
        </c:scaling>
        <c:delete val="0"/>
        <c:axPos val="l"/>
        <c:majorGridlines>
          <c:spPr>
            <a:ln w="8890" cap="flat">
              <a:solidFill>
                <a:srgbClr val="DAE3E7"/>
              </a:solidFill>
              <a:prstDash val="solid"/>
              <a:round/>
            </a:ln>
          </c:spPr>
        </c:majorGridlines>
        <c:numFmt formatCode="General" sourceLinked="0"/>
        <c:majorTickMark val="out"/>
        <c:minorTickMark val="none"/>
        <c:tickLblPos val="nextTo"/>
        <c:spPr>
          <a:ln w="12700" cap="flat">
            <a:solidFill>
              <a:srgbClr val="DAE3E7"/>
            </a:solidFill>
            <a:prstDash val="solid"/>
            <a:round/>
          </a:ln>
        </c:spPr>
        <c:txPr>
          <a:bodyPr/>
          <a:lstStyle/>
          <a:p>
            <a:pPr>
              <a:defRPr sz="1200" b="0" i="0" u="none" strike="noStrike">
                <a:solidFill>
                  <a:srgbClr val="647986"/>
                </a:solidFill>
                <a:latin typeface="Pretendard"/>
              </a:defRPr>
            </a:pPr>
            <a:endParaRPr lang="en-US"/>
          </a:p>
        </c:txPr>
        <c:crossAx val="2094734554"/>
        <c:crosses val="autoZero"/>
        <c:crossBetween val="between"/>
        <c:majorUnit val="0.2"/>
      </c:valAx>
      <c:spPr>
        <a:noFill/>
        <a:ln>
          <a:noFill/>
        </a:ln>
        <a:effectLst/>
      </c:spPr>
    </c:plotArea>
    <c:legend>
      <c:legendPos val="t"/>
      <c:overlay val="0"/>
      <c:txPr>
        <a:bodyPr/>
        <a:lstStyle/>
        <a:p>
          <a:pPr>
            <a:defRPr sz="1300">
              <a:latin typeface="Pretendard"/>
              <a:cs typeface="Pretendard"/>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연구 질문은 여러 신호가 합쳐진 수신 파형에서 각 성분의 I/Q를 연속적으로 복원할 수 있는가입니다. 공개 RFUAV의 개별 수신 기록을 합성한 지도학습 연구입니다. 핵심 성과는 같은 녹음의 미학습 시간 구간에서, 고정 주파수 분포 연결에 비해 학습 연결이 긴 구간의 평균 복원 오차를 줄인 것입니다. 실제 동시 수신·미학습 기종 일반화를 입증했다는 뜻은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개별적으로 수신한 드론 신호를 모아 세기와 위상을 바꾼 뒤 더했습니다. 무엇을 섞었는지 알고 있으므로, 섞기 전의 각 신호를 정답으로 사용할 수 있습니다. 실제 수신 신호는 I와 Q라는 두 값으로 저장되며, 두 값을 함께 사용해야 신호의 크기와 위상을 표현할 수 있습니다.
사용한 자료는 공개 드론 신호 데이터의 다섯 기종 기록입니다. 같은 무선 주파수 대역 안에서 원래 중심주파수 간격을 유지해 섞었고, 두 신호는 네 가지 기종 조합, 세 신호는 한 가지 조합을 사용했습니다. 세기는 약 20.9 ms의 전체 구간을 기준으로 정한 뒤 짧은 구간에도 그대로 적용했습니다. 짧은 구간마다 세기를 다시 같게 맞추지는 않았습니다.
정답에는 원래 수신 기록의 잡음도 들어 있습니다. 따라서 이 결과는 잡음 없는 이상적인 송신 파형을 완전히 되찾았다는 뜻이 아닙니다. 실제 여러 기체의 동시 수신 환경에서도 같은 성능이 유지되는지는 별도 검증이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혼합 파형을 약 0.64 ms씩 잘라 시간·주파수 지도로 바꿉니다. 이 지도는 시간에 따라 어느 주파수에 신호가 나타나는지 보여 줍니다. 이를 만드는 표준 연산이 STFT입니다.
U-Net이 신호별 지도를 추정하면, 역변환인 iSTFT가 지도를 다시 I와 Q 파형으로 바꿉니다. 분리할 값을 배우는 것은 신경망이고, 파형으로 되돌리는 것은 정해진 계산입니다. 실제 구현에서는 512개 표본에 창을 씌워 변환하고, 128개 표본씩 이동합니다.
복원할 때에는 같은 모델에 입력의 전체 위상을 바꾸어 여덟 번 넣고, 각 결과를 원래 위상으로 돌린 다음 평균합니다. 여덟 모델을 따로 학습한 것이 아닙니다. 결과끼리 신호 순서를 맞추는 데 정답 파형을 사용하지 않습니다. 앞서 실험 관리에 사용하던 약어는 발표 화면에서 제외했습니다.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U-Net은 앞부분에서 지도를 줄여 넓은 패턴을 읽고, 뒷부분에서 다시 확대해 세부 값을 추정합니다. 점선은 앞에서 얻은 세부 정보를 뒤로 전달하는 연결입니다. 상자 안의 숫자는 각 단계가 사용하는 내부 특징의 수입니다.
입력에는 실수부 I와 허수부 Q, 큰 값의 범위를 줄인 로그 크기, 고정값 0.5가 들어갑니다. 로그 크기는 신호가 강한 곳과 약한 곳의 모양을 함께 읽도록 돕는 표현입니다. 고정값은 모든 위치에서 같은 숫자이며, 미리 분리해 둔 정답이나 분리 마스크가 아닙니다. 이 모델은 별도의 비음수 행렬분해 없이 동작합니다.
마지막에는 실수부와 허수부를 짝지어 신호별 지도를 얻습니다. 신호용 출력 세 개와 남은 부분을 담는 출력 한 개가 있습니다. 네 출력을 더하면 혼합 입력과 맞도록 마지막에 합을 조정하지만, 합이 맞는다고 각각의 신호까지 정확한 것은 아닙니다.
방법의 선행 근거:
https://arxiv.org/abs/1505.04597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학습할 때에는 복원한 파형과 섞기 전 정답을 비교합니다. 출력 순서는 고정되어 있지 않으므로, 출력과 정답을 가장 잘 대응시키는 조합을 먼저 찾습니다. 그 대응에서 차이를 계산하고 모델을 조금씩 수정합니다. 실제 신호가 없는 출력은 0에 가까워지도록 학습합니다.
왼쪽 그림은 긴 구간에서 얻는 보조 정보입니다. 약 20.9 ms의 신호에서 주파수별 세기를 요약하고, 시간 평균을 내어 보조 신경망에서 변환한 다음 분리 신경망에 전달합니다. 0.2, 0.2, 1.8, 1.8의 평균은 1입니다. 순서가 달라도 평균이 같다면 이 입력은 같아집니다.
현재 보조 경로는 평균을 사용하므로 신호가 언제 강했는지를 그대로 기억하지 못합니다. 이 경로는 1차원 합성곱으로 평균 정보를 변환하며, 신호가 몇 개인지도 별도로 예측합니다. 파형의 위상 정보는 짧은 I·Q 경로가 담당합니다.
파형 손실은 성분별 NMSE와 coherence, 비활성 출력 및 배경 항을 포함합니다. 개수 CE의 가중치는 0.1입니다. 긴 문맥의 평균 전력 특징은 원래 시간 순서를 보존하지 않습니다. 뒤의 신호 연결 모델이 복원 조각의 관계를 따로 학습합니다.
방법의 선행 근거:
https://arxiv.org/abs/1703.06284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20.9 ms 혼합에서 주파수별 상대 전력 64개와 상대 세기 1개를 계산하고 log 변환 및 시간 평균을 적용합니다. 평균 특징을 반복한 입력은 1차원 합성곱 특징 신경망을 거쳐 128차원으로 요약됩니다. Linear128→128→3에서 최대 점수를 선택합니다. 합성 원기록 성분 수가 정답이며 물리 드론 대수를 검증한 결과가 아닙니다. 파형 출력은 3개와 배경 1개로 고정되고, 예측 개수가 출력을 지우지 않습니다. 이후 연결에서 그룹 수로 사용합니다. 조건별 정확도는 부록 B에 모두 보존했습니다.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파형 복원에는 서로 다른 두 문제가 있습니다. 첫째는 짧은 구간 안에서 파형의 값을 얼마나 정확히 추정하는가입니다. 둘째는 다음 구간에서도 같은 신호를 같은 출력으로 이어 주는가입니다.
그림에서 청록색 신호가 처음에는 첫 번째 출력에 있다가 다음에는 두 번째 출력에 나타날 수 있습니다. 출력 번호만 따라 이어 붙이면 한 줄에 서로 다른 신호가 섞입니다. 그래서 파형 값을 만드는 분리 신경망과, 같은 신호의 조각을 잇는 연결 신경망을 나누었습니다.
각 조각의 주파수별 세기, 전체 세기, 시간 위치를 연결 신경망에 넣습니다. 이 신경망은 여러 조각의 관계를 비교하여 같은 원신호에서 나온 조각인지 학습합니다. 관계 비교에는 Transformer 구조를 사용합니다.
학습할 때에는 정답에서 같은 신호의 조각을 알려 줍니다. 실제로 사용할 때에는 정답 없이 관측한 특징과 예측한 신호 개수로 연결합니다. 이 과정은 기존 파형 값은 그대로 두고 조각의 연결 순서를 바꿉니다. 남은 부분을 담는 출력도 그대로 유지합니다.
연결 신경망은 분리 신경망을 고정한 상태에서 따로 학습했습니다. 48개의 학습용 혼합을 이용해 50회 학습 주기, 총 600번의 변수 갱신을 수행했습니다. 여기서 연결하는 대상은 혼합 안의 같은 신호이지, 기종 이름이나 기체 일련번호가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본문은 10 MHz 전송 대역폭 기록의 시간 분리 개발 평가입니다. 앞 구간으로 학습하고 필터 지원까지 고려해 1초 이상의 간격을 두고 뒤 구간을 평가했습니다. 독립 원녹음 평가는 아닙니다. U-Net은 100 epoch 완료 후 630개 짧은 개발 혼합의 오차로 epoch99를 선택했습니다. 연결기는 별도 FIT48 출력에서 50 epoch 학습했습니다. 여기의 긴 구간 평가 24조건은 단일5/두12/세7개이며 독립 녹음 24개를 뜻하지 않습니다. 전부 한 seed의 반복 확인된 개발 결과입니다. 녹음과 전송 대역폭이 함께 바뀌는 확장 결과는 부록 A에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그림은 같은 녹음의 미학습 시간 구간에서 학습 연결의 효과를 비교합니다. 두 신호12조건과 세 신호7조건을 모두 포함한 평균입니다. 주파수 분포를 비교하는 고정 연결 대비 각각37.6%,50.6%의 상대 NMSE 감소입니다. 정확도가37.6% 또는50.6%라는 뜻이 아닙니다. 두 신호12조건 중4조건은 고정 연결보다 악화하여 부록 B에 표시했습니다. 단일5조건은 연결 전후 값이 같습니다. 통계적 유의성이나 독립 녹음 일반화를 주장하지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복소 SI-SDR은 전체 파형의 투영에 기반한 스케일 불변 지표이고, NMSE는 실제 크기 오차를 반영하므로 함께 평가합니다. 표의 각 행은 동일한 두 신호12조건 또는 세 신호7조건의 평균입니다. 최약 신호는 각 혼합에서 정답 전력이 가장 낮은 성분이며, 동일 전력에서는 구현의 선택 규칙이 적용됩니다. 평균 개선이며 모든 조건이나 모든 약한 패킷이 개선했다는 뜻은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Avata2, FPV COMBO, Mavic3 Pro를 같은 전력으로 혼합한 예시입니다. 검정은 정답, 회색 점선은 그대로 연결, 청록 점선은 학습 연결입니다. 전력은 각 정답의 평균 전력으로 나누어 표시했습니다. 전력 곡선은 시간별 활동을 보여 주며 I/Q 위상 복원의 증거는 다음 장 파형과 정량 지표에서 확인합니다. 세 신호의 전체 구간 학습 연결 NMSE는 .227270,.137408,.102321입니다. 잘 복원된 사례로 선택했고 모집단 대표 무작위 표본은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Avata2의 평균 전력이 Mavic3 Pro의 1/10인 사례입니다. 검정 선은 섞기 전 정답, 청록 점선은 모델이 복원한 파형입니다. 왼쪽은 실수부 I, 오른쪽은 허수부 Q입니다. 아래 주황색은 복원에서 정답을 뺀 차이이므로 0에 가까울수록 좋습니다.
각 신호가 강하게 나타나는 구간을 약 5.12 μs씩 확대했습니다. 두 신호의 확대 위치는 같지 않으며, 복원 오차가 최소인 위치를 고른 것은 아닙니다. 전체 약 20.9 ms의 오차는 Avata2 0.1071, Mavic3 Pro 0.0110입니다. 정답과 복원을 같은 배율로 표시했으며 결과의 위상이나 크기를 정답에 맞추는 사후 보정은 하지 않았습니다.
그림은 선택한 사례의 일부 약5.12 μs 확대입니다. 신호마다 확대 위치가 다릅니다. 약20.9 ms 전체 구간 NMSE는 Avata2 .107142, Mavic3 Pro .010964입니다. 정답과 복원을 같은 정답 RMS로 표시했으며 정답을 이용한 배율·위상 맞춤이나 평활화를 하지 않았습니다. 이 예시는 두 신호의 복원 자체를 보여 주며 고정 PSD 연결과 학습 연결의 차이를 보여 주는 사례는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기종의 기록을 같은 평균 전력으로 섞은 사례입니다. 각 기종에서 I와 Q가 모두 정답에 가깝게 복원되는 구간을 확인할 수 있습니다. 전체 구간 오차는 Avata2 0.2273, FPV COMBO 0.1374, Mavic3 Pro 0.1023입니다.
10장과 11장은 복원의 모습을 이해하기 위해 고른 양호 사례입니다. 이 확대 그림만으로 전체 성능을 판단하지 않고, 9장의 전체 조건 평균과 함께 봅니다. 주황색 오차는 위쪽 파형과 같은 수치 범위로 그렸지만, 오차 패널의 높이는 더 작습니다.
각 행은 선택한 사례의 일부 약5.12 μs 확대이며 신호별 확대 위치가 다릅니다. 약20.9 ms 전체 구간 NMSE는 .227270,.137408,.102321입니다. 추론에서 정답을 이용한 배율·위상 보정은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발표의 기여는 복소 U-Net으로 성분 파형을 추정하고, 별도 연결 모델로 같은 신호의 시간적 배정을 개선한 두 단계 구성과 그 통제 비교입니다. 2/3성분 긴 구간 평균 NMSE는0.1430/0.2421이며, 고정 주파수 분포 연결 대비37.6%/50.6% 감소했습니다. 기존 U-Net이나 Transformer 자체의 발명을 주장하지 않습니다. 한 seed의 반복 확인된 개발 결과입니다. 조건 변화 결과와 범위는 부록에 보존했으며, 같은 조건의 독립 녹음·미학습 기종·실제 동시 수신에 대한 성능은 별도 검증이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왼쪽은 같은 분리 모델과 같은 연결 모델을 다른 녹음에 그대로 적용한 결과입니다. 두 신호의 평균 오차는 약 0.143에서 0.518로, 세 신호는 0.242에서 0.711로 커졌습니다. 녹음과 영상 전송 대역폭이 함께 바뀌므로, 어느 변화가 얼마만큼 영향을 주었는지는 이 비교만으로 분리할 수 없습니다.
오른쪽은 별도로 학습한 기존 U-Net 가중치를 고정한 후속 비교입니다. 구조는 같지만 왼쪽 모델과 가중치·학습 이력이 다릅니다. 같은 다른 녹음의 24조건에서 주파수 분포로 연결한 방법과, 해당 분리 출력에 맞추어 새로 50회 학습한 연결 방법을 비교했습니다. 두 신호 오차는 0.426에서 0.477로, 세 신호는 0.675에서 0.784로 증가해 새 연결기를 채택하지 않았습니다. 독립적인 실제 I·Q 점수 검산까지 완료된 결과입니다.
따라서 학습 연결의 이득은 분리 모델과 평가 조건에 따라 달라집니다. 오른쪽 모델을 왼쪽 모델과 같은 학습 과정으로 설명하거나, 두 패널을 하나의 순위표로 합쳐 보편적인 우월성을 주장하지 않습니다. 학습에 없던 기종은 아직 검증하지 않았고 별도 보류한 Autel 자료도 열지 않았습니다.
중요한 교정: 이 결과는 동일 수신 조건에서 원녹음만 바꾼 실험이 아닙니다. VTSBW는 영상 전송 신호의 명목 대역폭이며 수신기 표본률은100MS/s를 유지했습니다. 기존5기종에는 같은 기종×대역폭에서 두 번째 원녹음 묶음이 없어 그 독립 평가를 구성하지 못했습니다.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개수 표는 B99+learned50의 동일한 고정 모델로 계산한 B24/C24입니다. 학습 조건 내 시간 분리에서는5/5,12/12,7/7이며, 원녹음과 전송 대역폭이 함께 바뀐 자료에서는3/5,4/12,5/7입니다. 총24/24와12/24이고, 물리 드론 대수를 검증한 지표가 아닙니다. 전반 평균 개선과 개별 악화는 동시에 성립합니다. 동일 조건 두 신호12건 중5건 개선·4건 악화·3건 동률, 세 신호7건 중6건 개선·1건 동률입니다. 1/2/3개 합성 평가일 뿐 0개·4개 이상·미학습 기종의 성능은 포함하지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드론의 정보는 패킷이라는 데이터 묶음에 담겨 전달됩니다. 복원 신호를 실험용 수신기에 넣어 패킷을 읽고 기종 정보와 오류 검사 결과를 확인했습니다. CRC는 읽은 데이터가 패킷의 검사값과 맞는지를 확인하는 절차입니다.
알려진 DJI FPV 패킷 한 건의 전력을 바꿔 네 조건을 만들었습니다. 패킷이 있는 2 ms 구간을 검사했으며, 세기 배율은 전체 약 20.9 ms의 평균 전력 기준입니다. 함께 섞은 Mavic3 Pro 신호보다 전력이 10배, 같은 크기, 1/10일 때는 복원 출력에서 읽혔습니다. 그러나 이 세 조건은 혼합 신호에서도 이미 읽혔습니다. 1/100일 때는 혼합과 복원 모두 실패했지만 단독 정답은 읽혔습니다. 1/100은 학습한 명목 전력차 밖의 조건입니다.
같은 패킷이 여러 출력에 남은 경우도 있으므로, 패킷을 읽었다는 사실과 신호가 한 출력에만 깨끗하게 분리되었다는 사실은 다릅니다. 이 검사는 연결 신경망을 붙이기 전 분리 모델의 출력에서 수행했으며 상용 디텍터 전체의 탐지 성능 시험은 아닙니다. 새로운 패킷 여러 건에서 성공률과 출력 사이 누출을 함께 확인하는 검증이 필요합니다.
방법의 선행 근거:
https://github.com/RUB-SysSec/DroneSecurity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13B"/>
        </a:solidFill>
      </p:bgPr>
    </p:bg>
    <p:spTree>
      <p:nvGrpSpPr>
        <p:cNvPr id="1" name=""/>
        <p:cNvGrpSpPr/>
        <p:nvPr/>
      </p:nvGrpSpPr>
      <p:grpSpPr>
        <a:xfrm>
          <a:off x="0" y="0"/>
          <a:ext cx="0" cy="0"/>
          <a:chOff x="0" y="0"/>
          <a:chExt cx="0" cy="0"/>
        </a:xfrm>
      </p:grpSpPr>
      <p:sp>
        <p:nvSpPr>
          <p:cNvPr id="2" name="Text 0"/>
          <p:cNvSpPr/>
          <p:nvPr/>
        </p:nvSpPr>
        <p:spPr>
          <a:xfrm>
            <a:off x="594360" y="292608"/>
            <a:ext cx="10881360" cy="274320"/>
          </a:xfrm>
          <a:prstGeom prst="rect">
            <a:avLst/>
          </a:prstGeom>
          <a:noFill/>
          <a:ln/>
        </p:spPr>
        <p:txBody>
          <a:bodyPr wrap="square" lIns="0" tIns="0" rIns="0" bIns="0" rtlCol="0" anchor="t"/>
          <a:lstStyle/>
          <a:p>
            <a:pPr algn="l" indent="0" marL="0">
              <a:lnSpc>
                <a:spcPct val="100000"/>
              </a:lnSpc>
              <a:buNone/>
            </a:pPr>
            <a:r>
              <a:rPr lang="ko-KR" altLang="en-US" sz="1300" dirty="0">
                <a:solidFill>
                  <a:srgbClr val="93D7D6"/>
                </a:solidFill>
                <a:latin typeface="Pretendard" pitchFamily="34" charset="0"/>
                <a:ea typeface="Pretendard" pitchFamily="34" charset="-122"/>
                <a:cs typeface="Pretendard" pitchFamily="34" charset="-120"/>
              </a:rPr>
              <a:t>연구 발표</a:t>
            </a:r>
            <a:endParaRPr lang="ko-KR" sz="1300" dirty="0"/>
          </a:p>
        </p:txBody>
      </p:sp>
      <p:sp>
        <p:nvSpPr>
          <p:cNvPr id="3" name="Text 1"/>
          <p:cNvSpPr/>
          <p:nvPr/>
        </p:nvSpPr>
        <p:spPr>
          <a:xfrm>
            <a:off x="594360" y="832104"/>
            <a:ext cx="10972800" cy="649224"/>
          </a:xfrm>
          <a:prstGeom prst="rect">
            <a:avLst/>
          </a:prstGeom>
          <a:noFill/>
          <a:ln/>
        </p:spPr>
        <p:txBody>
          <a:bodyPr wrap="square" lIns="0" tIns="0" rIns="0" bIns="0" rtlCol="0" anchor="t"/>
          <a:lstStyle/>
          <a:p>
            <a:pPr algn="l" indent="0" marL="0">
              <a:lnSpc>
                <a:spcPct val="100000"/>
              </a:lnSpc>
              <a:buNone/>
            </a:pPr>
            <a:r>
              <a:rPr lang="ko-KR" altLang="en-US" sz="3100" b="1" dirty="0">
                <a:solidFill>
                  <a:srgbClr val="FFFFFF"/>
                </a:solidFill>
                <a:latin typeface="Pretendard" pitchFamily="34" charset="0"/>
                <a:ea typeface="Pretendard" pitchFamily="34" charset="-122"/>
                <a:cs typeface="Pretendard" pitchFamily="34" charset="-120"/>
              </a:rPr>
              <a:t>드론 RF 혼합신호의 분리 및 복원</a:t>
            </a:r>
            <a:endParaRPr lang="ko-KR" sz="3100" dirty="0"/>
          </a:p>
        </p:txBody>
      </p:sp>
      <p:sp>
        <p:nvSpPr>
          <p:cNvPr id="4" name="Text 2"/>
          <p:cNvSpPr/>
          <p:nvPr/>
        </p:nvSpPr>
        <p:spPr>
          <a:xfrm>
            <a:off x="594360" y="1609344"/>
            <a:ext cx="10972800" cy="402336"/>
          </a:xfrm>
          <a:prstGeom prst="rect">
            <a:avLst/>
          </a:prstGeom>
          <a:noFill/>
          <a:ln/>
        </p:spPr>
        <p:txBody>
          <a:bodyPr wrap="square" lIns="0" tIns="0" rIns="0" bIns="0" rtlCol="0" anchor="t"/>
          <a:lstStyle/>
          <a:p>
            <a:pPr algn="l" indent="0" marL="0">
              <a:lnSpc>
                <a:spcPct val="100000"/>
              </a:lnSpc>
              <a:buNone/>
            </a:pPr>
            <a:r>
              <a:rPr lang="ko-KR" altLang="en-US" sz="1800" dirty="0">
                <a:solidFill>
                  <a:srgbClr val="C8DEDF"/>
                </a:solidFill>
                <a:latin typeface="Pretendard" pitchFamily="34" charset="0"/>
                <a:ea typeface="Pretendard" pitchFamily="34" charset="-122"/>
                <a:cs typeface="Pretendard" pitchFamily="34" charset="-120"/>
              </a:rPr>
              <a:t>복소 U-Net과 신호 연결 모델을 결합한 파형 복원</a:t>
            </a:r>
            <a:endParaRPr lang="ko-KR" sz="1800" dirty="0"/>
          </a:p>
        </p:txBody>
      </p:sp>
      <p:sp>
        <p:nvSpPr>
          <p:cNvPr id="5" name="Text 3"/>
          <p:cNvSpPr/>
          <p:nvPr/>
        </p:nvSpPr>
        <p:spPr>
          <a:xfrm>
            <a:off x="713232" y="2560320"/>
            <a:ext cx="10698480" cy="1078992"/>
          </a:xfrm>
          <a:prstGeom prst="rect">
            <a:avLst/>
          </a:prstGeom>
          <a:noFill/>
          <a:ln/>
        </p:spPr>
        <p:txBody>
          <a:bodyPr wrap="square" lIns="0" tIns="0" rIns="0" bIns="0" rtlCol="0" anchor="t"/>
          <a:lstStyle/>
          <a:p>
            <a:pPr algn="l" indent="0" marL="0">
              <a:lnSpc>
                <a:spcPct val="100000"/>
              </a:lnSpc>
              <a:buNone/>
            </a:pPr>
            <a:r>
              <a:rPr lang="ko-KR" altLang="en-US" sz="3300" b="1" dirty="0">
                <a:solidFill>
                  <a:srgbClr val="FFFFFF"/>
                </a:solidFill>
                <a:latin typeface="Pretendard" pitchFamily="34" charset="0"/>
                <a:ea typeface="Pretendard" pitchFamily="34" charset="-122"/>
                <a:cs typeface="Pretendard" pitchFamily="34" charset="-120"/>
              </a:rPr>
              <a:t>짧은 구간에서 파형을 복원하고</a:t>
            </a:r>
            <a:endParaRPr lang="ko-KR" sz="3300" dirty="0"/>
          </a:p>
          <a:p>
            <a:pPr algn="l" indent="0" marL="0">
              <a:lnSpc>
                <a:spcPct val="100000"/>
              </a:lnSpc>
              <a:buNone/>
            </a:pPr>
            <a:r>
              <a:rPr lang="ko-KR" altLang="en-US" sz="3300" b="1" dirty="0">
                <a:solidFill>
                  <a:srgbClr val="FFFFFF"/>
                </a:solidFill>
                <a:latin typeface="Pretendard" pitchFamily="34" charset="0"/>
                <a:ea typeface="Pretendard" pitchFamily="34" charset="-122"/>
                <a:cs typeface="Pretendard" pitchFamily="34" charset="-120"/>
              </a:rPr>
              <a:t>같은 신호를 시간에 따라 연결한다</a:t>
            </a:r>
            <a:endParaRPr lang="ko-KR" sz="3300" dirty="0"/>
          </a:p>
        </p:txBody>
      </p:sp>
      <p:sp>
        <p:nvSpPr>
          <p:cNvPr id="6" name="Shape 4"/>
          <p:cNvSpPr/>
          <p:nvPr/>
        </p:nvSpPr>
        <p:spPr>
          <a:xfrm>
            <a:off x="713232" y="4325112"/>
            <a:ext cx="3118104" cy="1234440"/>
          </a:xfrm>
          <a:prstGeom prst="roundRect">
            <a:avLst>
              <a:gd name="adj" fmla="val 7407"/>
            </a:avLst>
          </a:prstGeom>
          <a:solidFill>
            <a:srgbClr val="244650"/>
          </a:solidFill>
          <a:ln w="12700">
            <a:solidFill>
              <a:srgbClr val="244650"/>
            </a:solidFill>
            <a:prstDash val="solid"/>
          </a:ln>
        </p:spPr>
      </p:sp>
      <p:sp>
        <p:nvSpPr>
          <p:cNvPr id="7" name="Text 5"/>
          <p:cNvSpPr/>
          <p:nvPr/>
        </p:nvSpPr>
        <p:spPr>
          <a:xfrm>
            <a:off x="886968" y="4517136"/>
            <a:ext cx="2770632" cy="365760"/>
          </a:xfrm>
          <a:prstGeom prst="rect">
            <a:avLst/>
          </a:prstGeom>
          <a:noFill/>
          <a:ln/>
        </p:spPr>
        <p:txBody>
          <a:bodyPr wrap="square" lIns="0" tIns="0" rIns="0" bIns="0" rtlCol="0" anchor="t"/>
          <a:lstStyle/>
          <a:p>
            <a:pPr algn="l" indent="0" marL="0">
              <a:lnSpc>
                <a:spcPct val="100000"/>
              </a:lnSpc>
              <a:buNone/>
            </a:pPr>
            <a:r>
              <a:rPr lang="ko-KR" altLang="en-US" sz="2300" b="1" dirty="0">
                <a:solidFill>
                  <a:srgbClr val="FFFFFF"/>
                </a:solidFill>
                <a:latin typeface="Pretendard" pitchFamily="34" charset="0"/>
                <a:ea typeface="Pretendard" pitchFamily="34" charset="-122"/>
                <a:cs typeface="Pretendard" pitchFamily="34" charset="-120"/>
              </a:rPr>
              <a:t>혼합 I·Q</a:t>
            </a:r>
            <a:endParaRPr lang="ko-KR" sz="2300" dirty="0"/>
          </a:p>
        </p:txBody>
      </p:sp>
      <p:sp>
        <p:nvSpPr>
          <p:cNvPr id="8" name="Text 6"/>
          <p:cNvSpPr/>
          <p:nvPr/>
        </p:nvSpPr>
        <p:spPr>
          <a:xfrm>
            <a:off x="886968" y="5065776"/>
            <a:ext cx="2770632" cy="274320"/>
          </a:xfrm>
          <a:prstGeom prst="rect">
            <a:avLst/>
          </a:prstGeom>
          <a:noFill/>
          <a:ln/>
        </p:spPr>
        <p:txBody>
          <a:bodyPr wrap="square" lIns="0" tIns="0" rIns="0" bIns="0" rtlCol="0" anchor="t"/>
          <a:lstStyle/>
          <a:p>
            <a:pPr algn="l" indent="0" marL="0">
              <a:lnSpc>
                <a:spcPct val="100000"/>
              </a:lnSpc>
              <a:buNone/>
            </a:pPr>
            <a:r>
              <a:rPr lang="ko-KR" altLang="en-US" sz="1600" dirty="0">
                <a:solidFill>
                  <a:srgbClr val="C8DEDF"/>
                </a:solidFill>
                <a:latin typeface="Pretendard" pitchFamily="34" charset="0"/>
                <a:ea typeface="Pretendard" pitchFamily="34" charset="-122"/>
                <a:cs typeface="Pretendard" pitchFamily="34" charset="-120"/>
              </a:rPr>
              <a:t>여러 신호가 겹친 입력</a:t>
            </a:r>
            <a:endParaRPr lang="ko-KR" sz="1600" dirty="0"/>
          </a:p>
        </p:txBody>
      </p:sp>
      <p:sp>
        <p:nvSpPr>
          <p:cNvPr id="9" name="Shape 7"/>
          <p:cNvSpPr/>
          <p:nvPr/>
        </p:nvSpPr>
        <p:spPr>
          <a:xfrm>
            <a:off x="4535424" y="4325112"/>
            <a:ext cx="3118104" cy="1234440"/>
          </a:xfrm>
          <a:prstGeom prst="roundRect">
            <a:avLst>
              <a:gd name="adj" fmla="val 7407"/>
            </a:avLst>
          </a:prstGeom>
          <a:solidFill>
            <a:srgbClr val="244650"/>
          </a:solidFill>
          <a:ln w="12700">
            <a:solidFill>
              <a:srgbClr val="244650"/>
            </a:solidFill>
            <a:prstDash val="solid"/>
          </a:ln>
        </p:spPr>
      </p:sp>
      <p:sp>
        <p:nvSpPr>
          <p:cNvPr id="10" name="Text 8"/>
          <p:cNvSpPr/>
          <p:nvPr/>
        </p:nvSpPr>
        <p:spPr>
          <a:xfrm>
            <a:off x="4709160" y="4517136"/>
            <a:ext cx="2770632" cy="365760"/>
          </a:xfrm>
          <a:prstGeom prst="rect">
            <a:avLst/>
          </a:prstGeom>
          <a:noFill/>
          <a:ln/>
        </p:spPr>
        <p:txBody>
          <a:bodyPr wrap="square" lIns="0" tIns="0" rIns="0" bIns="0" rtlCol="0" anchor="t"/>
          <a:lstStyle/>
          <a:p>
            <a:pPr algn="l" indent="0" marL="0">
              <a:lnSpc>
                <a:spcPct val="100000"/>
              </a:lnSpc>
              <a:buNone/>
            </a:pPr>
            <a:r>
              <a:rPr lang="ko-KR" altLang="en-US" sz="2300" b="1" dirty="0">
                <a:solidFill>
                  <a:srgbClr val="FFFFFF"/>
                </a:solidFill>
                <a:latin typeface="Pretendard" pitchFamily="34" charset="0"/>
                <a:ea typeface="Pretendard" pitchFamily="34" charset="-122"/>
                <a:cs typeface="Pretendard" pitchFamily="34" charset="-120"/>
              </a:rPr>
              <a:t>성분별 복원</a:t>
            </a:r>
            <a:endParaRPr lang="ko-KR" sz="2300" dirty="0"/>
          </a:p>
        </p:txBody>
      </p:sp>
      <p:sp>
        <p:nvSpPr>
          <p:cNvPr id="11" name="Text 9"/>
          <p:cNvSpPr/>
          <p:nvPr/>
        </p:nvSpPr>
        <p:spPr>
          <a:xfrm>
            <a:off x="4709160" y="5065776"/>
            <a:ext cx="2770632" cy="274320"/>
          </a:xfrm>
          <a:prstGeom prst="rect">
            <a:avLst/>
          </a:prstGeom>
          <a:noFill/>
          <a:ln/>
        </p:spPr>
        <p:txBody>
          <a:bodyPr wrap="square" lIns="0" tIns="0" rIns="0" bIns="0" rtlCol="0" anchor="t"/>
          <a:lstStyle/>
          <a:p>
            <a:pPr algn="l" indent="0" marL="0">
              <a:lnSpc>
                <a:spcPct val="100000"/>
              </a:lnSpc>
              <a:buNone/>
            </a:pPr>
            <a:r>
              <a:rPr lang="ko-KR" altLang="en-US" sz="1600" dirty="0">
                <a:solidFill>
                  <a:srgbClr val="C8DEDF"/>
                </a:solidFill>
                <a:latin typeface="Pretendard" pitchFamily="34" charset="0"/>
                <a:ea typeface="Pretendard" pitchFamily="34" charset="-122"/>
                <a:cs typeface="Pretendard" pitchFamily="34" charset="-120"/>
              </a:rPr>
              <a:t>U-Net으로 파형 추정</a:t>
            </a:r>
            <a:endParaRPr lang="ko-KR" sz="1600" dirty="0"/>
          </a:p>
        </p:txBody>
      </p:sp>
      <p:sp>
        <p:nvSpPr>
          <p:cNvPr id="12" name="Shape 10"/>
          <p:cNvSpPr/>
          <p:nvPr/>
        </p:nvSpPr>
        <p:spPr>
          <a:xfrm>
            <a:off x="8357616" y="4325112"/>
            <a:ext cx="3118104" cy="1234440"/>
          </a:xfrm>
          <a:prstGeom prst="roundRect">
            <a:avLst>
              <a:gd name="adj" fmla="val 7407"/>
            </a:avLst>
          </a:prstGeom>
          <a:solidFill>
            <a:srgbClr val="244650"/>
          </a:solidFill>
          <a:ln w="12700">
            <a:solidFill>
              <a:srgbClr val="244650"/>
            </a:solidFill>
            <a:prstDash val="solid"/>
          </a:ln>
        </p:spPr>
      </p:sp>
      <p:sp>
        <p:nvSpPr>
          <p:cNvPr id="13" name="Text 11"/>
          <p:cNvSpPr/>
          <p:nvPr/>
        </p:nvSpPr>
        <p:spPr>
          <a:xfrm>
            <a:off x="8531352" y="4517136"/>
            <a:ext cx="2770632" cy="365760"/>
          </a:xfrm>
          <a:prstGeom prst="rect">
            <a:avLst/>
          </a:prstGeom>
          <a:noFill/>
          <a:ln/>
        </p:spPr>
        <p:txBody>
          <a:bodyPr wrap="square" lIns="0" tIns="0" rIns="0" bIns="0" rtlCol="0" anchor="t"/>
          <a:lstStyle/>
          <a:p>
            <a:pPr algn="l" indent="0" marL="0">
              <a:lnSpc>
                <a:spcPct val="100000"/>
              </a:lnSpc>
              <a:buNone/>
            </a:pPr>
            <a:r>
              <a:rPr lang="ko-KR" altLang="en-US" sz="2300" b="1" dirty="0">
                <a:solidFill>
                  <a:srgbClr val="FFFFFF"/>
                </a:solidFill>
                <a:latin typeface="Pretendard" pitchFamily="34" charset="0"/>
                <a:ea typeface="Pretendard" pitchFamily="34" charset="-122"/>
                <a:cs typeface="Pretendard" pitchFamily="34" charset="-120"/>
              </a:rPr>
              <a:t>시간 연결</a:t>
            </a:r>
            <a:endParaRPr lang="ko-KR" sz="2300" dirty="0"/>
          </a:p>
        </p:txBody>
      </p:sp>
      <p:sp>
        <p:nvSpPr>
          <p:cNvPr id="14" name="Text 12"/>
          <p:cNvSpPr/>
          <p:nvPr/>
        </p:nvSpPr>
        <p:spPr>
          <a:xfrm>
            <a:off x="8531352" y="5065776"/>
            <a:ext cx="2770632" cy="274320"/>
          </a:xfrm>
          <a:prstGeom prst="rect">
            <a:avLst/>
          </a:prstGeom>
          <a:noFill/>
          <a:ln/>
        </p:spPr>
        <p:txBody>
          <a:bodyPr wrap="square" lIns="0" tIns="0" rIns="0" bIns="0" rtlCol="0" anchor="t"/>
          <a:lstStyle/>
          <a:p>
            <a:pPr algn="l" indent="0" marL="0">
              <a:lnSpc>
                <a:spcPct val="100000"/>
              </a:lnSpc>
              <a:buNone/>
            </a:pPr>
            <a:r>
              <a:rPr lang="ko-KR" altLang="en-US" sz="1600" dirty="0">
                <a:solidFill>
                  <a:srgbClr val="C8DEDF"/>
                </a:solidFill>
                <a:latin typeface="Pretendard" pitchFamily="34" charset="0"/>
                <a:ea typeface="Pretendard" pitchFamily="34" charset="-122"/>
                <a:cs typeface="Pretendard" pitchFamily="34" charset="-120"/>
              </a:rPr>
              <a:t>같은 신호 조각 정렬</a:t>
            </a:r>
            <a:endParaRPr lang="ko-KR" sz="1600" dirty="0"/>
          </a:p>
        </p:txBody>
      </p:sp>
      <p:sp>
        <p:nvSpPr>
          <p:cNvPr id="15" name="Shape 13"/>
          <p:cNvSpPr/>
          <p:nvPr/>
        </p:nvSpPr>
        <p:spPr>
          <a:xfrm>
            <a:off x="3913632" y="4901184"/>
            <a:ext cx="484632" cy="0"/>
          </a:xfrm>
          <a:prstGeom prst="line">
            <a:avLst/>
          </a:prstGeom>
          <a:noFill/>
          <a:ln w="21590">
            <a:solidFill>
              <a:srgbClr val="93D7D6"/>
            </a:solidFill>
            <a:prstDash val="solid"/>
            <a:tailEnd type="triangle"/>
          </a:ln>
        </p:spPr>
      </p:sp>
      <p:sp>
        <p:nvSpPr>
          <p:cNvPr id="16" name="Shape 14"/>
          <p:cNvSpPr/>
          <p:nvPr/>
        </p:nvSpPr>
        <p:spPr>
          <a:xfrm>
            <a:off x="7735824" y="4901184"/>
            <a:ext cx="484632" cy="0"/>
          </a:xfrm>
          <a:prstGeom prst="line">
            <a:avLst/>
          </a:prstGeom>
          <a:noFill/>
          <a:ln w="21590">
            <a:solidFill>
              <a:srgbClr val="93D7D6"/>
            </a:solidFill>
            <a:prstDash val="solid"/>
            <a:tailEnd type="triangle"/>
          </a:ln>
        </p:spPr>
      </p:sp>
      <p:sp>
        <p:nvSpPr>
          <p:cNvPr id="17" name="Text 15"/>
          <p:cNvSpPr/>
          <p:nvPr/>
        </p:nvSpPr>
        <p:spPr>
          <a:xfrm>
            <a:off x="11000232" y="6409944"/>
            <a:ext cx="566928" cy="274320"/>
          </a:xfrm>
          <a:prstGeom prst="rect">
            <a:avLst/>
          </a:prstGeom>
          <a:noFill/>
          <a:ln/>
        </p:spPr>
        <p:txBody>
          <a:bodyPr wrap="square" lIns="0" tIns="0" rIns="0" bIns="0" rtlCol="0" anchor="t"/>
          <a:lstStyle/>
          <a:p>
            <a:pPr algn="r" indent="0" marL="0">
              <a:lnSpc>
                <a:spcPct val="100000"/>
              </a:lnSpc>
              <a:buNone/>
            </a:pPr>
            <a:r>
              <a:rPr lang="ko-KR" altLang="en-US" sz="1200" dirty="0">
                <a:solidFill>
                  <a:srgbClr val="C8DEDF"/>
                </a:solidFill>
                <a:latin typeface="Pretendard" pitchFamily="34" charset="0"/>
                <a:ea typeface="Pretendard" pitchFamily="34" charset="-122"/>
                <a:cs typeface="Pretendard" pitchFamily="34" charset="-120"/>
              </a:rPr>
              <a:t>01</a:t>
            </a:r>
            <a:endParaRPr lang="ko-KR"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292608"/>
            <a:ext cx="10881360" cy="274320"/>
          </a:xfrm>
          <a:prstGeom prst="rect">
            <a:avLst/>
          </a:prstGeom>
          <a:noFill/>
          <a:ln/>
        </p:spPr>
        <p:txBody>
          <a:bodyPr wrap="square" lIns="0" tIns="0" rIns="0" bIns="0" rtlCol="0" anchor="t"/>
          <a:lstStyle/>
          <a:p>
            <a:pPr algn="l" indent="0" marL="0">
              <a:lnSpc>
                <a:spcPct val="100000"/>
              </a:lnSpc>
              <a:buNone/>
            </a:pPr>
            <a:r>
              <a:rPr lang="ko-KR" altLang="en-US" sz="1300" dirty="0">
                <a:solidFill>
                  <a:srgbClr val="007C83"/>
                </a:solidFill>
                <a:latin typeface="Pretendard" pitchFamily="34" charset="0"/>
                <a:ea typeface="Pretendard" pitchFamily="34" charset="-122"/>
                <a:cs typeface="Pretendard" pitchFamily="34" charset="-120"/>
              </a:rPr>
              <a:t>데이터 구성</a:t>
            </a:r>
            <a:endParaRPr lang="ko-KR" sz="1300" dirty="0"/>
          </a:p>
        </p:txBody>
      </p:sp>
      <p:sp>
        <p:nvSpPr>
          <p:cNvPr id="3" name="Text 1"/>
          <p:cNvSpPr/>
          <p:nvPr/>
        </p:nvSpPr>
        <p:spPr>
          <a:xfrm>
            <a:off x="594360" y="832104"/>
            <a:ext cx="10972800" cy="649224"/>
          </a:xfrm>
          <a:prstGeom prst="rect">
            <a:avLst/>
          </a:prstGeom>
          <a:noFill/>
          <a:ln/>
        </p:spPr>
        <p:txBody>
          <a:bodyPr wrap="square" lIns="0" tIns="0" rIns="0" bIns="0" rtlCol="0" anchor="t"/>
          <a:lstStyle/>
          <a:p>
            <a:pPr algn="l" indent="0" marL="0">
              <a:lnSpc>
                <a:spcPct val="100000"/>
              </a:lnSpc>
              <a:buNone/>
            </a:pPr>
            <a:r>
              <a:rPr lang="ko-KR" altLang="en-US" sz="3100" b="1" dirty="0">
                <a:solidFill>
                  <a:srgbClr val="17313B"/>
                </a:solidFill>
                <a:latin typeface="Pretendard" pitchFamily="34" charset="0"/>
                <a:ea typeface="Pretendard" pitchFamily="34" charset="-122"/>
                <a:cs typeface="Pretendard" pitchFamily="34" charset="-120"/>
              </a:rPr>
              <a:t>혼합 신호와 정답 파형 구성</a:t>
            </a:r>
            <a:endParaRPr lang="ko-KR" sz="3100" dirty="0"/>
          </a:p>
        </p:txBody>
      </p:sp>
      <p:sp>
        <p:nvSpPr>
          <p:cNvPr id="4" name="Text 2"/>
          <p:cNvSpPr/>
          <p:nvPr/>
        </p:nvSpPr>
        <p:spPr>
          <a:xfrm>
            <a:off x="594360" y="1609344"/>
            <a:ext cx="10972800" cy="402336"/>
          </a:xfrm>
          <a:prstGeom prst="rect">
            <a:avLst/>
          </a:prstGeom>
          <a:noFill/>
          <a:ln/>
        </p:spPr>
        <p:txBody>
          <a:bodyPr wrap="square" lIns="0" tIns="0" rIns="0" bIns="0" rtlCol="0" anchor="t"/>
          <a:lstStyle/>
          <a:p>
            <a:pPr algn="l" indent="0" marL="0">
              <a:lnSpc>
                <a:spcPct val="100000"/>
              </a:lnSpc>
              <a:buNone/>
            </a:pPr>
            <a:r>
              <a:rPr lang="ko-KR" altLang="en-US" sz="1800" dirty="0">
                <a:solidFill>
                  <a:srgbClr val="647986"/>
                </a:solidFill>
                <a:latin typeface="Pretendard" pitchFamily="34" charset="0"/>
                <a:ea typeface="Pretendard" pitchFamily="34" charset="-122"/>
                <a:cs typeface="Pretendard" pitchFamily="34" charset="-120"/>
              </a:rPr>
              <a:t>RFUAV 5기종 · 같은 RF 대역 안에서 합성 · 원래 중심주파수 간격 유지</a:t>
            </a:r>
            <a:endParaRPr lang="ko-KR" sz="1800" dirty="0"/>
          </a:p>
        </p:txBody>
      </p:sp>
      <p:sp>
        <p:nvSpPr>
          <p:cNvPr id="5" name="Shape 3"/>
          <p:cNvSpPr/>
          <p:nvPr/>
        </p:nvSpPr>
        <p:spPr>
          <a:xfrm>
            <a:off x="621792" y="2139696"/>
            <a:ext cx="10936224" cy="566928"/>
          </a:xfrm>
          <a:prstGeom prst="roundRect">
            <a:avLst>
              <a:gd name="adj" fmla="val 16129"/>
            </a:avLst>
          </a:prstGeom>
          <a:solidFill>
            <a:srgbClr val="F1F5F6"/>
          </a:solidFill>
          <a:ln w="12700">
            <a:solidFill>
              <a:srgbClr val="F1F5F6"/>
            </a:solidFill>
            <a:prstDash val="solid"/>
          </a:ln>
        </p:spPr>
      </p:sp>
      <p:sp>
        <p:nvSpPr>
          <p:cNvPr id="6" name="Text 4"/>
          <p:cNvSpPr/>
          <p:nvPr/>
        </p:nvSpPr>
        <p:spPr>
          <a:xfrm>
            <a:off x="813816" y="2295144"/>
            <a:ext cx="10543032" cy="320040"/>
          </a:xfrm>
          <a:prstGeom prst="rect">
            <a:avLst/>
          </a:prstGeom>
          <a:noFill/>
          <a:ln/>
        </p:spPr>
        <p:txBody>
          <a:bodyPr wrap="square" lIns="0" tIns="0" rIns="0" bIns="0" rtlCol="0" anchor="t"/>
          <a:lstStyle/>
          <a:p>
            <a:pPr algn="l" indent="0" marL="0">
              <a:lnSpc>
                <a:spcPct val="100000"/>
              </a:lnSpc>
              <a:buNone/>
            </a:pPr>
            <a:r>
              <a:rPr lang="ko-KR" altLang="en-US" sz="1800" b="1" dirty="0">
                <a:solidFill>
                  <a:srgbClr val="17313B"/>
                </a:solidFill>
                <a:latin typeface="Pretendard" pitchFamily="34" charset="0"/>
                <a:ea typeface="Pretendard" pitchFamily="34" charset="-122"/>
                <a:cs typeface="Pretendard" pitchFamily="34" charset="-120"/>
              </a:rPr>
              <a:t>5.8 GHz: Avata2 · FPV COMBO · Mavic3 Pro      2.4 GHz: Mini3 · Mini4 Pro</a:t>
            </a:r>
            <a:endParaRPr lang="ko-KR" sz="1800" dirty="0"/>
          </a:p>
        </p:txBody>
      </p:sp>
      <p:sp>
        <p:nvSpPr>
          <p:cNvPr id="7" name="Text 5"/>
          <p:cNvSpPr/>
          <p:nvPr/>
        </p:nvSpPr>
        <p:spPr>
          <a:xfrm>
            <a:off x="740664" y="3081528"/>
            <a:ext cx="1143000" cy="301752"/>
          </a:xfrm>
          <a:prstGeom prst="rect">
            <a:avLst/>
          </a:prstGeom>
          <a:noFill/>
          <a:ln/>
        </p:spPr>
        <p:txBody>
          <a:bodyPr wrap="square" lIns="0" tIns="0" rIns="0" bIns="0" rtlCol="0" anchor="t"/>
          <a:lstStyle/>
          <a:p>
            <a:pPr algn="l" indent="0" marL="0">
              <a:lnSpc>
                <a:spcPct val="100000"/>
              </a:lnSpc>
              <a:buNone/>
            </a:pPr>
            <a:r>
              <a:rPr lang="ko-KR" altLang="en-US" sz="1700" b="1" dirty="0">
                <a:solidFill>
                  <a:srgbClr val="007C83"/>
                </a:solidFill>
                <a:latin typeface="Pretendard" pitchFamily="34" charset="0"/>
                <a:ea typeface="Pretendard" pitchFamily="34" charset="-122"/>
                <a:cs typeface="Pretendard" pitchFamily="34" charset="-120"/>
              </a:rPr>
              <a:t>개별 신호 1</a:t>
            </a:r>
            <a:endParaRPr lang="ko-KR" sz="1700" dirty="0"/>
          </a:p>
        </p:txBody>
      </p:sp>
      <p:sp>
        <p:nvSpPr>
          <p:cNvPr id="8" name="wave_0"/>
          <p:cNvSpPr/>
          <p:nvPr/>
        </p:nvSpPr>
        <p:spPr>
          <a:xfrm>
            <a:off x="1897380" y="3048500"/>
            <a:ext cx="1984248" cy="358061"/>
          </a:xfrm>
          <a:custGeom>
            <a:avLst/>
            <a:gdLst/>
            <a:ahLst/>
            <a:cxnLst/>
            <a:rect l="l" t="t" r="r" b="b"/>
            <a:pathLst>
              <a:path w="1984248" h="358061" fill="none" stroke="1" extrusionOk="0">
                <a:moveTo>
                  <a:pt x="22860" y="167573"/>
                </a:moveTo>
                <a:lnTo>
                  <a:pt x="33690" y="133595"/>
                </a:lnTo>
                <a:lnTo>
                  <a:pt x="44520" y="103960"/>
                </a:lnTo>
                <a:lnTo>
                  <a:pt x="55349" y="80713"/>
                </a:lnTo>
                <a:lnTo>
                  <a:pt x="66179" y="65103"/>
                </a:lnTo>
                <a:lnTo>
                  <a:pt x="77009" y="57466"/>
                </a:lnTo>
                <a:lnTo>
                  <a:pt x="87839" y="57236"/>
                </a:lnTo>
                <a:lnTo>
                  <a:pt x="98668" y="63082"/>
                </a:lnTo>
                <a:lnTo>
                  <a:pt x="109498" y="73140"/>
                </a:lnTo>
                <a:lnTo>
                  <a:pt x="120328" y="85326"/>
                </a:lnTo>
                <a:lnTo>
                  <a:pt x="131158" y="97656"/>
                </a:lnTo>
                <a:lnTo>
                  <a:pt x="141987" y="108545"/>
                </a:lnTo>
                <a:lnTo>
                  <a:pt x="152817" y="117036"/>
                </a:lnTo>
                <a:lnTo>
                  <a:pt x="163647" y="122918"/>
                </a:lnTo>
                <a:lnTo>
                  <a:pt x="174477" y="126724"/>
                </a:lnTo>
                <a:lnTo>
                  <a:pt x="185306" y="129616"/>
                </a:lnTo>
                <a:lnTo>
                  <a:pt x="196136" y="133153"/>
                </a:lnTo>
                <a:lnTo>
                  <a:pt x="206966" y="139006"/>
                </a:lnTo>
                <a:lnTo>
                  <a:pt x="217796" y="148642"/>
                </a:lnTo>
                <a:lnTo>
                  <a:pt x="228626" y="163037"/>
                </a:lnTo>
                <a:lnTo>
                  <a:pt x="239455" y="182460"/>
                </a:lnTo>
                <a:lnTo>
                  <a:pt x="250285" y="206358"/>
                </a:lnTo>
                <a:lnTo>
                  <a:pt x="261115" y="233367"/>
                </a:lnTo>
                <a:lnTo>
                  <a:pt x="271945" y="261448"/>
                </a:lnTo>
                <a:lnTo>
                  <a:pt x="282774" y="288127"/>
                </a:lnTo>
                <a:lnTo>
                  <a:pt x="293604" y="310806"/>
                </a:lnTo>
                <a:lnTo>
                  <a:pt x="304434" y="327110"/>
                </a:lnTo>
                <a:lnTo>
                  <a:pt x="315264" y="335201"/>
                </a:lnTo>
                <a:lnTo>
                  <a:pt x="326093" y="334035"/>
                </a:lnTo>
                <a:lnTo>
                  <a:pt x="336923" y="323511"/>
                </a:lnTo>
                <a:lnTo>
                  <a:pt x="347753" y="304492"/>
                </a:lnTo>
                <a:lnTo>
                  <a:pt x="358583" y="278701"/>
                </a:lnTo>
                <a:lnTo>
                  <a:pt x="369412" y="248503"/>
                </a:lnTo>
                <a:lnTo>
                  <a:pt x="380242" y="216593"/>
                </a:lnTo>
                <a:lnTo>
                  <a:pt x="391072" y="185660"/>
                </a:lnTo>
                <a:lnTo>
                  <a:pt x="401902" y="158052"/>
                </a:lnTo>
                <a:lnTo>
                  <a:pt x="412732" y="135495"/>
                </a:lnTo>
                <a:lnTo>
                  <a:pt x="423561" y="118911"/>
                </a:lnTo>
                <a:lnTo>
                  <a:pt x="434391" y="108360"/>
                </a:lnTo>
                <a:lnTo>
                  <a:pt x="445221" y="103101"/>
                </a:lnTo>
                <a:lnTo>
                  <a:pt x="456051" y="101771"/>
                </a:lnTo>
                <a:lnTo>
                  <a:pt x="466880" y="102653"/>
                </a:lnTo>
                <a:lnTo>
                  <a:pt x="477710" y="103989"/>
                </a:lnTo>
                <a:lnTo>
                  <a:pt x="488540" y="104285"/>
                </a:lnTo>
                <a:lnTo>
                  <a:pt x="499370" y="102574"/>
                </a:lnTo>
                <a:lnTo>
                  <a:pt x="510199" y="98585"/>
                </a:lnTo>
                <a:lnTo>
                  <a:pt x="521029" y="92800"/>
                </a:lnTo>
                <a:lnTo>
                  <a:pt x="531859" y="86386"/>
                </a:lnTo>
                <a:lnTo>
                  <a:pt x="542689" y="81013"/>
                </a:lnTo>
                <a:lnTo>
                  <a:pt x="553519" y="78588"/>
                </a:lnTo>
                <a:lnTo>
                  <a:pt x="564348" y="80935"/>
                </a:lnTo>
                <a:lnTo>
                  <a:pt x="575178" y="89488"/>
                </a:lnTo>
                <a:lnTo>
                  <a:pt x="586008" y="105018"/>
                </a:lnTo>
                <a:lnTo>
                  <a:pt x="596838" y="127464"/>
                </a:lnTo>
                <a:lnTo>
                  <a:pt x="607667" y="155868"/>
                </a:lnTo>
                <a:lnTo>
                  <a:pt x="618497" y="188448"/>
                </a:lnTo>
                <a:lnTo>
                  <a:pt x="629327" y="222785"/>
                </a:lnTo>
                <a:lnTo>
                  <a:pt x="640157" y="256104"/>
                </a:lnTo>
                <a:lnTo>
                  <a:pt x="650986" y="285616"/>
                </a:lnTo>
                <a:lnTo>
                  <a:pt x="661816" y="308864"/>
                </a:lnTo>
                <a:lnTo>
                  <a:pt x="672646" y="324021"/>
                </a:lnTo>
                <a:lnTo>
                  <a:pt x="683476" y="330117"/>
                </a:lnTo>
                <a:lnTo>
                  <a:pt x="694305" y="327139"/>
                </a:lnTo>
                <a:lnTo>
                  <a:pt x="705135" y="316007"/>
                </a:lnTo>
                <a:lnTo>
                  <a:pt x="715965" y="298424"/>
                </a:lnTo>
                <a:lnTo>
                  <a:pt x="726795" y="276620"/>
                </a:lnTo>
                <a:lnTo>
                  <a:pt x="737625" y="253042"/>
                </a:lnTo>
                <a:lnTo>
                  <a:pt x="748454" y="230008"/>
                </a:lnTo>
                <a:lnTo>
                  <a:pt x="759284" y="209410"/>
                </a:lnTo>
                <a:lnTo>
                  <a:pt x="770114" y="192473"/>
                </a:lnTo>
                <a:lnTo>
                  <a:pt x="780944" y="179637"/>
                </a:lnTo>
                <a:lnTo>
                  <a:pt x="791773" y="170553"/>
                </a:lnTo>
                <a:lnTo>
                  <a:pt x="802603" y="164202"/>
                </a:lnTo>
                <a:lnTo>
                  <a:pt x="813433" y="159117"/>
                </a:lnTo>
                <a:lnTo>
                  <a:pt x="824263" y="153677"/>
                </a:lnTo>
                <a:lnTo>
                  <a:pt x="835092" y="146414"/>
                </a:lnTo>
                <a:lnTo>
                  <a:pt x="845922" y="136299"/>
                </a:lnTo>
                <a:lnTo>
                  <a:pt x="856752" y="122963"/>
                </a:lnTo>
                <a:lnTo>
                  <a:pt x="867582" y="106803"/>
                </a:lnTo>
                <a:lnTo>
                  <a:pt x="878411" y="88972"/>
                </a:lnTo>
                <a:lnTo>
                  <a:pt x="889241" y="71252"/>
                </a:lnTo>
                <a:lnTo>
                  <a:pt x="900071" y="55811"/>
                </a:lnTo>
                <a:lnTo>
                  <a:pt x="910901" y="44902"/>
                </a:lnTo>
                <a:lnTo>
                  <a:pt x="921731" y="40529"/>
                </a:lnTo>
                <a:lnTo>
                  <a:pt x="932560" y="44143"/>
                </a:lnTo>
                <a:lnTo>
                  <a:pt x="943390" y="56400"/>
                </a:lnTo>
                <a:lnTo>
                  <a:pt x="954220" y="77028"/>
                </a:lnTo>
                <a:lnTo>
                  <a:pt x="965050" y="104825"/>
                </a:lnTo>
                <a:lnTo>
                  <a:pt x="975879" y="137773"/>
                </a:lnTo>
                <a:lnTo>
                  <a:pt x="986709" y="173276"/>
                </a:lnTo>
                <a:lnTo>
                  <a:pt x="997539" y="208470"/>
                </a:lnTo>
                <a:lnTo>
                  <a:pt x="1008369" y="240574"/>
                </a:lnTo>
                <a:lnTo>
                  <a:pt x="1019198" y="267225"/>
                </a:lnTo>
                <a:lnTo>
                  <a:pt x="1030028" y="286755"/>
                </a:lnTo>
                <a:lnTo>
                  <a:pt x="1040858" y="298362"/>
                </a:lnTo>
                <a:lnTo>
                  <a:pt x="1051688" y="302172"/>
                </a:lnTo>
                <a:lnTo>
                  <a:pt x="1062517" y="299157"/>
                </a:lnTo>
                <a:lnTo>
                  <a:pt x="1073347" y="290951"/>
                </a:lnTo>
                <a:lnTo>
                  <a:pt x="1084177" y="279567"/>
                </a:lnTo>
                <a:lnTo>
                  <a:pt x="1095007" y="267080"/>
                </a:lnTo>
                <a:lnTo>
                  <a:pt x="1105837" y="255307"/>
                </a:lnTo>
                <a:lnTo>
                  <a:pt x="1116666" y="245543"/>
                </a:lnTo>
                <a:lnTo>
                  <a:pt x="1127496" y="238378"/>
                </a:lnTo>
                <a:lnTo>
                  <a:pt x="1138326" y="233644"/>
                </a:lnTo>
                <a:lnTo>
                  <a:pt x="1149156" y="230471"/>
                </a:lnTo>
                <a:lnTo>
                  <a:pt x="1159985" y="227466"/>
                </a:lnTo>
                <a:lnTo>
                  <a:pt x="1170815" y="222975"/>
                </a:lnTo>
                <a:lnTo>
                  <a:pt x="1181645" y="215389"/>
                </a:lnTo>
                <a:lnTo>
                  <a:pt x="1192475" y="203455"/>
                </a:lnTo>
                <a:lnTo>
                  <a:pt x="1203304" y="186530"/>
                </a:lnTo>
                <a:lnTo>
                  <a:pt x="1214134" y="164748"/>
                </a:lnTo>
                <a:lnTo>
                  <a:pt x="1224964" y="139077"/>
                </a:lnTo>
                <a:lnTo>
                  <a:pt x="1235794" y="111243"/>
                </a:lnTo>
                <a:lnTo>
                  <a:pt x="1246623" y="83539"/>
                </a:lnTo>
                <a:lnTo>
                  <a:pt x="1257453" y="58540"/>
                </a:lnTo>
                <a:lnTo>
                  <a:pt x="1268283" y="38778"/>
                </a:lnTo>
                <a:lnTo>
                  <a:pt x="1279113" y="26396"/>
                </a:lnTo>
                <a:lnTo>
                  <a:pt x="1289943" y="22860"/>
                </a:lnTo>
                <a:lnTo>
                  <a:pt x="1300772" y="28754"/>
                </a:lnTo>
                <a:lnTo>
                  <a:pt x="1311602" y="43691"/>
                </a:lnTo>
                <a:lnTo>
                  <a:pt x="1322432" y="66358"/>
                </a:lnTo>
                <a:lnTo>
                  <a:pt x="1333262" y="94676"/>
                </a:lnTo>
                <a:lnTo>
                  <a:pt x="1344091" y="126075"/>
                </a:lnTo>
                <a:lnTo>
                  <a:pt x="1354921" y="157819"/>
                </a:lnTo>
                <a:lnTo>
                  <a:pt x="1365751" y="187349"/>
                </a:lnTo>
                <a:lnTo>
                  <a:pt x="1376581" y="212600"/>
                </a:lnTo>
                <a:lnTo>
                  <a:pt x="1387410" y="232232"/>
                </a:lnTo>
                <a:lnTo>
                  <a:pt x="1398240" y="245754"/>
                </a:lnTo>
                <a:lnTo>
                  <a:pt x="1409070" y="253522"/>
                </a:lnTo>
                <a:lnTo>
                  <a:pt x="1419900" y="256617"/>
                </a:lnTo>
                <a:lnTo>
                  <a:pt x="1430729" y="256616"/>
                </a:lnTo>
                <a:lnTo>
                  <a:pt x="1441559" y="255297"/>
                </a:lnTo>
                <a:lnTo>
                  <a:pt x="1452389" y="254322"/>
                </a:lnTo>
                <a:lnTo>
                  <a:pt x="1463219" y="254950"/>
                </a:lnTo>
                <a:lnTo>
                  <a:pt x="1474049" y="257813"/>
                </a:lnTo>
                <a:lnTo>
                  <a:pt x="1484878" y="262807"/>
                </a:lnTo>
                <a:lnTo>
                  <a:pt x="1495708" y="269089"/>
                </a:lnTo>
                <a:lnTo>
                  <a:pt x="1506538" y="275212"/>
                </a:lnTo>
                <a:lnTo>
                  <a:pt x="1517368" y="279352"/>
                </a:lnTo>
                <a:lnTo>
                  <a:pt x="1528197" y="279602"/>
                </a:lnTo>
                <a:lnTo>
                  <a:pt x="1539027" y="274295"/>
                </a:lnTo>
                <a:lnTo>
                  <a:pt x="1549857" y="262301"/>
                </a:lnTo>
                <a:lnTo>
                  <a:pt x="1560687" y="243249"/>
                </a:lnTo>
                <a:lnTo>
                  <a:pt x="1571516" y="217650"/>
                </a:lnTo>
                <a:lnTo>
                  <a:pt x="1582346" y="186889"/>
                </a:lnTo>
                <a:lnTo>
                  <a:pt x="1593176" y="153099"/>
                </a:lnTo>
                <a:lnTo>
                  <a:pt x="1604006" y="118915"/>
                </a:lnTo>
                <a:lnTo>
                  <a:pt x="1614836" y="87163"/>
                </a:lnTo>
                <a:lnTo>
                  <a:pt x="1625665" y="60509"/>
                </a:lnTo>
                <a:lnTo>
                  <a:pt x="1636495" y="41129"/>
                </a:lnTo>
                <a:lnTo>
                  <a:pt x="1647325" y="30439"/>
                </a:lnTo>
                <a:lnTo>
                  <a:pt x="1658155" y="28939"/>
                </a:lnTo>
                <a:lnTo>
                  <a:pt x="1668984" y="36163"/>
                </a:lnTo>
                <a:lnTo>
                  <a:pt x="1679814" y="50773"/>
                </a:lnTo>
                <a:lnTo>
                  <a:pt x="1690644" y="70767"/>
                </a:lnTo>
                <a:lnTo>
                  <a:pt x="1701474" y="93763"/>
                </a:lnTo>
                <a:lnTo>
                  <a:pt x="1712303" y="117339"/>
                </a:lnTo>
                <a:lnTo>
                  <a:pt x="1723133" y="139354"/>
                </a:lnTo>
                <a:lnTo>
                  <a:pt x="1733963" y="158228"/>
                </a:lnTo>
                <a:lnTo>
                  <a:pt x="1744793" y="173118"/>
                </a:lnTo>
                <a:lnTo>
                  <a:pt x="1755622" y="183988"/>
                </a:lnTo>
                <a:lnTo>
                  <a:pt x="1766452" y="191544"/>
                </a:lnTo>
                <a:lnTo>
                  <a:pt x="1777282" y="197062"/>
                </a:lnTo>
                <a:lnTo>
                  <a:pt x="1788112" y="202124"/>
                </a:lnTo>
                <a:lnTo>
                  <a:pt x="1798942" y="208314"/>
                </a:lnTo>
                <a:lnTo>
                  <a:pt x="1809771" y="216911"/>
                </a:lnTo>
                <a:lnTo>
                  <a:pt x="1820601" y="228637"/>
                </a:lnTo>
                <a:lnTo>
                  <a:pt x="1831431" y="243484"/>
                </a:lnTo>
                <a:lnTo>
                  <a:pt x="1842261" y="260667"/>
                </a:lnTo>
                <a:lnTo>
                  <a:pt x="1853090" y="278696"/>
                </a:lnTo>
                <a:lnTo>
                  <a:pt x="1863920" y="295561"/>
                </a:lnTo>
                <a:lnTo>
                  <a:pt x="1874750" y="309010"/>
                </a:lnTo>
                <a:lnTo>
                  <a:pt x="1885580" y="316873"/>
                </a:lnTo>
                <a:lnTo>
                  <a:pt x="1896409" y="317388"/>
                </a:lnTo>
                <a:lnTo>
                  <a:pt x="1907239" y="309479"/>
                </a:lnTo>
                <a:lnTo>
                  <a:pt x="1918069" y="292943"/>
                </a:lnTo>
                <a:lnTo>
                  <a:pt x="1928899" y="268525"/>
                </a:lnTo>
                <a:lnTo>
                  <a:pt x="1939728" y="237857"/>
                </a:lnTo>
                <a:lnTo>
                  <a:pt x="1950558" y="203283"/>
                </a:lnTo>
                <a:lnTo>
                  <a:pt x="1961388" y="167573"/>
                </a:lnTo>
              </a:path>
            </a:pathLst>
          </a:custGeom>
          <a:solidFill>
            <a:srgbClr val="FFFFFF">
              <a:alpha val="0"/>
            </a:srgbClr>
          </a:solidFill>
          <a:ln w="19050" cap="rnd">
            <a:solidFill>
              <a:srgbClr val="007C83"/>
            </a:solidFill>
            <a:prstDash val="solid"/>
          </a:ln>
        </p:spPr>
      </p:sp>
      <p:sp>
        <p:nvSpPr>
          <p:cNvPr id="9" name="Shape 7"/>
          <p:cNvSpPr/>
          <p:nvPr/>
        </p:nvSpPr>
        <p:spPr>
          <a:xfrm>
            <a:off x="4005072" y="3218688"/>
            <a:ext cx="329184" cy="0"/>
          </a:xfrm>
          <a:prstGeom prst="line">
            <a:avLst/>
          </a:prstGeom>
          <a:noFill/>
          <a:ln w="21590">
            <a:solidFill>
              <a:srgbClr val="007C83"/>
            </a:solidFill>
            <a:prstDash val="solid"/>
            <a:tailEnd type="triangle"/>
          </a:ln>
        </p:spPr>
      </p:sp>
      <p:sp>
        <p:nvSpPr>
          <p:cNvPr id="10" name="Shape 8"/>
          <p:cNvSpPr/>
          <p:nvPr/>
        </p:nvSpPr>
        <p:spPr>
          <a:xfrm>
            <a:off x="4471416" y="2990088"/>
            <a:ext cx="2898648" cy="448056"/>
          </a:xfrm>
          <a:prstGeom prst="roundRect">
            <a:avLst>
              <a:gd name="adj" fmla="val 20408"/>
            </a:avLst>
          </a:prstGeom>
          <a:solidFill>
            <a:srgbClr val="E7F3F2"/>
          </a:solidFill>
          <a:ln w="12700">
            <a:solidFill>
              <a:srgbClr val="E7F3F2"/>
            </a:solidFill>
            <a:prstDash val="solid"/>
          </a:ln>
        </p:spPr>
      </p:sp>
      <p:sp>
        <p:nvSpPr>
          <p:cNvPr id="11" name="Text 9"/>
          <p:cNvSpPr/>
          <p:nvPr/>
        </p:nvSpPr>
        <p:spPr>
          <a:xfrm>
            <a:off x="4572000" y="3099816"/>
            <a:ext cx="2697480" cy="256032"/>
          </a:xfrm>
          <a:prstGeom prst="rect">
            <a:avLst/>
          </a:prstGeom>
          <a:noFill/>
          <a:ln/>
        </p:spPr>
        <p:txBody>
          <a:bodyPr wrap="square" lIns="0" tIns="0" rIns="0" bIns="0" rtlCol="0" anchor="t"/>
          <a:lstStyle/>
          <a:p>
            <a:pPr algn="ctr" indent="0" marL="0">
              <a:lnSpc>
                <a:spcPct val="100000"/>
              </a:lnSpc>
              <a:buNone/>
            </a:pPr>
            <a:r>
              <a:rPr lang="ko-KR" altLang="en-US" sz="1600" b="1" dirty="0">
                <a:solidFill>
                  <a:srgbClr val="007C83"/>
                </a:solidFill>
                <a:latin typeface="Pretendard" pitchFamily="34" charset="0"/>
                <a:ea typeface="Pretendard" pitchFamily="34" charset="-122"/>
                <a:cs typeface="Pretendard" pitchFamily="34" charset="-120"/>
              </a:rPr>
              <a:t>세기와 위상을 바꾸어 더함</a:t>
            </a:r>
            <a:endParaRPr lang="ko-KR" sz="1600" dirty="0"/>
          </a:p>
        </p:txBody>
      </p:sp>
      <p:sp>
        <p:nvSpPr>
          <p:cNvPr id="12" name="Shape 10"/>
          <p:cNvSpPr/>
          <p:nvPr/>
        </p:nvSpPr>
        <p:spPr>
          <a:xfrm>
            <a:off x="7479792" y="3227832"/>
            <a:ext cx="393192" cy="630936"/>
          </a:xfrm>
          <a:prstGeom prst="line">
            <a:avLst/>
          </a:prstGeom>
          <a:noFill/>
          <a:ln w="16510">
            <a:solidFill>
              <a:srgbClr val="007C83"/>
            </a:solidFill>
            <a:prstDash val="solid"/>
          </a:ln>
        </p:spPr>
      </p:sp>
      <p:sp>
        <p:nvSpPr>
          <p:cNvPr id="13" name="Text 11"/>
          <p:cNvSpPr/>
          <p:nvPr/>
        </p:nvSpPr>
        <p:spPr>
          <a:xfrm>
            <a:off x="740664" y="3712464"/>
            <a:ext cx="1143000" cy="301752"/>
          </a:xfrm>
          <a:prstGeom prst="rect">
            <a:avLst/>
          </a:prstGeom>
          <a:noFill/>
          <a:ln/>
        </p:spPr>
        <p:txBody>
          <a:bodyPr wrap="square" lIns="0" tIns="0" rIns="0" bIns="0" rtlCol="0" anchor="t"/>
          <a:lstStyle/>
          <a:p>
            <a:pPr algn="l" indent="0" marL="0">
              <a:lnSpc>
                <a:spcPct val="100000"/>
              </a:lnSpc>
              <a:buNone/>
            </a:pPr>
            <a:r>
              <a:rPr lang="ko-KR" altLang="en-US" sz="1700" b="1" dirty="0">
                <a:solidFill>
                  <a:srgbClr val="35659B"/>
                </a:solidFill>
                <a:latin typeface="Pretendard" pitchFamily="34" charset="0"/>
                <a:ea typeface="Pretendard" pitchFamily="34" charset="-122"/>
                <a:cs typeface="Pretendard" pitchFamily="34" charset="-120"/>
              </a:rPr>
              <a:t>개별 신호 2</a:t>
            </a:r>
            <a:endParaRPr lang="ko-KR" sz="1700" dirty="0"/>
          </a:p>
        </p:txBody>
      </p:sp>
      <p:sp>
        <p:nvSpPr>
          <p:cNvPr id="14" name="wave_1"/>
          <p:cNvSpPr/>
          <p:nvPr/>
        </p:nvSpPr>
        <p:spPr>
          <a:xfrm>
            <a:off x="1897380" y="3680311"/>
            <a:ext cx="1984248" cy="357106"/>
          </a:xfrm>
          <a:custGeom>
            <a:avLst/>
            <a:gdLst/>
            <a:ahLst/>
            <a:cxnLst/>
            <a:rect l="l" t="t" r="r" b="b"/>
            <a:pathLst>
              <a:path w="1984248" h="357106" fill="none" stroke="1" extrusionOk="0">
                <a:moveTo>
                  <a:pt x="22860" y="82362"/>
                </a:moveTo>
                <a:lnTo>
                  <a:pt x="33690" y="55906"/>
                </a:lnTo>
                <a:lnTo>
                  <a:pt x="44520" y="36152"/>
                </a:lnTo>
                <a:lnTo>
                  <a:pt x="55349" y="24843"/>
                </a:lnTo>
                <a:lnTo>
                  <a:pt x="66179" y="22860"/>
                </a:lnTo>
                <a:lnTo>
                  <a:pt x="77009" y="30122"/>
                </a:lnTo>
                <a:lnTo>
                  <a:pt x="87839" y="45604"/>
                </a:lnTo>
                <a:lnTo>
                  <a:pt x="98668" y="67492"/>
                </a:lnTo>
                <a:lnTo>
                  <a:pt x="109498" y="93430"/>
                </a:lnTo>
                <a:lnTo>
                  <a:pt x="120328" y="120846"/>
                </a:lnTo>
                <a:lnTo>
                  <a:pt x="131158" y="147287"/>
                </a:lnTo>
                <a:lnTo>
                  <a:pt x="141987" y="170736"/>
                </a:lnTo>
                <a:lnTo>
                  <a:pt x="152817" y="189849"/>
                </a:lnTo>
                <a:lnTo>
                  <a:pt x="163647" y="204088"/>
                </a:lnTo>
                <a:lnTo>
                  <a:pt x="174477" y="213732"/>
                </a:lnTo>
                <a:lnTo>
                  <a:pt x="185306" y="219761"/>
                </a:lnTo>
                <a:lnTo>
                  <a:pt x="196136" y="223638"/>
                </a:lnTo>
                <a:lnTo>
                  <a:pt x="206966" y="227025"/>
                </a:lnTo>
                <a:lnTo>
                  <a:pt x="217796" y="231463"/>
                </a:lnTo>
                <a:lnTo>
                  <a:pt x="228626" y="238089"/>
                </a:lnTo>
                <a:lnTo>
                  <a:pt x="239455" y="247410"/>
                </a:lnTo>
                <a:lnTo>
                  <a:pt x="250285" y="259183"/>
                </a:lnTo>
                <a:lnTo>
                  <a:pt x="261115" y="272418"/>
                </a:lnTo>
                <a:lnTo>
                  <a:pt x="271945" y="285498"/>
                </a:lnTo>
                <a:lnTo>
                  <a:pt x="282774" y="296410"/>
                </a:lnTo>
                <a:lnTo>
                  <a:pt x="293604" y="303042"/>
                </a:lnTo>
                <a:lnTo>
                  <a:pt x="304434" y="303509"/>
                </a:lnTo>
                <a:lnTo>
                  <a:pt x="315264" y="296461"/>
                </a:lnTo>
                <a:lnTo>
                  <a:pt x="326093" y="281320"/>
                </a:lnTo>
                <a:lnTo>
                  <a:pt x="336923" y="258414"/>
                </a:lnTo>
                <a:lnTo>
                  <a:pt x="347753" y="228985"/>
                </a:lnTo>
                <a:lnTo>
                  <a:pt x="358583" y="195079"/>
                </a:lnTo>
                <a:lnTo>
                  <a:pt x="369412" y="159306"/>
                </a:lnTo>
                <a:lnTo>
                  <a:pt x="380242" y="124536"/>
                </a:lnTo>
                <a:lnTo>
                  <a:pt x="391072" y="93545"/>
                </a:lnTo>
                <a:lnTo>
                  <a:pt x="401902" y="68681"/>
                </a:lnTo>
                <a:lnTo>
                  <a:pt x="412732" y="51587"/>
                </a:lnTo>
                <a:lnTo>
                  <a:pt x="423561" y="43018"/>
                </a:lnTo>
                <a:lnTo>
                  <a:pt x="434391" y="42786"/>
                </a:lnTo>
                <a:lnTo>
                  <a:pt x="445221" y="49834"/>
                </a:lnTo>
                <a:lnTo>
                  <a:pt x="456051" y="62420"/>
                </a:lnTo>
                <a:lnTo>
                  <a:pt x="466880" y="78402"/>
                </a:lnTo>
                <a:lnTo>
                  <a:pt x="477710" y="95555"/>
                </a:lnTo>
                <a:lnTo>
                  <a:pt x="488540" y="111900"/>
                </a:lnTo>
                <a:lnTo>
                  <a:pt x="499370" y="125977"/>
                </a:lnTo>
                <a:lnTo>
                  <a:pt x="510199" y="137030"/>
                </a:lnTo>
                <a:lnTo>
                  <a:pt x="521029" y="145080"/>
                </a:lnTo>
                <a:lnTo>
                  <a:pt x="531859" y="150867"/>
                </a:lnTo>
                <a:lnTo>
                  <a:pt x="542689" y="155688"/>
                </a:lnTo>
                <a:lnTo>
                  <a:pt x="553519" y="161135"/>
                </a:lnTo>
                <a:lnTo>
                  <a:pt x="564348" y="168791"/>
                </a:lnTo>
                <a:lnTo>
                  <a:pt x="575178" y="179926"/>
                </a:lnTo>
                <a:lnTo>
                  <a:pt x="586008" y="195233"/>
                </a:lnTo>
                <a:lnTo>
                  <a:pt x="596838" y="214658"/>
                </a:lnTo>
                <a:lnTo>
                  <a:pt x="607667" y="237335"/>
                </a:lnTo>
                <a:lnTo>
                  <a:pt x="618497" y="261658"/>
                </a:lnTo>
                <a:lnTo>
                  <a:pt x="629327" y="285461"/>
                </a:lnTo>
                <a:lnTo>
                  <a:pt x="640157" y="306294"/>
                </a:lnTo>
                <a:lnTo>
                  <a:pt x="650986" y="321751"/>
                </a:lnTo>
                <a:lnTo>
                  <a:pt x="661816" y="329807"/>
                </a:lnTo>
                <a:lnTo>
                  <a:pt x="672646" y="329102"/>
                </a:lnTo>
                <a:lnTo>
                  <a:pt x="683476" y="319152"/>
                </a:lnTo>
                <a:lnTo>
                  <a:pt x="694305" y="300439"/>
                </a:lnTo>
                <a:lnTo>
                  <a:pt x="705135" y="274365"/>
                </a:lnTo>
                <a:lnTo>
                  <a:pt x="715965" y="243092"/>
                </a:lnTo>
                <a:lnTo>
                  <a:pt x="726795" y="209273"/>
                </a:lnTo>
                <a:lnTo>
                  <a:pt x="737625" y="175720"/>
                </a:lnTo>
                <a:lnTo>
                  <a:pt x="748454" y="145061"/>
                </a:lnTo>
                <a:lnTo>
                  <a:pt x="759284" y="119420"/>
                </a:lnTo>
                <a:lnTo>
                  <a:pt x="770114" y="100179"/>
                </a:lnTo>
                <a:lnTo>
                  <a:pt x="780944" y="87848"/>
                </a:lnTo>
                <a:lnTo>
                  <a:pt x="791773" y="82062"/>
                </a:lnTo>
                <a:lnTo>
                  <a:pt x="802603" y="81700"/>
                </a:lnTo>
                <a:lnTo>
                  <a:pt x="813433" y="85113"/>
                </a:lnTo>
                <a:lnTo>
                  <a:pt x="824263" y="90417"/>
                </a:lnTo>
                <a:lnTo>
                  <a:pt x="835092" y="95814"/>
                </a:lnTo>
                <a:lnTo>
                  <a:pt x="845922" y="99889"/>
                </a:lnTo>
                <a:lnTo>
                  <a:pt x="856752" y="101833"/>
                </a:lnTo>
                <a:lnTo>
                  <a:pt x="867582" y="101576"/>
                </a:lnTo>
                <a:lnTo>
                  <a:pt x="878411" y="99782"/>
                </a:lnTo>
                <a:lnTo>
                  <a:pt x="889241" y="97739"/>
                </a:lnTo>
                <a:lnTo>
                  <a:pt x="900071" y="97134"/>
                </a:lnTo>
                <a:lnTo>
                  <a:pt x="910901" y="99766"/>
                </a:lnTo>
                <a:lnTo>
                  <a:pt x="921731" y="107221"/>
                </a:lnTo>
                <a:lnTo>
                  <a:pt x="932560" y="120587"/>
                </a:lnTo>
                <a:lnTo>
                  <a:pt x="943390" y="140219"/>
                </a:lnTo>
                <a:lnTo>
                  <a:pt x="954220" y="165622"/>
                </a:lnTo>
                <a:lnTo>
                  <a:pt x="965050" y="195444"/>
                </a:lnTo>
                <a:lnTo>
                  <a:pt x="975879" y="227607"/>
                </a:lnTo>
                <a:lnTo>
                  <a:pt x="986709" y="259536"/>
                </a:lnTo>
                <a:lnTo>
                  <a:pt x="997539" y="288480"/>
                </a:lnTo>
                <a:lnTo>
                  <a:pt x="1008369" y="311849"/>
                </a:lnTo>
                <a:lnTo>
                  <a:pt x="1019198" y="327549"/>
                </a:lnTo>
                <a:lnTo>
                  <a:pt x="1030028" y="334246"/>
                </a:lnTo>
                <a:lnTo>
                  <a:pt x="1040858" y="331535"/>
                </a:lnTo>
                <a:lnTo>
                  <a:pt x="1051688" y="319981"/>
                </a:lnTo>
                <a:lnTo>
                  <a:pt x="1062517" y="301028"/>
                </a:lnTo>
                <a:lnTo>
                  <a:pt x="1073347" y="276799"/>
                </a:lnTo>
                <a:lnTo>
                  <a:pt x="1084177" y="249800"/>
                </a:lnTo>
                <a:lnTo>
                  <a:pt x="1095007" y="222586"/>
                </a:lnTo>
                <a:lnTo>
                  <a:pt x="1105837" y="197426"/>
                </a:lnTo>
                <a:lnTo>
                  <a:pt x="1116666" y="176026"/>
                </a:lnTo>
                <a:lnTo>
                  <a:pt x="1127496" y="159335"/>
                </a:lnTo>
                <a:lnTo>
                  <a:pt x="1138326" y="147476"/>
                </a:lnTo>
                <a:lnTo>
                  <a:pt x="1149156" y="139799"/>
                </a:lnTo>
                <a:lnTo>
                  <a:pt x="1159985" y="135048"/>
                </a:lnTo>
                <a:lnTo>
                  <a:pt x="1170815" y="131623"/>
                </a:lnTo>
                <a:lnTo>
                  <a:pt x="1181645" y="127885"/>
                </a:lnTo>
                <a:lnTo>
                  <a:pt x="1192475" y="122459"/>
                </a:lnTo>
                <a:lnTo>
                  <a:pt x="1203304" y="114504"/>
                </a:lnTo>
                <a:lnTo>
                  <a:pt x="1214134" y="103878"/>
                </a:lnTo>
                <a:lnTo>
                  <a:pt x="1224964" y="91207"/>
                </a:lnTo>
                <a:lnTo>
                  <a:pt x="1235794" y="77816"/>
                </a:lnTo>
                <a:lnTo>
                  <a:pt x="1246623" y="65555"/>
                </a:lnTo>
                <a:lnTo>
                  <a:pt x="1257453" y="56526"/>
                </a:lnTo>
                <a:lnTo>
                  <a:pt x="1268283" y="52767"/>
                </a:lnTo>
                <a:lnTo>
                  <a:pt x="1279113" y="55933"/>
                </a:lnTo>
                <a:lnTo>
                  <a:pt x="1289943" y="67009"/>
                </a:lnTo>
                <a:lnTo>
                  <a:pt x="1300772" y="86133"/>
                </a:lnTo>
                <a:lnTo>
                  <a:pt x="1311602" y="112510"/>
                </a:lnTo>
                <a:lnTo>
                  <a:pt x="1322432" y="144475"/>
                </a:lnTo>
                <a:lnTo>
                  <a:pt x="1333262" y="179665"/>
                </a:lnTo>
                <a:lnTo>
                  <a:pt x="1344091" y="215297"/>
                </a:lnTo>
                <a:lnTo>
                  <a:pt x="1354921" y="248506"/>
                </a:lnTo>
                <a:lnTo>
                  <a:pt x="1365751" y="276688"/>
                </a:lnTo>
                <a:lnTo>
                  <a:pt x="1376581" y="297820"/>
                </a:lnTo>
                <a:lnTo>
                  <a:pt x="1387410" y="310687"/>
                </a:lnTo>
                <a:lnTo>
                  <a:pt x="1398240" y="315007"/>
                </a:lnTo>
                <a:lnTo>
                  <a:pt x="1409070" y="311418"/>
                </a:lnTo>
                <a:lnTo>
                  <a:pt x="1419900" y="301351"/>
                </a:lnTo>
                <a:lnTo>
                  <a:pt x="1430729" y="286786"/>
                </a:lnTo>
                <a:lnTo>
                  <a:pt x="1441559" y="269949"/>
                </a:lnTo>
                <a:lnTo>
                  <a:pt x="1452389" y="252979"/>
                </a:lnTo>
                <a:lnTo>
                  <a:pt x="1463219" y="237626"/>
                </a:lnTo>
                <a:lnTo>
                  <a:pt x="1474049" y="225015"/>
                </a:lnTo>
                <a:lnTo>
                  <a:pt x="1484878" y="215514"/>
                </a:lnTo>
                <a:lnTo>
                  <a:pt x="1495708" y="208728"/>
                </a:lnTo>
                <a:lnTo>
                  <a:pt x="1506538" y="203611"/>
                </a:lnTo>
                <a:lnTo>
                  <a:pt x="1517368" y="198683"/>
                </a:lnTo>
                <a:lnTo>
                  <a:pt x="1528197" y="192317"/>
                </a:lnTo>
                <a:lnTo>
                  <a:pt x="1539027" y="183049"/>
                </a:lnTo>
                <a:lnTo>
                  <a:pt x="1549857" y="169871"/>
                </a:lnTo>
                <a:lnTo>
                  <a:pt x="1560687" y="152447"/>
                </a:lnTo>
                <a:lnTo>
                  <a:pt x="1571516" y="131239"/>
                </a:lnTo>
                <a:lnTo>
                  <a:pt x="1582346" y="107498"/>
                </a:lnTo>
                <a:lnTo>
                  <a:pt x="1593176" y="83139"/>
                </a:lnTo>
                <a:lnTo>
                  <a:pt x="1604006" y="60510"/>
                </a:lnTo>
                <a:lnTo>
                  <a:pt x="1614836" y="42080"/>
                </a:lnTo>
                <a:lnTo>
                  <a:pt x="1625665" y="30106"/>
                </a:lnTo>
                <a:lnTo>
                  <a:pt x="1636495" y="26312"/>
                </a:lnTo>
                <a:lnTo>
                  <a:pt x="1647325" y="31638"/>
                </a:lnTo>
                <a:lnTo>
                  <a:pt x="1658155" y="46090"/>
                </a:lnTo>
                <a:lnTo>
                  <a:pt x="1668984" y="68711"/>
                </a:lnTo>
                <a:lnTo>
                  <a:pt x="1679814" y="97693"/>
                </a:lnTo>
                <a:lnTo>
                  <a:pt x="1690644" y="130589"/>
                </a:lnTo>
                <a:lnTo>
                  <a:pt x="1701474" y="164623"/>
                </a:lnTo>
                <a:lnTo>
                  <a:pt x="1712303" y="197032"/>
                </a:lnTo>
                <a:lnTo>
                  <a:pt x="1723133" y="225406"/>
                </a:lnTo>
                <a:lnTo>
                  <a:pt x="1733963" y="247967"/>
                </a:lnTo>
                <a:lnTo>
                  <a:pt x="1744793" y="263761"/>
                </a:lnTo>
                <a:lnTo>
                  <a:pt x="1755622" y="272722"/>
                </a:lnTo>
                <a:lnTo>
                  <a:pt x="1766452" y="275617"/>
                </a:lnTo>
                <a:lnTo>
                  <a:pt x="1777282" y="273863"/>
                </a:lnTo>
                <a:lnTo>
                  <a:pt x="1788112" y="269267"/>
                </a:lnTo>
                <a:lnTo>
                  <a:pt x="1798942" y="263709"/>
                </a:lnTo>
                <a:lnTo>
                  <a:pt x="1809771" y="258830"/>
                </a:lnTo>
                <a:lnTo>
                  <a:pt x="1820601" y="255764"/>
                </a:lnTo>
                <a:lnTo>
                  <a:pt x="1831431" y="254959"/>
                </a:lnTo>
                <a:lnTo>
                  <a:pt x="1842261" y="256111"/>
                </a:lnTo>
                <a:lnTo>
                  <a:pt x="1853090" y="258222"/>
                </a:lnTo>
                <a:lnTo>
                  <a:pt x="1863920" y="259770"/>
                </a:lnTo>
                <a:lnTo>
                  <a:pt x="1874750" y="258976"/>
                </a:lnTo>
                <a:lnTo>
                  <a:pt x="1885580" y="254106"/>
                </a:lnTo>
                <a:lnTo>
                  <a:pt x="1896409" y="243790"/>
                </a:lnTo>
                <a:lnTo>
                  <a:pt x="1907239" y="227283"/>
                </a:lnTo>
                <a:lnTo>
                  <a:pt x="1918069" y="204649"/>
                </a:lnTo>
                <a:lnTo>
                  <a:pt x="1928899" y="176817"/>
                </a:lnTo>
                <a:lnTo>
                  <a:pt x="1939728" y="145528"/>
                </a:lnTo>
                <a:lnTo>
                  <a:pt x="1950558" y="113141"/>
                </a:lnTo>
                <a:lnTo>
                  <a:pt x="1961388" y="82362"/>
                </a:lnTo>
              </a:path>
            </a:pathLst>
          </a:custGeom>
          <a:solidFill>
            <a:srgbClr val="FFFFFF">
              <a:alpha val="0"/>
            </a:srgbClr>
          </a:solidFill>
          <a:ln w="19050" cap="rnd">
            <a:solidFill>
              <a:srgbClr val="35659B"/>
            </a:solidFill>
            <a:prstDash val="solid"/>
          </a:ln>
        </p:spPr>
      </p:sp>
      <p:sp>
        <p:nvSpPr>
          <p:cNvPr id="15" name="Shape 13"/>
          <p:cNvSpPr/>
          <p:nvPr/>
        </p:nvSpPr>
        <p:spPr>
          <a:xfrm>
            <a:off x="4005072" y="3849624"/>
            <a:ext cx="329184" cy="0"/>
          </a:xfrm>
          <a:prstGeom prst="line">
            <a:avLst/>
          </a:prstGeom>
          <a:noFill/>
          <a:ln w="21590">
            <a:solidFill>
              <a:srgbClr val="35659B"/>
            </a:solidFill>
            <a:prstDash val="solid"/>
            <a:tailEnd type="triangle"/>
          </a:ln>
        </p:spPr>
      </p:sp>
      <p:sp>
        <p:nvSpPr>
          <p:cNvPr id="16" name="Shape 14"/>
          <p:cNvSpPr/>
          <p:nvPr/>
        </p:nvSpPr>
        <p:spPr>
          <a:xfrm>
            <a:off x="4471416" y="3621024"/>
            <a:ext cx="2898648" cy="448056"/>
          </a:xfrm>
          <a:prstGeom prst="roundRect">
            <a:avLst>
              <a:gd name="adj" fmla="val 20408"/>
            </a:avLst>
          </a:prstGeom>
          <a:solidFill>
            <a:srgbClr val="EAF0F7"/>
          </a:solidFill>
          <a:ln w="12700">
            <a:solidFill>
              <a:srgbClr val="EAF0F7"/>
            </a:solidFill>
            <a:prstDash val="solid"/>
          </a:ln>
        </p:spPr>
      </p:sp>
      <p:sp>
        <p:nvSpPr>
          <p:cNvPr id="17" name="Text 15"/>
          <p:cNvSpPr/>
          <p:nvPr/>
        </p:nvSpPr>
        <p:spPr>
          <a:xfrm>
            <a:off x="4572000" y="3730752"/>
            <a:ext cx="2697480" cy="256032"/>
          </a:xfrm>
          <a:prstGeom prst="rect">
            <a:avLst/>
          </a:prstGeom>
          <a:noFill/>
          <a:ln/>
        </p:spPr>
        <p:txBody>
          <a:bodyPr wrap="square" lIns="0" tIns="0" rIns="0" bIns="0" rtlCol="0" anchor="t"/>
          <a:lstStyle/>
          <a:p>
            <a:pPr algn="ctr" indent="0" marL="0">
              <a:lnSpc>
                <a:spcPct val="100000"/>
              </a:lnSpc>
              <a:buNone/>
            </a:pPr>
            <a:r>
              <a:rPr lang="ko-KR" altLang="en-US" sz="1600" b="1" dirty="0">
                <a:solidFill>
                  <a:srgbClr val="35659B"/>
                </a:solidFill>
                <a:latin typeface="Pretendard" pitchFamily="34" charset="0"/>
                <a:ea typeface="Pretendard" pitchFamily="34" charset="-122"/>
                <a:cs typeface="Pretendard" pitchFamily="34" charset="-120"/>
              </a:rPr>
              <a:t>세기와 위상을 바꾸어 더함</a:t>
            </a:r>
            <a:endParaRPr lang="ko-KR" sz="1600" dirty="0"/>
          </a:p>
        </p:txBody>
      </p:sp>
      <p:sp>
        <p:nvSpPr>
          <p:cNvPr id="18" name="Shape 16"/>
          <p:cNvSpPr/>
          <p:nvPr/>
        </p:nvSpPr>
        <p:spPr>
          <a:xfrm>
            <a:off x="7479792" y="3858768"/>
            <a:ext cx="393192" cy="0"/>
          </a:xfrm>
          <a:prstGeom prst="line">
            <a:avLst/>
          </a:prstGeom>
          <a:noFill/>
          <a:ln w="16510">
            <a:solidFill>
              <a:srgbClr val="35659B"/>
            </a:solidFill>
            <a:prstDash val="solid"/>
          </a:ln>
        </p:spPr>
      </p:sp>
      <p:sp>
        <p:nvSpPr>
          <p:cNvPr id="19" name="Text 17"/>
          <p:cNvSpPr/>
          <p:nvPr/>
        </p:nvSpPr>
        <p:spPr>
          <a:xfrm>
            <a:off x="740664" y="4343400"/>
            <a:ext cx="1143000" cy="301752"/>
          </a:xfrm>
          <a:prstGeom prst="rect">
            <a:avLst/>
          </a:prstGeom>
          <a:noFill/>
          <a:ln/>
        </p:spPr>
        <p:txBody>
          <a:bodyPr wrap="square" lIns="0" tIns="0" rIns="0" bIns="0" rtlCol="0" anchor="t"/>
          <a:lstStyle/>
          <a:p>
            <a:pPr algn="l" indent="0" marL="0">
              <a:lnSpc>
                <a:spcPct val="100000"/>
              </a:lnSpc>
              <a:buNone/>
            </a:pPr>
            <a:r>
              <a:rPr lang="ko-KR" altLang="en-US" sz="1700" b="1" dirty="0">
                <a:solidFill>
                  <a:srgbClr val="BA4A00"/>
                </a:solidFill>
                <a:latin typeface="Pretendard" pitchFamily="34" charset="0"/>
                <a:ea typeface="Pretendard" pitchFamily="34" charset="-122"/>
                <a:cs typeface="Pretendard" pitchFamily="34" charset="-120"/>
              </a:rPr>
              <a:t>개별 신호 3</a:t>
            </a:r>
            <a:endParaRPr lang="ko-KR" sz="1700" dirty="0"/>
          </a:p>
        </p:txBody>
      </p:sp>
      <p:sp>
        <p:nvSpPr>
          <p:cNvPr id="20" name="wave_2"/>
          <p:cNvSpPr/>
          <p:nvPr/>
        </p:nvSpPr>
        <p:spPr>
          <a:xfrm>
            <a:off x="1897380" y="4309811"/>
            <a:ext cx="1984248" cy="359741"/>
          </a:xfrm>
          <a:custGeom>
            <a:avLst/>
            <a:gdLst/>
            <a:ahLst/>
            <a:cxnLst/>
            <a:rect l="l" t="t" r="r" b="b"/>
            <a:pathLst>
              <a:path w="1984248" h="359741" fill="none" stroke="1" extrusionOk="0">
                <a:moveTo>
                  <a:pt x="22860" y="50620"/>
                </a:moveTo>
                <a:lnTo>
                  <a:pt x="33690" y="39575"/>
                </a:lnTo>
                <a:lnTo>
                  <a:pt x="44520" y="35778"/>
                </a:lnTo>
                <a:lnTo>
                  <a:pt x="55349" y="40481"/>
                </a:lnTo>
                <a:lnTo>
                  <a:pt x="66179" y="54074"/>
                </a:lnTo>
                <a:lnTo>
                  <a:pt x="77009" y="75997"/>
                </a:lnTo>
                <a:lnTo>
                  <a:pt x="87839" y="104776"/>
                </a:lnTo>
                <a:lnTo>
                  <a:pt x="98668" y="138185"/>
                </a:lnTo>
                <a:lnTo>
                  <a:pt x="109498" y="173518"/>
                </a:lnTo>
                <a:lnTo>
                  <a:pt x="120328" y="207911"/>
                </a:lnTo>
                <a:lnTo>
                  <a:pt x="131158" y="238699"/>
                </a:lnTo>
                <a:lnTo>
                  <a:pt x="141987" y="263731"/>
                </a:lnTo>
                <a:lnTo>
                  <a:pt x="152817" y="281613"/>
                </a:lnTo>
                <a:lnTo>
                  <a:pt x="163647" y="291846"/>
                </a:lnTo>
                <a:lnTo>
                  <a:pt x="174477" y="294832"/>
                </a:lnTo>
                <a:lnTo>
                  <a:pt x="185306" y="291755"/>
                </a:lnTo>
                <a:lnTo>
                  <a:pt x="196136" y="284360"/>
                </a:lnTo>
                <a:lnTo>
                  <a:pt x="206966" y="274651"/>
                </a:lnTo>
                <a:lnTo>
                  <a:pt x="217796" y="264575"/>
                </a:lnTo>
                <a:lnTo>
                  <a:pt x="228626" y="255714"/>
                </a:lnTo>
                <a:lnTo>
                  <a:pt x="239455" y="249051"/>
                </a:lnTo>
                <a:lnTo>
                  <a:pt x="250285" y="244833"/>
                </a:lnTo>
                <a:lnTo>
                  <a:pt x="261115" y="242562"/>
                </a:lnTo>
                <a:lnTo>
                  <a:pt x="271945" y="241098"/>
                </a:lnTo>
                <a:lnTo>
                  <a:pt x="282774" y="238874"/>
                </a:lnTo>
                <a:lnTo>
                  <a:pt x="293604" y="234181"/>
                </a:lnTo>
                <a:lnTo>
                  <a:pt x="304434" y="225484"/>
                </a:lnTo>
                <a:lnTo>
                  <a:pt x="315264" y="211714"/>
                </a:lnTo>
                <a:lnTo>
                  <a:pt x="326093" y="192497"/>
                </a:lnTo>
                <a:lnTo>
                  <a:pt x="336923" y="168289"/>
                </a:lnTo>
                <a:lnTo>
                  <a:pt x="347753" y="140372"/>
                </a:lnTo>
                <a:lnTo>
                  <a:pt x="358583" y="110743"/>
                </a:lnTo>
                <a:lnTo>
                  <a:pt x="369412" y="81884"/>
                </a:lnTo>
                <a:lnTo>
                  <a:pt x="380242" y="56450"/>
                </a:lnTo>
                <a:lnTo>
                  <a:pt x="391072" y="36931"/>
                </a:lnTo>
                <a:lnTo>
                  <a:pt x="401902" y="25322"/>
                </a:lnTo>
                <a:lnTo>
                  <a:pt x="412732" y="22860"/>
                </a:lnTo>
                <a:lnTo>
                  <a:pt x="423561" y="29849"/>
                </a:lnTo>
                <a:lnTo>
                  <a:pt x="434391" y="45625"/>
                </a:lnTo>
                <a:lnTo>
                  <a:pt x="445221" y="68638"/>
                </a:lnTo>
                <a:lnTo>
                  <a:pt x="456051" y="96655"/>
                </a:lnTo>
                <a:lnTo>
                  <a:pt x="466880" y="127059"/>
                </a:lnTo>
                <a:lnTo>
                  <a:pt x="477710" y="157185"/>
                </a:lnTo>
                <a:lnTo>
                  <a:pt x="488540" y="184653"/>
                </a:lnTo>
                <a:lnTo>
                  <a:pt x="499370" y="207661"/>
                </a:lnTo>
                <a:lnTo>
                  <a:pt x="510199" y="225181"/>
                </a:lnTo>
                <a:lnTo>
                  <a:pt x="521029" y="237032"/>
                </a:lnTo>
                <a:lnTo>
                  <a:pt x="531859" y="243841"/>
                </a:lnTo>
                <a:lnTo>
                  <a:pt x="542689" y="246870"/>
                </a:lnTo>
                <a:lnTo>
                  <a:pt x="553519" y="247768"/>
                </a:lnTo>
                <a:lnTo>
                  <a:pt x="564348" y="248258"/>
                </a:lnTo>
                <a:lnTo>
                  <a:pt x="575178" y="249829"/>
                </a:lnTo>
                <a:lnTo>
                  <a:pt x="586008" y="253469"/>
                </a:lnTo>
                <a:lnTo>
                  <a:pt x="596838" y="259481"/>
                </a:lnTo>
                <a:lnTo>
                  <a:pt x="607667" y="267413"/>
                </a:lnTo>
                <a:lnTo>
                  <a:pt x="618497" y="276110"/>
                </a:lnTo>
                <a:lnTo>
                  <a:pt x="629327" y="283888"/>
                </a:lnTo>
                <a:lnTo>
                  <a:pt x="640157" y="288788"/>
                </a:lnTo>
                <a:lnTo>
                  <a:pt x="650986" y="288895"/>
                </a:lnTo>
                <a:lnTo>
                  <a:pt x="661816" y="282653"/>
                </a:lnTo>
                <a:lnTo>
                  <a:pt x="672646" y="269143"/>
                </a:lnTo>
                <a:lnTo>
                  <a:pt x="683476" y="248276"/>
                </a:lnTo>
                <a:lnTo>
                  <a:pt x="694305" y="220867"/>
                </a:lnTo>
                <a:lnTo>
                  <a:pt x="705135" y="188585"/>
                </a:lnTo>
                <a:lnTo>
                  <a:pt x="715965" y="153785"/>
                </a:lnTo>
                <a:lnTo>
                  <a:pt x="726795" y="119225"/>
                </a:lnTo>
                <a:lnTo>
                  <a:pt x="737625" y="87744"/>
                </a:lnTo>
                <a:lnTo>
                  <a:pt x="748454" y="61903"/>
                </a:lnTo>
                <a:lnTo>
                  <a:pt x="759284" y="43679"/>
                </a:lnTo>
                <a:lnTo>
                  <a:pt x="770114" y="34226"/>
                </a:lnTo>
                <a:lnTo>
                  <a:pt x="780944" y="33754"/>
                </a:lnTo>
                <a:lnTo>
                  <a:pt x="791773" y="41533"/>
                </a:lnTo>
                <a:lnTo>
                  <a:pt x="802603" y="56026"/>
                </a:lnTo>
                <a:lnTo>
                  <a:pt x="813433" y="75126"/>
                </a:lnTo>
                <a:lnTo>
                  <a:pt x="824263" y="96468"/>
                </a:lnTo>
                <a:lnTo>
                  <a:pt x="835092" y="117762"/>
                </a:lnTo>
                <a:lnTo>
                  <a:pt x="845922" y="137103"/>
                </a:lnTo>
                <a:lnTo>
                  <a:pt x="856752" y="153215"/>
                </a:lnTo>
                <a:lnTo>
                  <a:pt x="867582" y="165590"/>
                </a:lnTo>
                <a:lnTo>
                  <a:pt x="878411" y="174506"/>
                </a:lnTo>
                <a:lnTo>
                  <a:pt x="889241" y="180921"/>
                </a:lnTo>
                <a:lnTo>
                  <a:pt x="900071" y="186263"/>
                </a:lnTo>
                <a:lnTo>
                  <a:pt x="910901" y="192147"/>
                </a:lnTo>
                <a:lnTo>
                  <a:pt x="921731" y="200061"/>
                </a:lnTo>
                <a:lnTo>
                  <a:pt x="932560" y="211076"/>
                </a:lnTo>
                <a:lnTo>
                  <a:pt x="943390" y="225623"/>
                </a:lnTo>
                <a:lnTo>
                  <a:pt x="954220" y="243360"/>
                </a:lnTo>
                <a:lnTo>
                  <a:pt x="965050" y="263172"/>
                </a:lnTo>
                <a:lnTo>
                  <a:pt x="975879" y="283287"/>
                </a:lnTo>
                <a:lnTo>
                  <a:pt x="986709" y="301503"/>
                </a:lnTo>
                <a:lnTo>
                  <a:pt x="997539" y="315489"/>
                </a:lnTo>
                <a:lnTo>
                  <a:pt x="1008369" y="323113"/>
                </a:lnTo>
                <a:lnTo>
                  <a:pt x="1019198" y="322766"/>
                </a:lnTo>
                <a:lnTo>
                  <a:pt x="1030028" y="313608"/>
                </a:lnTo>
                <a:lnTo>
                  <a:pt x="1040858" y="295720"/>
                </a:lnTo>
                <a:lnTo>
                  <a:pt x="1051688" y="270133"/>
                </a:lnTo>
                <a:lnTo>
                  <a:pt x="1062517" y="238724"/>
                </a:lnTo>
                <a:lnTo>
                  <a:pt x="1073347" y="203996"/>
                </a:lnTo>
                <a:lnTo>
                  <a:pt x="1084177" y="168779"/>
                </a:lnTo>
                <a:lnTo>
                  <a:pt x="1095007" y="135881"/>
                </a:lnTo>
                <a:lnTo>
                  <a:pt x="1105837" y="107745"/>
                </a:lnTo>
                <a:lnTo>
                  <a:pt x="1116666" y="86168"/>
                </a:lnTo>
                <a:lnTo>
                  <a:pt x="1127496" y="72106"/>
                </a:lnTo>
                <a:lnTo>
                  <a:pt x="1138326" y="65599"/>
                </a:lnTo>
                <a:lnTo>
                  <a:pt x="1149156" y="65834"/>
                </a:lnTo>
                <a:lnTo>
                  <a:pt x="1159985" y="71312"/>
                </a:lnTo>
                <a:lnTo>
                  <a:pt x="1170815" y="80119"/>
                </a:lnTo>
                <a:lnTo>
                  <a:pt x="1181645" y="90238"/>
                </a:lnTo>
                <a:lnTo>
                  <a:pt x="1192475" y="99871"/>
                </a:lnTo>
                <a:lnTo>
                  <a:pt x="1203304" y="107712"/>
                </a:lnTo>
                <a:lnTo>
                  <a:pt x="1214134" y="113136"/>
                </a:lnTo>
                <a:lnTo>
                  <a:pt x="1224964" y="116274"/>
                </a:lnTo>
                <a:lnTo>
                  <a:pt x="1235794" y="117966"/>
                </a:lnTo>
                <a:lnTo>
                  <a:pt x="1246623" y="119599"/>
                </a:lnTo>
                <a:lnTo>
                  <a:pt x="1257453" y="122847"/>
                </a:lnTo>
                <a:lnTo>
                  <a:pt x="1268283" y="129373"/>
                </a:lnTo>
                <a:lnTo>
                  <a:pt x="1279113" y="140512"/>
                </a:lnTo>
                <a:lnTo>
                  <a:pt x="1289943" y="157009"/>
                </a:lnTo>
                <a:lnTo>
                  <a:pt x="1300772" y="178831"/>
                </a:lnTo>
                <a:lnTo>
                  <a:pt x="1311602" y="205103"/>
                </a:lnTo>
                <a:lnTo>
                  <a:pt x="1322432" y="234162"/>
                </a:lnTo>
                <a:lnTo>
                  <a:pt x="1333262" y="263735"/>
                </a:lnTo>
                <a:lnTo>
                  <a:pt x="1344091" y="291212"/>
                </a:lnTo>
                <a:lnTo>
                  <a:pt x="1354921" y="313976"/>
                </a:lnTo>
                <a:lnTo>
                  <a:pt x="1365751" y="329747"/>
                </a:lnTo>
                <a:lnTo>
                  <a:pt x="1376581" y="336881"/>
                </a:lnTo>
                <a:lnTo>
                  <a:pt x="1387410" y="334594"/>
                </a:lnTo>
                <a:lnTo>
                  <a:pt x="1398240" y="323070"/>
                </a:lnTo>
                <a:lnTo>
                  <a:pt x="1409070" y="303433"/>
                </a:lnTo>
                <a:lnTo>
                  <a:pt x="1419900" y="277608"/>
                </a:lnTo>
                <a:lnTo>
                  <a:pt x="1430729" y="248058"/>
                </a:lnTo>
                <a:lnTo>
                  <a:pt x="1441559" y="217471"/>
                </a:lnTo>
                <a:lnTo>
                  <a:pt x="1452389" y="188407"/>
                </a:lnTo>
                <a:lnTo>
                  <a:pt x="1463219" y="162988"/>
                </a:lnTo>
                <a:lnTo>
                  <a:pt x="1474049" y="142648"/>
                </a:lnTo>
                <a:lnTo>
                  <a:pt x="1484878" y="127993"/>
                </a:lnTo>
                <a:lnTo>
                  <a:pt x="1495708" y="118787"/>
                </a:lnTo>
                <a:lnTo>
                  <a:pt x="1506538" y="114056"/>
                </a:lnTo>
                <a:lnTo>
                  <a:pt x="1517368" y="112311"/>
                </a:lnTo>
                <a:lnTo>
                  <a:pt x="1528197" y="111825"/>
                </a:lnTo>
                <a:lnTo>
                  <a:pt x="1539027" y="110954"/>
                </a:lnTo>
                <a:lnTo>
                  <a:pt x="1549857" y="108432"/>
                </a:lnTo>
                <a:lnTo>
                  <a:pt x="1560687" y="103597"/>
                </a:lnTo>
                <a:lnTo>
                  <a:pt x="1571516" y="96523"/>
                </a:lnTo>
                <a:lnTo>
                  <a:pt x="1582346" y="88025"/>
                </a:lnTo>
                <a:lnTo>
                  <a:pt x="1593176" y="79553"/>
                </a:lnTo>
                <a:lnTo>
                  <a:pt x="1604006" y="72964"/>
                </a:lnTo>
                <a:lnTo>
                  <a:pt x="1614836" y="70237"/>
                </a:lnTo>
                <a:lnTo>
                  <a:pt x="1625665" y="73144"/>
                </a:lnTo>
                <a:lnTo>
                  <a:pt x="1636495" y="82954"/>
                </a:lnTo>
                <a:lnTo>
                  <a:pt x="1647325" y="100187"/>
                </a:lnTo>
                <a:lnTo>
                  <a:pt x="1658155" y="124483"/>
                </a:lnTo>
                <a:lnTo>
                  <a:pt x="1668984" y="154586"/>
                </a:lnTo>
                <a:lnTo>
                  <a:pt x="1679814" y="188453"/>
                </a:lnTo>
                <a:lnTo>
                  <a:pt x="1690644" y="223492"/>
                </a:lnTo>
                <a:lnTo>
                  <a:pt x="1701474" y="256858"/>
                </a:lnTo>
                <a:lnTo>
                  <a:pt x="1712303" y="285809"/>
                </a:lnTo>
                <a:lnTo>
                  <a:pt x="1723133" y="308041"/>
                </a:lnTo>
                <a:lnTo>
                  <a:pt x="1733963" y="321966"/>
                </a:lnTo>
                <a:lnTo>
                  <a:pt x="1744793" y="326894"/>
                </a:lnTo>
                <a:lnTo>
                  <a:pt x="1755622" y="323095"/>
                </a:lnTo>
                <a:lnTo>
                  <a:pt x="1766452" y="311725"/>
                </a:lnTo>
                <a:lnTo>
                  <a:pt x="1777282" y="294641"/>
                </a:lnTo>
                <a:lnTo>
                  <a:pt x="1788112" y="274121"/>
                </a:lnTo>
                <a:lnTo>
                  <a:pt x="1798942" y="252534"/>
                </a:lnTo>
                <a:lnTo>
                  <a:pt x="1809771" y="232013"/>
                </a:lnTo>
                <a:lnTo>
                  <a:pt x="1820601" y="214174"/>
                </a:lnTo>
                <a:lnTo>
                  <a:pt x="1831431" y="199917"/>
                </a:lnTo>
                <a:lnTo>
                  <a:pt x="1842261" y="189353"/>
                </a:lnTo>
                <a:lnTo>
                  <a:pt x="1853090" y="181842"/>
                </a:lnTo>
                <a:lnTo>
                  <a:pt x="1863920" y="176161"/>
                </a:lnTo>
                <a:lnTo>
                  <a:pt x="1874750" y="170749"/>
                </a:lnTo>
                <a:lnTo>
                  <a:pt x="1885580" y="164016"/>
                </a:lnTo>
                <a:lnTo>
                  <a:pt x="1896409" y="154650"/>
                </a:lnTo>
                <a:lnTo>
                  <a:pt x="1907239" y="141876"/>
                </a:lnTo>
                <a:lnTo>
                  <a:pt x="1918069" y="125642"/>
                </a:lnTo>
                <a:lnTo>
                  <a:pt x="1928899" y="106683"/>
                </a:lnTo>
                <a:lnTo>
                  <a:pt x="1939728" y="86464"/>
                </a:lnTo>
                <a:lnTo>
                  <a:pt x="1950558" y="67007"/>
                </a:lnTo>
                <a:lnTo>
                  <a:pt x="1961388" y="50620"/>
                </a:lnTo>
              </a:path>
            </a:pathLst>
          </a:custGeom>
          <a:solidFill>
            <a:srgbClr val="FFFFFF">
              <a:alpha val="0"/>
            </a:srgbClr>
          </a:solidFill>
          <a:ln w="19050" cap="rnd">
            <a:solidFill>
              <a:srgbClr val="BA4A00"/>
            </a:solidFill>
            <a:prstDash val="solid"/>
          </a:ln>
        </p:spPr>
      </p:sp>
      <p:sp>
        <p:nvSpPr>
          <p:cNvPr id="21" name="Shape 19"/>
          <p:cNvSpPr/>
          <p:nvPr/>
        </p:nvSpPr>
        <p:spPr>
          <a:xfrm>
            <a:off x="4005072" y="4480560"/>
            <a:ext cx="329184" cy="0"/>
          </a:xfrm>
          <a:prstGeom prst="line">
            <a:avLst/>
          </a:prstGeom>
          <a:noFill/>
          <a:ln w="21590">
            <a:solidFill>
              <a:srgbClr val="BA4A00"/>
            </a:solidFill>
            <a:prstDash val="solid"/>
            <a:tailEnd type="triangle"/>
          </a:ln>
        </p:spPr>
      </p:sp>
      <p:sp>
        <p:nvSpPr>
          <p:cNvPr id="22" name="Shape 20"/>
          <p:cNvSpPr/>
          <p:nvPr/>
        </p:nvSpPr>
        <p:spPr>
          <a:xfrm>
            <a:off x="4471416" y="4251960"/>
            <a:ext cx="2898648" cy="448056"/>
          </a:xfrm>
          <a:prstGeom prst="roundRect">
            <a:avLst>
              <a:gd name="adj" fmla="val 20408"/>
            </a:avLst>
          </a:prstGeom>
          <a:solidFill>
            <a:srgbClr val="E7F3F2"/>
          </a:solidFill>
          <a:ln w="12700">
            <a:solidFill>
              <a:srgbClr val="E7F3F2"/>
            </a:solidFill>
            <a:prstDash val="solid"/>
          </a:ln>
        </p:spPr>
      </p:sp>
      <p:sp>
        <p:nvSpPr>
          <p:cNvPr id="23" name="Text 21"/>
          <p:cNvSpPr/>
          <p:nvPr/>
        </p:nvSpPr>
        <p:spPr>
          <a:xfrm>
            <a:off x="4572000" y="4361688"/>
            <a:ext cx="2697480" cy="256032"/>
          </a:xfrm>
          <a:prstGeom prst="rect">
            <a:avLst/>
          </a:prstGeom>
          <a:noFill/>
          <a:ln/>
        </p:spPr>
        <p:txBody>
          <a:bodyPr wrap="square" lIns="0" tIns="0" rIns="0" bIns="0" rtlCol="0" anchor="t"/>
          <a:lstStyle/>
          <a:p>
            <a:pPr algn="ctr" indent="0" marL="0">
              <a:lnSpc>
                <a:spcPct val="100000"/>
              </a:lnSpc>
              <a:buNone/>
            </a:pPr>
            <a:r>
              <a:rPr lang="ko-KR" altLang="en-US" sz="1600" b="1" dirty="0">
                <a:solidFill>
                  <a:srgbClr val="BA4A00"/>
                </a:solidFill>
                <a:latin typeface="Pretendard" pitchFamily="34" charset="0"/>
                <a:ea typeface="Pretendard" pitchFamily="34" charset="-122"/>
                <a:cs typeface="Pretendard" pitchFamily="34" charset="-120"/>
              </a:rPr>
              <a:t>세기와 위상을 바꾸어 더함</a:t>
            </a:r>
            <a:endParaRPr lang="ko-KR" sz="1600" dirty="0"/>
          </a:p>
        </p:txBody>
      </p:sp>
      <p:sp>
        <p:nvSpPr>
          <p:cNvPr id="24" name="Shape 22"/>
          <p:cNvSpPr/>
          <p:nvPr/>
        </p:nvSpPr>
        <p:spPr>
          <a:xfrm flipV="1">
            <a:off x="7479792" y="3858768"/>
            <a:ext cx="393192" cy="630936"/>
          </a:xfrm>
          <a:prstGeom prst="line">
            <a:avLst/>
          </a:prstGeom>
          <a:noFill/>
          <a:ln w="16510">
            <a:solidFill>
              <a:srgbClr val="BA4A00"/>
            </a:solidFill>
            <a:prstDash val="solid"/>
          </a:ln>
        </p:spPr>
      </p:sp>
      <p:sp>
        <p:nvSpPr>
          <p:cNvPr id="25" name="Shape 23"/>
          <p:cNvSpPr/>
          <p:nvPr/>
        </p:nvSpPr>
        <p:spPr>
          <a:xfrm>
            <a:off x="8010144" y="3593592"/>
            <a:ext cx="530352" cy="530352"/>
          </a:xfrm>
          <a:prstGeom prst="ellipse">
            <a:avLst/>
          </a:prstGeom>
          <a:solidFill>
            <a:srgbClr val="007C83"/>
          </a:solidFill>
          <a:ln w="12700">
            <a:solidFill>
              <a:srgbClr val="007C83"/>
            </a:solidFill>
            <a:prstDash val="solid"/>
          </a:ln>
        </p:spPr>
      </p:sp>
      <p:sp>
        <p:nvSpPr>
          <p:cNvPr id="26" name="Text 24"/>
          <p:cNvSpPr/>
          <p:nvPr/>
        </p:nvSpPr>
        <p:spPr>
          <a:xfrm>
            <a:off x="8055864" y="3694176"/>
            <a:ext cx="438912" cy="396875"/>
          </a:xfrm>
          <a:prstGeom prst="rect">
            <a:avLst/>
          </a:prstGeom>
          <a:noFill/>
          <a:ln/>
        </p:spPr>
        <p:txBody>
          <a:bodyPr wrap="square" lIns="0" tIns="0" rIns="0" bIns="0" rtlCol="0" anchor="t"/>
          <a:lstStyle/>
          <a:p>
            <a:pPr algn="ctr" indent="0" marL="0">
              <a:lnSpc>
                <a:spcPct val="100000"/>
              </a:lnSpc>
              <a:buNone/>
            </a:pPr>
            <a:r>
              <a:rPr lang="ko-KR" altLang="en-US" sz="2500" b="1" dirty="0">
                <a:solidFill>
                  <a:srgbClr val="FFFFFF"/>
                </a:solidFill>
                <a:latin typeface="Pretendard" pitchFamily="34" charset="0"/>
                <a:ea typeface="Pretendard" pitchFamily="34" charset="-122"/>
                <a:cs typeface="Pretendard" pitchFamily="34" charset="-120"/>
              </a:rPr>
              <a:t>+</a:t>
            </a:r>
            <a:endParaRPr lang="ko-KR" sz="2500" dirty="0"/>
          </a:p>
        </p:txBody>
      </p:sp>
      <p:sp>
        <p:nvSpPr>
          <p:cNvPr id="27" name="Shape 25"/>
          <p:cNvSpPr/>
          <p:nvPr/>
        </p:nvSpPr>
        <p:spPr>
          <a:xfrm>
            <a:off x="8622792" y="3858768"/>
            <a:ext cx="374904" cy="0"/>
          </a:xfrm>
          <a:prstGeom prst="line">
            <a:avLst/>
          </a:prstGeom>
          <a:noFill/>
          <a:ln w="21590">
            <a:solidFill>
              <a:srgbClr val="007C83"/>
            </a:solidFill>
            <a:prstDash val="solid"/>
            <a:tailEnd type="triangle"/>
          </a:ln>
        </p:spPr>
      </p:sp>
      <p:sp>
        <p:nvSpPr>
          <p:cNvPr id="28" name="Shape 26"/>
          <p:cNvSpPr/>
          <p:nvPr/>
        </p:nvSpPr>
        <p:spPr>
          <a:xfrm>
            <a:off x="9125712" y="3136392"/>
            <a:ext cx="2395728" cy="1426464"/>
          </a:xfrm>
          <a:prstGeom prst="roundRect">
            <a:avLst>
              <a:gd name="adj" fmla="val 6410"/>
            </a:avLst>
          </a:prstGeom>
          <a:solidFill>
            <a:srgbClr val="EAF0F7"/>
          </a:solidFill>
          <a:ln w="12700">
            <a:solidFill>
              <a:srgbClr val="EAF0F7"/>
            </a:solidFill>
            <a:prstDash val="solid"/>
          </a:ln>
        </p:spPr>
      </p:sp>
      <p:sp>
        <p:nvSpPr>
          <p:cNvPr id="29" name="Text 27"/>
          <p:cNvSpPr/>
          <p:nvPr/>
        </p:nvSpPr>
        <p:spPr>
          <a:xfrm>
            <a:off x="9272016" y="3300984"/>
            <a:ext cx="2103120" cy="402336"/>
          </a:xfrm>
          <a:prstGeom prst="rect">
            <a:avLst/>
          </a:prstGeom>
          <a:noFill/>
          <a:ln/>
        </p:spPr>
        <p:txBody>
          <a:bodyPr wrap="square" lIns="0" tIns="0" rIns="0" bIns="0" rtlCol="0" anchor="t"/>
          <a:lstStyle/>
          <a:p>
            <a:pPr algn="ctr" indent="0" marL="0">
              <a:lnSpc>
                <a:spcPct val="100000"/>
              </a:lnSpc>
              <a:buNone/>
            </a:pPr>
            <a:r>
              <a:rPr lang="ko-KR" altLang="en-US" sz="2100" b="1" dirty="0">
                <a:solidFill>
                  <a:srgbClr val="35659B"/>
                </a:solidFill>
                <a:latin typeface="Pretendard" pitchFamily="34" charset="0"/>
                <a:ea typeface="Pretendard" pitchFamily="34" charset="-122"/>
                <a:cs typeface="Pretendard" pitchFamily="34" charset="-120"/>
              </a:rPr>
              <a:t>혼합 신호</a:t>
            </a:r>
            <a:endParaRPr lang="ko-KR" sz="2100" dirty="0"/>
          </a:p>
        </p:txBody>
      </p:sp>
      <p:sp>
        <p:nvSpPr>
          <p:cNvPr id="30" name="Text 28"/>
          <p:cNvSpPr/>
          <p:nvPr/>
        </p:nvSpPr>
        <p:spPr>
          <a:xfrm>
            <a:off x="9272016" y="3858768"/>
            <a:ext cx="2103120" cy="649224"/>
          </a:xfrm>
          <a:prstGeom prst="rect">
            <a:avLst/>
          </a:prstGeom>
          <a:noFill/>
          <a:ln/>
        </p:spPr>
        <p:txBody>
          <a:bodyPr wrap="square" lIns="0" tIns="0" rIns="0" bIns="0" rtlCol="0" anchor="t"/>
          <a:lstStyle/>
          <a:p>
            <a:pPr algn="ctr" indent="0" marL="0">
              <a:lnSpc>
                <a:spcPct val="100000"/>
              </a:lnSpc>
              <a:buNone/>
            </a:pPr>
            <a:r>
              <a:rPr lang="ko-KR" altLang="en-US" sz="1600" dirty="0">
                <a:solidFill>
                  <a:srgbClr val="17313B"/>
                </a:solidFill>
                <a:latin typeface="Pretendard" pitchFamily="34" charset="0"/>
                <a:ea typeface="Pretendard" pitchFamily="34" charset="-122"/>
                <a:cs typeface="Pretendard" pitchFamily="34" charset="-120"/>
              </a:rPr>
              <a:t>학습에 넣는 입력</a:t>
            </a:r>
            <a:endParaRPr lang="ko-KR" sz="1600" dirty="0"/>
          </a:p>
        </p:txBody>
      </p:sp>
      <p:sp>
        <p:nvSpPr>
          <p:cNvPr id="31" name="Text 29"/>
          <p:cNvSpPr/>
          <p:nvPr/>
        </p:nvSpPr>
        <p:spPr>
          <a:xfrm>
            <a:off x="813816" y="5175504"/>
            <a:ext cx="4937760" cy="429768"/>
          </a:xfrm>
          <a:prstGeom prst="rect">
            <a:avLst/>
          </a:prstGeom>
          <a:noFill/>
          <a:ln/>
        </p:spPr>
        <p:txBody>
          <a:bodyPr wrap="square" lIns="0" tIns="0" rIns="0" bIns="0" rtlCol="0" anchor="t"/>
          <a:lstStyle/>
          <a:p>
            <a:pPr algn="l" indent="0" marL="0">
              <a:lnSpc>
                <a:spcPct val="100000"/>
              </a:lnSpc>
              <a:buNone/>
            </a:pPr>
            <a:r>
              <a:rPr lang="ko-KR" altLang="en-US" sz="2200" b="1" dirty="0">
                <a:solidFill>
                  <a:srgbClr val="007C83"/>
                </a:solidFill>
                <a:latin typeface="Pretendard" pitchFamily="34" charset="0"/>
                <a:ea typeface="Pretendard" pitchFamily="34" charset="-122"/>
                <a:cs typeface="Pretendard" pitchFamily="34" charset="-120"/>
              </a:rPr>
              <a:t>정답: 섞기 전 각 신호</a:t>
            </a:r>
            <a:endParaRPr lang="ko-KR" sz="2200" dirty="0"/>
          </a:p>
        </p:txBody>
      </p:sp>
      <p:sp>
        <p:nvSpPr>
          <p:cNvPr id="32" name="Text 30"/>
          <p:cNvSpPr/>
          <p:nvPr/>
        </p:nvSpPr>
        <p:spPr>
          <a:xfrm>
            <a:off x="5989320" y="5175504"/>
            <a:ext cx="5532120" cy="429768"/>
          </a:xfrm>
          <a:prstGeom prst="rect">
            <a:avLst/>
          </a:prstGeom>
          <a:noFill/>
          <a:ln/>
        </p:spPr>
        <p:txBody>
          <a:bodyPr wrap="square" lIns="0" tIns="0" rIns="0" bIns="0" rtlCol="0" anchor="t"/>
          <a:lstStyle/>
          <a:p>
            <a:pPr algn="l" indent="0" marL="0">
              <a:lnSpc>
                <a:spcPct val="100000"/>
              </a:lnSpc>
              <a:buNone/>
            </a:pPr>
            <a:r>
              <a:rPr lang="ko-KR" altLang="en-US" sz="2200" b="1" dirty="0">
                <a:solidFill>
                  <a:srgbClr val="35659B"/>
                </a:solidFill>
                <a:latin typeface="Pretendard" pitchFamily="34" charset="0"/>
                <a:ea typeface="Pretendard" pitchFamily="34" charset="-122"/>
                <a:cs typeface="Pretendard" pitchFamily="34" charset="-120"/>
              </a:rPr>
              <a:t>I·Q: 신호의 실수부·허수부</a:t>
            </a:r>
            <a:endParaRPr lang="ko-KR" sz="2200" dirty="0"/>
          </a:p>
        </p:txBody>
      </p:sp>
      <p:sp>
        <p:nvSpPr>
          <p:cNvPr id="33" name="Text 31"/>
          <p:cNvSpPr/>
          <p:nvPr/>
        </p:nvSpPr>
        <p:spPr>
          <a:xfrm>
            <a:off x="713232" y="5952744"/>
            <a:ext cx="10808208" cy="411480"/>
          </a:xfrm>
          <a:prstGeom prst="rect">
            <a:avLst/>
          </a:prstGeom>
          <a:noFill/>
          <a:ln/>
        </p:spPr>
        <p:txBody>
          <a:bodyPr wrap="square" lIns="0" tIns="0" rIns="0" bIns="0" rtlCol="0" anchor="t"/>
          <a:lstStyle/>
          <a:p>
            <a:pPr algn="l" indent="0" marL="0">
              <a:lnSpc>
                <a:spcPct val="100000"/>
              </a:lnSpc>
              <a:buNone/>
            </a:pPr>
            <a:r>
              <a:rPr lang="ko-KR" altLang="en-US" sz="1400" dirty="0">
                <a:solidFill>
                  <a:srgbClr val="647986"/>
                </a:solidFill>
                <a:latin typeface="Pretendard" pitchFamily="34" charset="0"/>
                <a:ea typeface="Pretendard" pitchFamily="34" charset="-122"/>
                <a:cs typeface="Pretendard" pitchFamily="34" charset="-120"/>
              </a:rPr>
              <a:t>두 신호: 4가지 기종 조합  |  세 신호: 1가지 기종 조합  |  표본률 100 MS/s</a:t>
            </a:r>
            <a:endParaRPr lang="ko-KR" sz="1400" dirty="0"/>
          </a:p>
        </p:txBody>
      </p:sp>
      <p:sp>
        <p:nvSpPr>
          <p:cNvPr id="34" name="Text 32"/>
          <p:cNvSpPr/>
          <p:nvPr/>
        </p:nvSpPr>
        <p:spPr>
          <a:xfrm>
            <a:off x="11000232" y="6409944"/>
            <a:ext cx="566928" cy="274320"/>
          </a:xfrm>
          <a:prstGeom prst="rect">
            <a:avLst/>
          </a:prstGeom>
          <a:noFill/>
          <a:ln/>
        </p:spPr>
        <p:txBody>
          <a:bodyPr wrap="square" lIns="0" tIns="0" rIns="0" bIns="0" rtlCol="0" anchor="t"/>
          <a:lstStyle/>
          <a:p>
            <a:pPr algn="r" indent="0" marL="0">
              <a:lnSpc>
                <a:spcPct val="100000"/>
              </a:lnSpc>
              <a:buNone/>
            </a:pPr>
            <a:r>
              <a:rPr lang="ko-KR" altLang="en-US" sz="1200" dirty="0">
                <a:solidFill>
                  <a:srgbClr val="647986"/>
                </a:solidFill>
                <a:latin typeface="Pretendard" pitchFamily="34" charset="0"/>
                <a:ea typeface="Pretendard" pitchFamily="34" charset="-122"/>
                <a:cs typeface="Pretendard" pitchFamily="34" charset="-120"/>
              </a:rPr>
              <a:t>02</a:t>
            </a:r>
            <a:endParaRPr lang="ko-KR"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292608"/>
            <a:ext cx="10881360" cy="274320"/>
          </a:xfrm>
          <a:prstGeom prst="rect">
            <a:avLst/>
          </a:prstGeom>
          <a:noFill/>
          <a:ln/>
        </p:spPr>
        <p:txBody>
          <a:bodyPr wrap="square" lIns="0" tIns="0" rIns="0" bIns="0" rtlCol="0" anchor="t"/>
          <a:lstStyle/>
          <a:p>
            <a:pPr algn="l" indent="0" marL="0">
              <a:lnSpc>
                <a:spcPct val="100000"/>
              </a:lnSpc>
              <a:buNone/>
            </a:pPr>
            <a:r>
              <a:rPr lang="ko-KR" altLang="en-US" sz="1300" dirty="0">
                <a:solidFill>
                  <a:srgbClr val="007C83"/>
                </a:solidFill>
                <a:latin typeface="Pretendard" pitchFamily="34" charset="0"/>
                <a:ea typeface="Pretendard" pitchFamily="34" charset="-122"/>
                <a:cs typeface="Pretendard" pitchFamily="34" charset="-120"/>
              </a:rPr>
              <a:t>방법 ① 파형 복원</a:t>
            </a:r>
            <a:endParaRPr lang="ko-KR" sz="1300" dirty="0"/>
          </a:p>
        </p:txBody>
      </p:sp>
      <p:sp>
        <p:nvSpPr>
          <p:cNvPr id="3" name="Text 1"/>
          <p:cNvSpPr/>
          <p:nvPr/>
        </p:nvSpPr>
        <p:spPr>
          <a:xfrm>
            <a:off x="594360" y="832104"/>
            <a:ext cx="10972800" cy="649224"/>
          </a:xfrm>
          <a:prstGeom prst="rect">
            <a:avLst/>
          </a:prstGeom>
          <a:noFill/>
          <a:ln/>
        </p:spPr>
        <p:txBody>
          <a:bodyPr wrap="square" lIns="0" tIns="0" rIns="0" bIns="0" rtlCol="0" anchor="t"/>
          <a:lstStyle/>
          <a:p>
            <a:pPr algn="l" indent="0" marL="0">
              <a:lnSpc>
                <a:spcPct val="100000"/>
              </a:lnSpc>
              <a:buNone/>
            </a:pPr>
            <a:r>
              <a:rPr lang="ko-KR" altLang="en-US" sz="3100" b="1" dirty="0">
                <a:solidFill>
                  <a:srgbClr val="17313B"/>
                </a:solidFill>
                <a:latin typeface="Pretendard" pitchFamily="34" charset="0"/>
                <a:ea typeface="Pretendard" pitchFamily="34" charset="-122"/>
                <a:cs typeface="Pretendard" pitchFamily="34" charset="-120"/>
              </a:rPr>
              <a:t>혼합 I·Q에서 신호별 파형으로</a:t>
            </a:r>
            <a:endParaRPr lang="ko-KR" sz="3100" dirty="0"/>
          </a:p>
        </p:txBody>
      </p:sp>
      <p:sp>
        <p:nvSpPr>
          <p:cNvPr id="4" name="Text 2"/>
          <p:cNvSpPr/>
          <p:nvPr/>
        </p:nvSpPr>
        <p:spPr>
          <a:xfrm>
            <a:off x="594360" y="1609344"/>
            <a:ext cx="10972800" cy="402336"/>
          </a:xfrm>
          <a:prstGeom prst="rect">
            <a:avLst/>
          </a:prstGeom>
          <a:noFill/>
          <a:ln/>
        </p:spPr>
        <p:txBody>
          <a:bodyPr wrap="square" lIns="0" tIns="0" rIns="0" bIns="0" rtlCol="0" anchor="t"/>
          <a:lstStyle/>
          <a:p>
            <a:pPr algn="l" indent="0" marL="0">
              <a:lnSpc>
                <a:spcPct val="100000"/>
              </a:lnSpc>
              <a:buNone/>
            </a:pPr>
            <a:r>
              <a:rPr lang="ko-KR" altLang="en-US" sz="1800" dirty="0">
                <a:solidFill>
                  <a:srgbClr val="647986"/>
                </a:solidFill>
                <a:latin typeface="Pretendard" pitchFamily="34" charset="0"/>
                <a:ea typeface="Pretendard" pitchFamily="34" charset="-122"/>
                <a:cs typeface="Pretendard" pitchFamily="34" charset="-120"/>
              </a:rPr>
              <a:t>시간·주파수 변환 → 성분 추정 → 역변환</a:t>
            </a:r>
            <a:endParaRPr lang="ko-KR" sz="1800" dirty="0"/>
          </a:p>
        </p:txBody>
      </p:sp>
      <p:sp>
        <p:nvSpPr>
          <p:cNvPr id="5" name="Shape 3"/>
          <p:cNvSpPr/>
          <p:nvPr/>
        </p:nvSpPr>
        <p:spPr>
          <a:xfrm>
            <a:off x="630936" y="2304288"/>
            <a:ext cx="2551176" cy="1572768"/>
          </a:xfrm>
          <a:prstGeom prst="roundRect">
            <a:avLst>
              <a:gd name="adj" fmla="val 5814"/>
            </a:avLst>
          </a:prstGeom>
          <a:solidFill>
            <a:srgbClr val="E7F3F2"/>
          </a:solidFill>
          <a:ln w="12700">
            <a:solidFill>
              <a:srgbClr val="E7F3F2"/>
            </a:solidFill>
            <a:prstDash val="solid"/>
          </a:ln>
        </p:spPr>
      </p:sp>
      <p:sp>
        <p:nvSpPr>
          <p:cNvPr id="6" name="Text 4"/>
          <p:cNvSpPr/>
          <p:nvPr/>
        </p:nvSpPr>
        <p:spPr>
          <a:xfrm>
            <a:off x="777240" y="2468880"/>
            <a:ext cx="2258568" cy="402336"/>
          </a:xfrm>
          <a:prstGeom prst="rect">
            <a:avLst/>
          </a:prstGeom>
          <a:noFill/>
          <a:ln/>
        </p:spPr>
        <p:txBody>
          <a:bodyPr wrap="square" lIns="0" tIns="0" rIns="0" bIns="0" rtlCol="0" anchor="t"/>
          <a:lstStyle/>
          <a:p>
            <a:pPr algn="ctr" indent="0" marL="0">
              <a:lnSpc>
                <a:spcPct val="100000"/>
              </a:lnSpc>
              <a:buNone/>
            </a:pPr>
            <a:r>
              <a:rPr lang="ko-KR" altLang="en-US" sz="2000" b="1" dirty="0">
                <a:solidFill>
                  <a:srgbClr val="007C83"/>
                </a:solidFill>
                <a:latin typeface="Pretendard" pitchFamily="34" charset="0"/>
                <a:ea typeface="Pretendard" pitchFamily="34" charset="-122"/>
                <a:cs typeface="Pretendard" pitchFamily="34" charset="-120"/>
              </a:rPr>
              <a:t>혼합 파형</a:t>
            </a:r>
            <a:endParaRPr lang="ko-KR" sz="2000" dirty="0"/>
          </a:p>
        </p:txBody>
      </p:sp>
      <p:sp>
        <p:nvSpPr>
          <p:cNvPr id="7" name="Text 5"/>
          <p:cNvSpPr/>
          <p:nvPr/>
        </p:nvSpPr>
        <p:spPr>
          <a:xfrm>
            <a:off x="777240" y="3026664"/>
            <a:ext cx="2258568" cy="795528"/>
          </a:xfrm>
          <a:prstGeom prst="rect">
            <a:avLst/>
          </a:prstGeom>
          <a:noFill/>
          <a:ln/>
        </p:spPr>
        <p:txBody>
          <a:bodyPr wrap="square" lIns="0" tIns="0" rIns="0" bIns="0" rtlCol="0" anchor="t"/>
          <a:lstStyle/>
          <a:p>
            <a:pPr algn="ctr" indent="0" marL="0">
              <a:lnSpc>
                <a:spcPct val="100000"/>
              </a:lnSpc>
              <a:buNone/>
            </a:pPr>
            <a:r>
              <a:rPr lang="ko-KR" altLang="en-US" sz="1800" dirty="0">
                <a:solidFill>
                  <a:srgbClr val="17313B"/>
                </a:solidFill>
                <a:latin typeface="Pretendard" pitchFamily="34" charset="0"/>
                <a:ea typeface="Pretendard" pitchFamily="34" charset="-122"/>
                <a:cs typeface="Pretendard" pitchFamily="34" charset="-120"/>
              </a:rPr>
              <a:t>약 0.64 ms씩</a:t>
            </a:r>
            <a:endParaRPr lang="ko-KR" sz="1800" dirty="0"/>
          </a:p>
          <a:p>
            <a:pPr algn="ctr" indent="0" marL="0">
              <a:lnSpc>
                <a:spcPct val="100000"/>
              </a:lnSpc>
              <a:buNone/>
            </a:pPr>
            <a:r>
              <a:rPr lang="ko-KR" altLang="en-US" sz="1800" dirty="0">
                <a:solidFill>
                  <a:srgbClr val="17313B"/>
                </a:solidFill>
                <a:latin typeface="Pretendard" pitchFamily="34" charset="0"/>
                <a:ea typeface="Pretendard" pitchFamily="34" charset="-122"/>
                <a:cs typeface="Pretendard" pitchFamily="34" charset="-120"/>
              </a:rPr>
              <a:t>잘라서 처리</a:t>
            </a:r>
            <a:endParaRPr lang="ko-KR" sz="1800" dirty="0"/>
          </a:p>
        </p:txBody>
      </p:sp>
      <p:sp>
        <p:nvSpPr>
          <p:cNvPr id="8" name="Shape 6"/>
          <p:cNvSpPr/>
          <p:nvPr/>
        </p:nvSpPr>
        <p:spPr>
          <a:xfrm>
            <a:off x="3218688" y="3054096"/>
            <a:ext cx="192024" cy="0"/>
          </a:xfrm>
          <a:prstGeom prst="line">
            <a:avLst/>
          </a:prstGeom>
          <a:noFill/>
          <a:ln w="21590">
            <a:solidFill>
              <a:srgbClr val="007C83"/>
            </a:solidFill>
            <a:prstDash val="solid"/>
            <a:tailEnd type="triangle"/>
          </a:ln>
        </p:spPr>
      </p:sp>
      <p:sp>
        <p:nvSpPr>
          <p:cNvPr id="9" name="Shape 7"/>
          <p:cNvSpPr/>
          <p:nvPr/>
        </p:nvSpPr>
        <p:spPr>
          <a:xfrm>
            <a:off x="3456432" y="2304288"/>
            <a:ext cx="2551176" cy="1572768"/>
          </a:xfrm>
          <a:prstGeom prst="roundRect">
            <a:avLst>
              <a:gd name="adj" fmla="val 5814"/>
            </a:avLst>
          </a:prstGeom>
          <a:solidFill>
            <a:srgbClr val="EAF0F7"/>
          </a:solidFill>
          <a:ln w="12700">
            <a:solidFill>
              <a:srgbClr val="EAF0F7"/>
            </a:solidFill>
            <a:prstDash val="solid"/>
          </a:ln>
        </p:spPr>
      </p:sp>
      <p:sp>
        <p:nvSpPr>
          <p:cNvPr id="10" name="Text 8"/>
          <p:cNvSpPr/>
          <p:nvPr/>
        </p:nvSpPr>
        <p:spPr>
          <a:xfrm>
            <a:off x="3602736" y="2468880"/>
            <a:ext cx="2258568" cy="402336"/>
          </a:xfrm>
          <a:prstGeom prst="rect">
            <a:avLst/>
          </a:prstGeom>
          <a:noFill/>
          <a:ln/>
        </p:spPr>
        <p:txBody>
          <a:bodyPr wrap="square" lIns="0" tIns="0" rIns="0" bIns="0" rtlCol="0" anchor="t"/>
          <a:lstStyle/>
          <a:p>
            <a:pPr algn="ctr" indent="0" marL="0">
              <a:lnSpc>
                <a:spcPct val="100000"/>
              </a:lnSpc>
              <a:buNone/>
            </a:pPr>
            <a:r>
              <a:rPr lang="ko-KR" altLang="en-US" sz="2000" b="1" dirty="0">
                <a:solidFill>
                  <a:srgbClr val="35659B"/>
                </a:solidFill>
                <a:latin typeface="Pretendard" pitchFamily="34" charset="0"/>
                <a:ea typeface="Pretendard" pitchFamily="34" charset="-122"/>
                <a:cs typeface="Pretendard" pitchFamily="34" charset="-120"/>
              </a:rPr>
              <a:t>주파수 지도</a:t>
            </a:r>
            <a:endParaRPr lang="ko-KR" sz="2000" dirty="0"/>
          </a:p>
        </p:txBody>
      </p:sp>
      <p:sp>
        <p:nvSpPr>
          <p:cNvPr id="11" name="Text 9"/>
          <p:cNvSpPr/>
          <p:nvPr/>
        </p:nvSpPr>
        <p:spPr>
          <a:xfrm>
            <a:off x="3602736" y="3026664"/>
            <a:ext cx="2258568" cy="795528"/>
          </a:xfrm>
          <a:prstGeom prst="rect">
            <a:avLst/>
          </a:prstGeom>
          <a:noFill/>
          <a:ln/>
        </p:spPr>
        <p:txBody>
          <a:bodyPr wrap="square" lIns="0" tIns="0" rIns="0" bIns="0" rtlCol="0" anchor="t"/>
          <a:lstStyle/>
          <a:p>
            <a:pPr algn="ctr" indent="0" marL="0">
              <a:lnSpc>
                <a:spcPct val="100000"/>
              </a:lnSpc>
              <a:buNone/>
            </a:pPr>
            <a:r>
              <a:rPr lang="ko-KR" altLang="en-US" sz="1800" dirty="0">
                <a:solidFill>
                  <a:srgbClr val="17313B"/>
                </a:solidFill>
                <a:latin typeface="Pretendard" pitchFamily="34" charset="0"/>
                <a:ea typeface="Pretendard" pitchFamily="34" charset="-122"/>
                <a:cs typeface="Pretendard" pitchFamily="34" charset="-120"/>
              </a:rPr>
              <a:t>시간에 따른</a:t>
            </a:r>
            <a:endParaRPr lang="ko-KR" sz="1800" dirty="0"/>
          </a:p>
          <a:p>
            <a:pPr algn="ctr" indent="0" marL="0">
              <a:lnSpc>
                <a:spcPct val="100000"/>
              </a:lnSpc>
              <a:buNone/>
            </a:pPr>
            <a:r>
              <a:rPr lang="ko-KR" altLang="en-US" sz="1800" dirty="0">
                <a:solidFill>
                  <a:srgbClr val="17313B"/>
                </a:solidFill>
                <a:latin typeface="Pretendard" pitchFamily="34" charset="0"/>
                <a:ea typeface="Pretendard" pitchFamily="34" charset="-122"/>
                <a:cs typeface="Pretendard" pitchFamily="34" charset="-120"/>
              </a:rPr>
              <a:t>주파수 변화</a:t>
            </a:r>
            <a:endParaRPr lang="ko-KR" sz="1800" dirty="0"/>
          </a:p>
        </p:txBody>
      </p:sp>
      <p:sp>
        <p:nvSpPr>
          <p:cNvPr id="12" name="Shape 10"/>
          <p:cNvSpPr/>
          <p:nvPr/>
        </p:nvSpPr>
        <p:spPr>
          <a:xfrm>
            <a:off x="6044184" y="3054096"/>
            <a:ext cx="192024" cy="0"/>
          </a:xfrm>
          <a:prstGeom prst="line">
            <a:avLst/>
          </a:prstGeom>
          <a:noFill/>
          <a:ln w="21590">
            <a:solidFill>
              <a:srgbClr val="007C83"/>
            </a:solidFill>
            <a:prstDash val="solid"/>
            <a:tailEnd type="triangle"/>
          </a:ln>
        </p:spPr>
      </p:sp>
      <p:sp>
        <p:nvSpPr>
          <p:cNvPr id="13" name="Shape 11"/>
          <p:cNvSpPr/>
          <p:nvPr/>
        </p:nvSpPr>
        <p:spPr>
          <a:xfrm>
            <a:off x="6281928" y="2304288"/>
            <a:ext cx="2551176" cy="1572768"/>
          </a:xfrm>
          <a:prstGeom prst="roundRect">
            <a:avLst>
              <a:gd name="adj" fmla="val 5814"/>
            </a:avLst>
          </a:prstGeom>
          <a:solidFill>
            <a:srgbClr val="E7F3F2"/>
          </a:solidFill>
          <a:ln w="12700">
            <a:solidFill>
              <a:srgbClr val="E7F3F2"/>
            </a:solidFill>
            <a:prstDash val="solid"/>
          </a:ln>
        </p:spPr>
      </p:sp>
      <p:sp>
        <p:nvSpPr>
          <p:cNvPr id="14" name="Text 12"/>
          <p:cNvSpPr/>
          <p:nvPr/>
        </p:nvSpPr>
        <p:spPr>
          <a:xfrm>
            <a:off x="6428232" y="2468880"/>
            <a:ext cx="2258568" cy="402336"/>
          </a:xfrm>
          <a:prstGeom prst="rect">
            <a:avLst/>
          </a:prstGeom>
          <a:noFill/>
          <a:ln/>
        </p:spPr>
        <p:txBody>
          <a:bodyPr wrap="square" lIns="0" tIns="0" rIns="0" bIns="0" rtlCol="0" anchor="t"/>
          <a:lstStyle/>
          <a:p>
            <a:pPr algn="ctr" indent="0" marL="0">
              <a:lnSpc>
                <a:spcPct val="100000"/>
              </a:lnSpc>
              <a:buNone/>
            </a:pPr>
            <a:r>
              <a:rPr lang="ko-KR" altLang="en-US" sz="2000" b="1" dirty="0">
                <a:solidFill>
                  <a:srgbClr val="007C83"/>
                </a:solidFill>
                <a:latin typeface="Pretendard" pitchFamily="34" charset="0"/>
                <a:ea typeface="Pretendard" pitchFamily="34" charset="-122"/>
                <a:cs typeface="Pretendard" pitchFamily="34" charset="-120"/>
              </a:rPr>
              <a:t>분리 신경망</a:t>
            </a:r>
            <a:endParaRPr lang="ko-KR" sz="2000" dirty="0"/>
          </a:p>
        </p:txBody>
      </p:sp>
      <p:sp>
        <p:nvSpPr>
          <p:cNvPr id="15" name="Text 13"/>
          <p:cNvSpPr/>
          <p:nvPr/>
        </p:nvSpPr>
        <p:spPr>
          <a:xfrm>
            <a:off x="6428232" y="3026664"/>
            <a:ext cx="2258568" cy="795528"/>
          </a:xfrm>
          <a:prstGeom prst="rect">
            <a:avLst/>
          </a:prstGeom>
          <a:noFill/>
          <a:ln/>
        </p:spPr>
        <p:txBody>
          <a:bodyPr wrap="square" lIns="0" tIns="0" rIns="0" bIns="0" rtlCol="0" anchor="t"/>
          <a:lstStyle/>
          <a:p>
            <a:pPr algn="ctr" indent="0" marL="0">
              <a:lnSpc>
                <a:spcPct val="100000"/>
              </a:lnSpc>
              <a:buNone/>
            </a:pPr>
            <a:r>
              <a:rPr lang="ko-KR" altLang="en-US" sz="1800" dirty="0">
                <a:solidFill>
                  <a:srgbClr val="17313B"/>
                </a:solidFill>
                <a:latin typeface="Pretendard" pitchFamily="34" charset="0"/>
                <a:ea typeface="Pretendard" pitchFamily="34" charset="-122"/>
                <a:cs typeface="Pretendard" pitchFamily="34" charset="-120"/>
              </a:rPr>
              <a:t>U-Net으로</a:t>
            </a:r>
            <a:endParaRPr lang="ko-KR" sz="1800" dirty="0"/>
          </a:p>
          <a:p>
            <a:pPr algn="ctr" indent="0" marL="0">
              <a:lnSpc>
                <a:spcPct val="100000"/>
              </a:lnSpc>
              <a:buNone/>
            </a:pPr>
            <a:r>
              <a:rPr lang="ko-KR" altLang="en-US" sz="1800" dirty="0">
                <a:solidFill>
                  <a:srgbClr val="17313B"/>
                </a:solidFill>
                <a:latin typeface="Pretendard" pitchFamily="34" charset="0"/>
                <a:ea typeface="Pretendard" pitchFamily="34" charset="-122"/>
                <a:cs typeface="Pretendard" pitchFamily="34" charset="-120"/>
              </a:rPr>
              <a:t>신호별 지도 추정</a:t>
            </a:r>
            <a:endParaRPr lang="ko-KR" sz="1800" dirty="0"/>
          </a:p>
        </p:txBody>
      </p:sp>
      <p:sp>
        <p:nvSpPr>
          <p:cNvPr id="16" name="Shape 14"/>
          <p:cNvSpPr/>
          <p:nvPr/>
        </p:nvSpPr>
        <p:spPr>
          <a:xfrm>
            <a:off x="8869680" y="3054096"/>
            <a:ext cx="192024" cy="0"/>
          </a:xfrm>
          <a:prstGeom prst="line">
            <a:avLst/>
          </a:prstGeom>
          <a:noFill/>
          <a:ln w="21590">
            <a:solidFill>
              <a:srgbClr val="007C83"/>
            </a:solidFill>
            <a:prstDash val="solid"/>
            <a:tailEnd type="triangle"/>
          </a:ln>
        </p:spPr>
      </p:sp>
      <p:sp>
        <p:nvSpPr>
          <p:cNvPr id="17" name="Shape 15"/>
          <p:cNvSpPr/>
          <p:nvPr/>
        </p:nvSpPr>
        <p:spPr>
          <a:xfrm>
            <a:off x="9107424" y="2304288"/>
            <a:ext cx="2551176" cy="1572768"/>
          </a:xfrm>
          <a:prstGeom prst="roundRect">
            <a:avLst>
              <a:gd name="adj" fmla="val 5814"/>
            </a:avLst>
          </a:prstGeom>
          <a:solidFill>
            <a:srgbClr val="EAF0F7"/>
          </a:solidFill>
          <a:ln w="12700">
            <a:solidFill>
              <a:srgbClr val="EAF0F7"/>
            </a:solidFill>
            <a:prstDash val="solid"/>
          </a:ln>
        </p:spPr>
      </p:sp>
      <p:sp>
        <p:nvSpPr>
          <p:cNvPr id="18" name="Text 16"/>
          <p:cNvSpPr/>
          <p:nvPr/>
        </p:nvSpPr>
        <p:spPr>
          <a:xfrm>
            <a:off x="9253728" y="2468880"/>
            <a:ext cx="2258568" cy="402336"/>
          </a:xfrm>
          <a:prstGeom prst="rect">
            <a:avLst/>
          </a:prstGeom>
          <a:noFill/>
          <a:ln/>
        </p:spPr>
        <p:txBody>
          <a:bodyPr wrap="square" lIns="0" tIns="0" rIns="0" bIns="0" rtlCol="0" anchor="t"/>
          <a:lstStyle/>
          <a:p>
            <a:pPr algn="ctr" indent="0" marL="0">
              <a:lnSpc>
                <a:spcPct val="100000"/>
              </a:lnSpc>
              <a:buNone/>
            </a:pPr>
            <a:r>
              <a:rPr lang="ko-KR" altLang="en-US" sz="2000" b="1" dirty="0">
                <a:solidFill>
                  <a:srgbClr val="35659B"/>
                </a:solidFill>
                <a:latin typeface="Pretendard" pitchFamily="34" charset="0"/>
                <a:ea typeface="Pretendard" pitchFamily="34" charset="-122"/>
                <a:cs typeface="Pretendard" pitchFamily="34" charset="-120"/>
              </a:rPr>
              <a:t>파형으로 복귀</a:t>
            </a:r>
            <a:endParaRPr lang="ko-KR" sz="2000" dirty="0"/>
          </a:p>
        </p:txBody>
      </p:sp>
      <p:sp>
        <p:nvSpPr>
          <p:cNvPr id="19" name="Text 17"/>
          <p:cNvSpPr/>
          <p:nvPr/>
        </p:nvSpPr>
        <p:spPr>
          <a:xfrm>
            <a:off x="9253728" y="3026664"/>
            <a:ext cx="2258568" cy="795528"/>
          </a:xfrm>
          <a:prstGeom prst="rect">
            <a:avLst/>
          </a:prstGeom>
          <a:noFill/>
          <a:ln/>
        </p:spPr>
        <p:txBody>
          <a:bodyPr wrap="square" lIns="0" tIns="0" rIns="0" bIns="0" rtlCol="0" anchor="t"/>
          <a:lstStyle/>
          <a:p>
            <a:pPr algn="ctr" indent="0" marL="0">
              <a:lnSpc>
                <a:spcPct val="100000"/>
              </a:lnSpc>
              <a:buNone/>
            </a:pPr>
            <a:r>
              <a:rPr lang="ko-KR" altLang="en-US" sz="1800" dirty="0">
                <a:solidFill>
                  <a:srgbClr val="17313B"/>
                </a:solidFill>
                <a:latin typeface="Pretendard" pitchFamily="34" charset="0"/>
                <a:ea typeface="Pretendard" pitchFamily="34" charset="-122"/>
                <a:cs typeface="Pretendard" pitchFamily="34" charset="-120"/>
              </a:rPr>
              <a:t>지도를 역변환</a:t>
            </a:r>
            <a:endParaRPr lang="ko-KR" sz="1800" dirty="0"/>
          </a:p>
          <a:p>
            <a:pPr algn="ctr" indent="0" marL="0">
              <a:lnSpc>
                <a:spcPct val="100000"/>
              </a:lnSpc>
              <a:buNone/>
            </a:pPr>
            <a:r>
              <a:rPr lang="ko-KR" altLang="en-US" sz="1800" dirty="0">
                <a:solidFill>
                  <a:srgbClr val="17313B"/>
                </a:solidFill>
                <a:latin typeface="Pretendard" pitchFamily="34" charset="0"/>
                <a:ea typeface="Pretendard" pitchFamily="34" charset="-122"/>
                <a:cs typeface="Pretendard" pitchFamily="34" charset="-120"/>
              </a:rPr>
              <a:t>하여 I·Q 복원</a:t>
            </a:r>
            <a:endParaRPr lang="ko-KR" sz="1800" dirty="0"/>
          </a:p>
        </p:txBody>
      </p:sp>
      <p:sp>
        <p:nvSpPr>
          <p:cNvPr id="20" name="Text 18"/>
          <p:cNvSpPr/>
          <p:nvPr/>
        </p:nvSpPr>
        <p:spPr>
          <a:xfrm>
            <a:off x="3529584" y="4023360"/>
            <a:ext cx="2194560" cy="292608"/>
          </a:xfrm>
          <a:prstGeom prst="rect">
            <a:avLst/>
          </a:prstGeom>
          <a:noFill/>
          <a:ln/>
        </p:spPr>
        <p:txBody>
          <a:bodyPr wrap="square" lIns="0" tIns="0" rIns="0" bIns="0" rtlCol="0" anchor="t"/>
          <a:lstStyle/>
          <a:p>
            <a:pPr algn="ctr" indent="0" marL="0">
              <a:lnSpc>
                <a:spcPct val="100000"/>
              </a:lnSpc>
              <a:buNone/>
            </a:pPr>
            <a:r>
              <a:rPr lang="ko-KR" altLang="en-US" sz="1600" b="1" dirty="0">
                <a:solidFill>
                  <a:srgbClr val="35659B"/>
                </a:solidFill>
                <a:latin typeface="Pretendard" pitchFamily="34" charset="0"/>
                <a:ea typeface="Pretendard" pitchFamily="34" charset="-122"/>
                <a:cs typeface="Pretendard" pitchFamily="34" charset="-120"/>
              </a:rPr>
              <a:t>지도 변환 = STFT</a:t>
            </a:r>
            <a:endParaRPr lang="ko-KR" sz="1600" dirty="0"/>
          </a:p>
        </p:txBody>
      </p:sp>
      <p:sp>
        <p:nvSpPr>
          <p:cNvPr id="21" name="Text 19"/>
          <p:cNvSpPr/>
          <p:nvPr/>
        </p:nvSpPr>
        <p:spPr>
          <a:xfrm>
            <a:off x="9171432" y="4023360"/>
            <a:ext cx="2194560" cy="292608"/>
          </a:xfrm>
          <a:prstGeom prst="rect">
            <a:avLst/>
          </a:prstGeom>
          <a:noFill/>
          <a:ln/>
        </p:spPr>
        <p:txBody>
          <a:bodyPr wrap="square" lIns="0" tIns="0" rIns="0" bIns="0" rtlCol="0" anchor="t"/>
          <a:lstStyle/>
          <a:p>
            <a:pPr algn="ctr" indent="0" marL="0">
              <a:lnSpc>
                <a:spcPct val="100000"/>
              </a:lnSpc>
              <a:buNone/>
            </a:pPr>
            <a:r>
              <a:rPr lang="ko-KR" altLang="en-US" sz="1600" b="1" dirty="0">
                <a:solidFill>
                  <a:srgbClr val="35659B"/>
                </a:solidFill>
                <a:latin typeface="Pretendard" pitchFamily="34" charset="0"/>
                <a:ea typeface="Pretendard" pitchFamily="34" charset="-122"/>
                <a:cs typeface="Pretendard" pitchFamily="34" charset="-120"/>
              </a:rPr>
              <a:t>역변환 = iSTFT</a:t>
            </a:r>
            <a:endParaRPr lang="ko-KR" sz="1600" dirty="0"/>
          </a:p>
        </p:txBody>
      </p:sp>
      <p:sp>
        <p:nvSpPr>
          <p:cNvPr id="22" name="wave_0"/>
          <p:cNvSpPr/>
          <p:nvPr/>
        </p:nvSpPr>
        <p:spPr>
          <a:xfrm>
            <a:off x="854964" y="4452652"/>
            <a:ext cx="1947672" cy="493862"/>
          </a:xfrm>
          <a:custGeom>
            <a:avLst/>
            <a:gdLst/>
            <a:ahLst/>
            <a:cxnLst/>
            <a:rect l="l" t="t" r="r" b="b"/>
            <a:pathLst>
              <a:path w="1947672" h="493862" fill="none" stroke="1" extrusionOk="0">
                <a:moveTo>
                  <a:pt x="22860" y="230492"/>
                </a:moveTo>
                <a:lnTo>
                  <a:pt x="33485" y="181741"/>
                </a:lnTo>
                <a:lnTo>
                  <a:pt x="44111" y="139221"/>
                </a:lnTo>
                <a:lnTo>
                  <a:pt x="54736" y="105866"/>
                </a:lnTo>
                <a:lnTo>
                  <a:pt x="65362" y="83469"/>
                </a:lnTo>
                <a:lnTo>
                  <a:pt x="75987" y="72512"/>
                </a:lnTo>
                <a:lnTo>
                  <a:pt x="86613" y="72183"/>
                </a:lnTo>
                <a:lnTo>
                  <a:pt x="97238" y="80570"/>
                </a:lnTo>
                <a:lnTo>
                  <a:pt x="107863" y="95001"/>
                </a:lnTo>
                <a:lnTo>
                  <a:pt x="118489" y="112486"/>
                </a:lnTo>
                <a:lnTo>
                  <a:pt x="129114" y="130176"/>
                </a:lnTo>
                <a:lnTo>
                  <a:pt x="139740" y="145800"/>
                </a:lnTo>
                <a:lnTo>
                  <a:pt x="150365" y="157983"/>
                </a:lnTo>
                <a:lnTo>
                  <a:pt x="160991" y="166421"/>
                </a:lnTo>
                <a:lnTo>
                  <a:pt x="171616" y="171883"/>
                </a:lnTo>
                <a:lnTo>
                  <a:pt x="182241" y="176031"/>
                </a:lnTo>
                <a:lnTo>
                  <a:pt x="192867" y="181106"/>
                </a:lnTo>
                <a:lnTo>
                  <a:pt x="203492" y="189504"/>
                </a:lnTo>
                <a:lnTo>
                  <a:pt x="214118" y="203329"/>
                </a:lnTo>
                <a:lnTo>
                  <a:pt x="224743" y="223984"/>
                </a:lnTo>
                <a:lnTo>
                  <a:pt x="235369" y="251851"/>
                </a:lnTo>
                <a:lnTo>
                  <a:pt x="245994" y="286139"/>
                </a:lnTo>
                <a:lnTo>
                  <a:pt x="256619" y="324891"/>
                </a:lnTo>
                <a:lnTo>
                  <a:pt x="267245" y="365182"/>
                </a:lnTo>
                <a:lnTo>
                  <a:pt x="277870" y="403460"/>
                </a:lnTo>
                <a:lnTo>
                  <a:pt x="288496" y="436001"/>
                </a:lnTo>
                <a:lnTo>
                  <a:pt x="299121" y="459393"/>
                </a:lnTo>
                <a:lnTo>
                  <a:pt x="309747" y="471002"/>
                </a:lnTo>
                <a:lnTo>
                  <a:pt x="320372" y="469329"/>
                </a:lnTo>
                <a:lnTo>
                  <a:pt x="330997" y="454228"/>
                </a:lnTo>
                <a:lnTo>
                  <a:pt x="341623" y="426940"/>
                </a:lnTo>
                <a:lnTo>
                  <a:pt x="352248" y="389937"/>
                </a:lnTo>
                <a:lnTo>
                  <a:pt x="362874" y="346608"/>
                </a:lnTo>
                <a:lnTo>
                  <a:pt x="373499" y="300824"/>
                </a:lnTo>
                <a:lnTo>
                  <a:pt x="384125" y="256443"/>
                </a:lnTo>
                <a:lnTo>
                  <a:pt x="394750" y="216831"/>
                </a:lnTo>
                <a:lnTo>
                  <a:pt x="405375" y="184466"/>
                </a:lnTo>
                <a:lnTo>
                  <a:pt x="416001" y="160672"/>
                </a:lnTo>
                <a:lnTo>
                  <a:pt x="426626" y="145534"/>
                </a:lnTo>
                <a:lnTo>
                  <a:pt x="437252" y="137988"/>
                </a:lnTo>
                <a:lnTo>
                  <a:pt x="447877" y="136080"/>
                </a:lnTo>
                <a:lnTo>
                  <a:pt x="458503" y="137346"/>
                </a:lnTo>
                <a:lnTo>
                  <a:pt x="469128" y="139263"/>
                </a:lnTo>
                <a:lnTo>
                  <a:pt x="479753" y="139687"/>
                </a:lnTo>
                <a:lnTo>
                  <a:pt x="490379" y="137232"/>
                </a:lnTo>
                <a:lnTo>
                  <a:pt x="501004" y="131508"/>
                </a:lnTo>
                <a:lnTo>
                  <a:pt x="511630" y="123208"/>
                </a:lnTo>
                <a:lnTo>
                  <a:pt x="522255" y="114006"/>
                </a:lnTo>
                <a:lnTo>
                  <a:pt x="532881" y="106297"/>
                </a:lnTo>
                <a:lnTo>
                  <a:pt x="543506" y="102818"/>
                </a:lnTo>
                <a:lnTo>
                  <a:pt x="554132" y="106186"/>
                </a:lnTo>
                <a:lnTo>
                  <a:pt x="564757" y="118456"/>
                </a:lnTo>
                <a:lnTo>
                  <a:pt x="575382" y="140739"/>
                </a:lnTo>
                <a:lnTo>
                  <a:pt x="586008" y="172944"/>
                </a:lnTo>
                <a:lnTo>
                  <a:pt x="596633" y="213698"/>
                </a:lnTo>
                <a:lnTo>
                  <a:pt x="607259" y="260443"/>
                </a:lnTo>
                <a:lnTo>
                  <a:pt x="617884" y="309709"/>
                </a:lnTo>
                <a:lnTo>
                  <a:pt x="628510" y="357514"/>
                </a:lnTo>
                <a:lnTo>
                  <a:pt x="639135" y="399858"/>
                </a:lnTo>
                <a:lnTo>
                  <a:pt x="649760" y="433213"/>
                </a:lnTo>
                <a:lnTo>
                  <a:pt x="660386" y="454960"/>
                </a:lnTo>
                <a:lnTo>
                  <a:pt x="671011" y="463707"/>
                </a:lnTo>
                <a:lnTo>
                  <a:pt x="681637" y="459435"/>
                </a:lnTo>
                <a:lnTo>
                  <a:pt x="692262" y="443463"/>
                </a:lnTo>
                <a:lnTo>
                  <a:pt x="702888" y="418234"/>
                </a:lnTo>
                <a:lnTo>
                  <a:pt x="713513" y="386951"/>
                </a:lnTo>
                <a:lnTo>
                  <a:pt x="724138" y="353121"/>
                </a:lnTo>
                <a:lnTo>
                  <a:pt x="734764" y="320073"/>
                </a:lnTo>
                <a:lnTo>
                  <a:pt x="745389" y="290518"/>
                </a:lnTo>
                <a:lnTo>
                  <a:pt x="756015" y="266218"/>
                </a:lnTo>
                <a:lnTo>
                  <a:pt x="766640" y="247802"/>
                </a:lnTo>
                <a:lnTo>
                  <a:pt x="777266" y="234768"/>
                </a:lnTo>
                <a:lnTo>
                  <a:pt x="787891" y="225655"/>
                </a:lnTo>
                <a:lnTo>
                  <a:pt x="798516" y="218360"/>
                </a:lnTo>
                <a:lnTo>
                  <a:pt x="809142" y="210554"/>
                </a:lnTo>
                <a:lnTo>
                  <a:pt x="819767" y="200133"/>
                </a:lnTo>
                <a:lnTo>
                  <a:pt x="830393" y="185621"/>
                </a:lnTo>
                <a:lnTo>
                  <a:pt x="841018" y="166487"/>
                </a:lnTo>
                <a:lnTo>
                  <a:pt x="851644" y="143300"/>
                </a:lnTo>
                <a:lnTo>
                  <a:pt x="862269" y="117717"/>
                </a:lnTo>
                <a:lnTo>
                  <a:pt x="872894" y="92292"/>
                </a:lnTo>
                <a:lnTo>
                  <a:pt x="883520" y="70137"/>
                </a:lnTo>
                <a:lnTo>
                  <a:pt x="894145" y="54485"/>
                </a:lnTo>
                <a:lnTo>
                  <a:pt x="904771" y="48212"/>
                </a:lnTo>
                <a:lnTo>
                  <a:pt x="915396" y="53397"/>
                </a:lnTo>
                <a:lnTo>
                  <a:pt x="926022" y="70982"/>
                </a:lnTo>
                <a:lnTo>
                  <a:pt x="936647" y="100580"/>
                </a:lnTo>
                <a:lnTo>
                  <a:pt x="947272" y="140462"/>
                </a:lnTo>
                <a:lnTo>
                  <a:pt x="957898" y="187736"/>
                </a:lnTo>
                <a:lnTo>
                  <a:pt x="968523" y="238674"/>
                </a:lnTo>
                <a:lnTo>
                  <a:pt x="979149" y="289170"/>
                </a:lnTo>
                <a:lnTo>
                  <a:pt x="989774" y="335232"/>
                </a:lnTo>
                <a:lnTo>
                  <a:pt x="1000400" y="373471"/>
                </a:lnTo>
                <a:lnTo>
                  <a:pt x="1011025" y="401491"/>
                </a:lnTo>
                <a:lnTo>
                  <a:pt x="1021650" y="418145"/>
                </a:lnTo>
                <a:lnTo>
                  <a:pt x="1032276" y="423612"/>
                </a:lnTo>
                <a:lnTo>
                  <a:pt x="1042901" y="419287"/>
                </a:lnTo>
                <a:lnTo>
                  <a:pt x="1053527" y="407512"/>
                </a:lnTo>
                <a:lnTo>
                  <a:pt x="1064152" y="391179"/>
                </a:lnTo>
                <a:lnTo>
                  <a:pt x="1074778" y="373262"/>
                </a:lnTo>
                <a:lnTo>
                  <a:pt x="1085403" y="356371"/>
                </a:lnTo>
                <a:lnTo>
                  <a:pt x="1096028" y="342361"/>
                </a:lnTo>
                <a:lnTo>
                  <a:pt x="1106654" y="332082"/>
                </a:lnTo>
                <a:lnTo>
                  <a:pt x="1117279" y="325290"/>
                </a:lnTo>
                <a:lnTo>
                  <a:pt x="1127905" y="320737"/>
                </a:lnTo>
                <a:lnTo>
                  <a:pt x="1138530" y="316426"/>
                </a:lnTo>
                <a:lnTo>
                  <a:pt x="1149156" y="309981"/>
                </a:lnTo>
                <a:lnTo>
                  <a:pt x="1159781" y="299098"/>
                </a:lnTo>
                <a:lnTo>
                  <a:pt x="1170406" y="281975"/>
                </a:lnTo>
                <a:lnTo>
                  <a:pt x="1181032" y="257691"/>
                </a:lnTo>
                <a:lnTo>
                  <a:pt x="1191657" y="226438"/>
                </a:lnTo>
                <a:lnTo>
                  <a:pt x="1202283" y="189607"/>
                </a:lnTo>
                <a:lnTo>
                  <a:pt x="1212908" y="149671"/>
                </a:lnTo>
                <a:lnTo>
                  <a:pt x="1223534" y="109921"/>
                </a:lnTo>
                <a:lnTo>
                  <a:pt x="1234159" y="74054"/>
                </a:lnTo>
                <a:lnTo>
                  <a:pt x="1244784" y="45699"/>
                </a:lnTo>
                <a:lnTo>
                  <a:pt x="1255410" y="27934"/>
                </a:lnTo>
                <a:lnTo>
                  <a:pt x="1266035" y="22860"/>
                </a:lnTo>
                <a:lnTo>
                  <a:pt x="1276661" y="31317"/>
                </a:lnTo>
                <a:lnTo>
                  <a:pt x="1287286" y="52749"/>
                </a:lnTo>
                <a:lnTo>
                  <a:pt x="1297912" y="85270"/>
                </a:lnTo>
                <a:lnTo>
                  <a:pt x="1308537" y="125900"/>
                </a:lnTo>
                <a:lnTo>
                  <a:pt x="1319162" y="170952"/>
                </a:lnTo>
                <a:lnTo>
                  <a:pt x="1329788" y="216496"/>
                </a:lnTo>
                <a:lnTo>
                  <a:pt x="1340413" y="258866"/>
                </a:lnTo>
                <a:lnTo>
                  <a:pt x="1351039" y="295096"/>
                </a:lnTo>
                <a:lnTo>
                  <a:pt x="1361664" y="323264"/>
                </a:lnTo>
                <a:lnTo>
                  <a:pt x="1372290" y="342664"/>
                </a:lnTo>
                <a:lnTo>
                  <a:pt x="1382915" y="353810"/>
                </a:lnTo>
                <a:lnTo>
                  <a:pt x="1393540" y="358251"/>
                </a:lnTo>
                <a:lnTo>
                  <a:pt x="1404166" y="358250"/>
                </a:lnTo>
                <a:lnTo>
                  <a:pt x="1414791" y="356357"/>
                </a:lnTo>
                <a:lnTo>
                  <a:pt x="1425417" y="354958"/>
                </a:lnTo>
                <a:lnTo>
                  <a:pt x="1436042" y="355858"/>
                </a:lnTo>
                <a:lnTo>
                  <a:pt x="1446668" y="359967"/>
                </a:lnTo>
                <a:lnTo>
                  <a:pt x="1457293" y="367131"/>
                </a:lnTo>
                <a:lnTo>
                  <a:pt x="1467919" y="376145"/>
                </a:lnTo>
                <a:lnTo>
                  <a:pt x="1478544" y="384931"/>
                </a:lnTo>
                <a:lnTo>
                  <a:pt x="1489169" y="390870"/>
                </a:lnTo>
                <a:lnTo>
                  <a:pt x="1499795" y="391228"/>
                </a:lnTo>
                <a:lnTo>
                  <a:pt x="1510420" y="383615"/>
                </a:lnTo>
                <a:lnTo>
                  <a:pt x="1521046" y="366406"/>
                </a:lnTo>
                <a:lnTo>
                  <a:pt x="1531671" y="339071"/>
                </a:lnTo>
                <a:lnTo>
                  <a:pt x="1542297" y="302341"/>
                </a:lnTo>
                <a:lnTo>
                  <a:pt x="1552922" y="258206"/>
                </a:lnTo>
                <a:lnTo>
                  <a:pt x="1563547" y="209724"/>
                </a:lnTo>
                <a:lnTo>
                  <a:pt x="1574173" y="160678"/>
                </a:lnTo>
                <a:lnTo>
                  <a:pt x="1584798" y="115121"/>
                </a:lnTo>
                <a:lnTo>
                  <a:pt x="1595424" y="76879"/>
                </a:lnTo>
                <a:lnTo>
                  <a:pt x="1606049" y="49071"/>
                </a:lnTo>
                <a:lnTo>
                  <a:pt x="1616675" y="33735"/>
                </a:lnTo>
                <a:lnTo>
                  <a:pt x="1627300" y="31582"/>
                </a:lnTo>
                <a:lnTo>
                  <a:pt x="1637925" y="41946"/>
                </a:lnTo>
                <a:lnTo>
                  <a:pt x="1648551" y="62909"/>
                </a:lnTo>
                <a:lnTo>
                  <a:pt x="1659176" y="91596"/>
                </a:lnTo>
                <a:lnTo>
                  <a:pt x="1669802" y="124591"/>
                </a:lnTo>
                <a:lnTo>
                  <a:pt x="1680427" y="158417"/>
                </a:lnTo>
                <a:lnTo>
                  <a:pt x="1691053" y="190004"/>
                </a:lnTo>
                <a:lnTo>
                  <a:pt x="1701678" y="217083"/>
                </a:lnTo>
                <a:lnTo>
                  <a:pt x="1712303" y="238447"/>
                </a:lnTo>
                <a:lnTo>
                  <a:pt x="1722929" y="254044"/>
                </a:lnTo>
                <a:lnTo>
                  <a:pt x="1733554" y="264885"/>
                </a:lnTo>
                <a:lnTo>
                  <a:pt x="1744180" y="272802"/>
                </a:lnTo>
                <a:lnTo>
                  <a:pt x="1754805" y="280065"/>
                </a:lnTo>
                <a:lnTo>
                  <a:pt x="1765431" y="288946"/>
                </a:lnTo>
                <a:lnTo>
                  <a:pt x="1776056" y="301281"/>
                </a:lnTo>
                <a:lnTo>
                  <a:pt x="1786681" y="318105"/>
                </a:lnTo>
                <a:lnTo>
                  <a:pt x="1797307" y="339407"/>
                </a:lnTo>
                <a:lnTo>
                  <a:pt x="1807932" y="364062"/>
                </a:lnTo>
                <a:lnTo>
                  <a:pt x="1818558" y="389929"/>
                </a:lnTo>
                <a:lnTo>
                  <a:pt x="1829183" y="414126"/>
                </a:lnTo>
                <a:lnTo>
                  <a:pt x="1839809" y="433423"/>
                </a:lnTo>
                <a:lnTo>
                  <a:pt x="1850434" y="444705"/>
                </a:lnTo>
                <a:lnTo>
                  <a:pt x="1861059" y="445444"/>
                </a:lnTo>
                <a:lnTo>
                  <a:pt x="1871685" y="434096"/>
                </a:lnTo>
                <a:lnTo>
                  <a:pt x="1882310" y="410370"/>
                </a:lnTo>
                <a:lnTo>
                  <a:pt x="1892936" y="375335"/>
                </a:lnTo>
                <a:lnTo>
                  <a:pt x="1903561" y="331334"/>
                </a:lnTo>
                <a:lnTo>
                  <a:pt x="1914187" y="281727"/>
                </a:lnTo>
                <a:lnTo>
                  <a:pt x="1924812" y="230492"/>
                </a:lnTo>
              </a:path>
            </a:pathLst>
          </a:custGeom>
          <a:solidFill>
            <a:srgbClr val="FFFFFF">
              <a:alpha val="0"/>
            </a:srgbClr>
          </a:solidFill>
          <a:ln w="19050" cap="rnd">
            <a:solidFill>
              <a:srgbClr val="17313B"/>
            </a:solidFill>
            <a:prstDash val="solid"/>
          </a:ln>
        </p:spPr>
      </p:sp>
      <p:sp>
        <p:nvSpPr>
          <p:cNvPr id="23" name="Shape 21"/>
          <p:cNvSpPr/>
          <p:nvPr/>
        </p:nvSpPr>
        <p:spPr>
          <a:xfrm>
            <a:off x="2852928" y="4727448"/>
            <a:ext cx="365760" cy="0"/>
          </a:xfrm>
          <a:prstGeom prst="line">
            <a:avLst/>
          </a:prstGeom>
          <a:noFill/>
          <a:ln w="21590">
            <a:solidFill>
              <a:srgbClr val="35659B"/>
            </a:solidFill>
            <a:prstDash val="solid"/>
            <a:tailEnd type="triangle"/>
          </a:ln>
        </p:spPr>
      </p:sp>
      <p:pic>
        <p:nvPicPr>
          <p:cNvPr id="24" name="Image 0" descr="/home/pyj/문서/GitHub/Drone_RF_Estimation/experiments/presentation_results_20261013/assets/actual_stft.png">    </p:cNvPr>
          <p:cNvPicPr>
            <a:picLocks noChangeAspect="1"/>
          </p:cNvPicPr>
          <p:nvPr/>
        </p:nvPicPr>
        <p:blipFill>
          <a:blip r:embed="rId1"/>
          <a:stretch>
            <a:fillRect/>
          </a:stretch>
        </p:blipFill>
        <p:spPr>
          <a:xfrm>
            <a:off x="3520440" y="4471416"/>
            <a:ext cx="2368296" cy="740664"/>
          </a:xfrm>
          <a:prstGeom prst="rect">
            <a:avLst/>
          </a:prstGeom>
        </p:spPr>
      </p:pic>
      <p:sp>
        <p:nvSpPr>
          <p:cNvPr id="25" name="Text 22"/>
          <p:cNvSpPr/>
          <p:nvPr/>
        </p:nvSpPr>
        <p:spPr>
          <a:xfrm>
            <a:off x="3511296" y="5294376"/>
            <a:ext cx="2395728" cy="256032"/>
          </a:xfrm>
          <a:prstGeom prst="rect">
            <a:avLst/>
          </a:prstGeom>
          <a:noFill/>
          <a:ln/>
        </p:spPr>
        <p:txBody>
          <a:bodyPr wrap="square" lIns="0" tIns="0" rIns="0" bIns="0" rtlCol="0" anchor="t"/>
          <a:lstStyle/>
          <a:p>
            <a:pPr algn="ctr" indent="0" marL="0">
              <a:lnSpc>
                <a:spcPct val="100000"/>
              </a:lnSpc>
              <a:buNone/>
            </a:pPr>
            <a:r>
              <a:rPr lang="ko-KR" altLang="en-US" sz="1280" dirty="0">
                <a:solidFill>
                  <a:srgbClr val="647986"/>
                </a:solidFill>
                <a:latin typeface="Pretendard" pitchFamily="34" charset="0"/>
                <a:ea typeface="Pretendard" pitchFamily="34" charset="-122"/>
                <a:cs typeface="Pretendard" pitchFamily="34" charset="-120"/>
              </a:rPr>
              <a:t>가로: 시간 / 세로: 주파수</a:t>
            </a:r>
            <a:endParaRPr lang="ko-KR" sz="1280" dirty="0"/>
          </a:p>
        </p:txBody>
      </p:sp>
      <p:sp>
        <p:nvSpPr>
          <p:cNvPr id="26" name="Text 23"/>
          <p:cNvSpPr/>
          <p:nvPr/>
        </p:nvSpPr>
        <p:spPr>
          <a:xfrm>
            <a:off x="6437376" y="4443984"/>
            <a:ext cx="4965192" cy="1051560"/>
          </a:xfrm>
          <a:prstGeom prst="rect">
            <a:avLst/>
          </a:prstGeom>
          <a:noFill/>
          <a:ln/>
        </p:spPr>
        <p:txBody>
          <a:bodyPr wrap="square" lIns="0" tIns="0" rIns="0" bIns="0" rtlCol="0" anchor="t"/>
          <a:lstStyle/>
          <a:p>
            <a:pPr algn="l" indent="0" marL="0">
              <a:lnSpc>
                <a:spcPct val="100000"/>
              </a:lnSpc>
              <a:buNone/>
            </a:pPr>
            <a:r>
              <a:rPr lang="ko-KR" altLang="en-US" sz="1900" dirty="0">
                <a:solidFill>
                  <a:srgbClr val="17313B"/>
                </a:solidFill>
                <a:latin typeface="Pretendard" pitchFamily="34" charset="0"/>
                <a:ea typeface="Pretendard" pitchFamily="34" charset="-122"/>
                <a:cs typeface="Pretendard" pitchFamily="34" charset="-120"/>
              </a:rPr>
              <a:t>신호 3개 + 배경 출력</a:t>
            </a:r>
            <a:endParaRPr lang="ko-KR" sz="1900" dirty="0"/>
          </a:p>
          <a:p>
            <a:pPr algn="l" indent="0" marL="0">
              <a:lnSpc>
                <a:spcPct val="100000"/>
              </a:lnSpc>
              <a:buNone/>
            </a:pPr>
            <a:r>
              <a:rPr lang="ko-KR" altLang="en-US" sz="1900" dirty="0">
                <a:solidFill>
                  <a:srgbClr val="17313B"/>
                </a:solidFill>
                <a:latin typeface="Pretendard" pitchFamily="34" charset="0"/>
                <a:ea typeface="Pretendard" pitchFamily="34" charset="-122"/>
                <a:cs typeface="Pretendard" pitchFamily="34" charset="-120"/>
              </a:rPr>
              <a:t>긴 구간의 전력 특징을 함께 사용</a:t>
            </a:r>
            <a:endParaRPr lang="ko-KR" sz="1900" dirty="0"/>
          </a:p>
          <a:p>
            <a:pPr algn="l" indent="0" marL="0">
              <a:lnSpc>
                <a:spcPct val="100000"/>
              </a:lnSpc>
              <a:buNone/>
            </a:pPr>
            <a:r>
              <a:rPr lang="ko-KR" altLang="en-US" sz="1900" dirty="0">
                <a:solidFill>
                  <a:srgbClr val="17313B"/>
                </a:solidFill>
                <a:latin typeface="Pretendard" pitchFamily="34" charset="0"/>
                <a:ea typeface="Pretendard" pitchFamily="34" charset="-122"/>
                <a:cs typeface="Pretendard" pitchFamily="34" charset="-120"/>
              </a:rPr>
              <a:t>8개 위상의 복원 결과를 정렬·평균</a:t>
            </a:r>
            <a:endParaRPr lang="ko-KR" sz="1900" dirty="0"/>
          </a:p>
        </p:txBody>
      </p:sp>
      <p:sp>
        <p:nvSpPr>
          <p:cNvPr id="27" name="Text 24"/>
          <p:cNvSpPr/>
          <p:nvPr/>
        </p:nvSpPr>
        <p:spPr>
          <a:xfrm>
            <a:off x="11000232" y="6409944"/>
            <a:ext cx="566928" cy="274320"/>
          </a:xfrm>
          <a:prstGeom prst="rect">
            <a:avLst/>
          </a:prstGeom>
          <a:noFill/>
          <a:ln/>
        </p:spPr>
        <p:txBody>
          <a:bodyPr wrap="square" lIns="0" tIns="0" rIns="0" bIns="0" rtlCol="0" anchor="t"/>
          <a:lstStyle/>
          <a:p>
            <a:pPr algn="r" indent="0" marL="0">
              <a:lnSpc>
                <a:spcPct val="100000"/>
              </a:lnSpc>
              <a:buNone/>
            </a:pPr>
            <a:r>
              <a:rPr lang="ko-KR" altLang="en-US" sz="1200" dirty="0">
                <a:solidFill>
                  <a:srgbClr val="647986"/>
                </a:solidFill>
                <a:latin typeface="Pretendard" pitchFamily="34" charset="0"/>
                <a:ea typeface="Pretendard" pitchFamily="34" charset="-122"/>
                <a:cs typeface="Pretendard" pitchFamily="34" charset="-120"/>
              </a:rPr>
              <a:t>03</a:t>
            </a:r>
            <a:endParaRPr lang="ko-KR"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292608"/>
            <a:ext cx="10881360" cy="274320"/>
          </a:xfrm>
          <a:prstGeom prst="rect">
            <a:avLst/>
          </a:prstGeom>
          <a:noFill/>
          <a:ln/>
        </p:spPr>
        <p:txBody>
          <a:bodyPr wrap="square" lIns="0" tIns="0" rIns="0" bIns="0" rtlCol="0" anchor="t"/>
          <a:lstStyle/>
          <a:p>
            <a:pPr algn="l" indent="0" marL="0">
              <a:lnSpc>
                <a:spcPct val="100000"/>
              </a:lnSpc>
              <a:buNone/>
            </a:pPr>
            <a:r>
              <a:rPr lang="ko-KR" altLang="en-US" sz="1300" dirty="0">
                <a:solidFill>
                  <a:srgbClr val="007C83"/>
                </a:solidFill>
                <a:latin typeface="Pretendard" pitchFamily="34" charset="0"/>
                <a:ea typeface="Pretendard" pitchFamily="34" charset="-122"/>
                <a:cs typeface="Pretendard" pitchFamily="34" charset="-120"/>
              </a:rPr>
              <a:t>분리 모델</a:t>
            </a:r>
            <a:endParaRPr lang="ko-KR" sz="1300" dirty="0"/>
          </a:p>
        </p:txBody>
      </p:sp>
      <p:sp>
        <p:nvSpPr>
          <p:cNvPr id="3" name="Text 1"/>
          <p:cNvSpPr/>
          <p:nvPr/>
        </p:nvSpPr>
        <p:spPr>
          <a:xfrm>
            <a:off x="594360" y="832104"/>
            <a:ext cx="10972800" cy="649224"/>
          </a:xfrm>
          <a:prstGeom prst="rect">
            <a:avLst/>
          </a:prstGeom>
          <a:noFill/>
          <a:ln/>
        </p:spPr>
        <p:txBody>
          <a:bodyPr wrap="square" lIns="0" tIns="0" rIns="0" bIns="0" rtlCol="0" anchor="t"/>
          <a:lstStyle/>
          <a:p>
            <a:pPr algn="l" indent="0" marL="0">
              <a:lnSpc>
                <a:spcPct val="100000"/>
              </a:lnSpc>
              <a:buNone/>
            </a:pPr>
            <a:r>
              <a:rPr lang="ko-KR" altLang="en-US" sz="3100" b="1" dirty="0">
                <a:solidFill>
                  <a:srgbClr val="17313B"/>
                </a:solidFill>
                <a:latin typeface="Pretendard" pitchFamily="34" charset="0"/>
                <a:ea typeface="Pretendard" pitchFamily="34" charset="-122"/>
                <a:cs typeface="Pretendard" pitchFamily="34" charset="-120"/>
              </a:rPr>
              <a:t>U-Net을 이용한 복소 성분 추정</a:t>
            </a:r>
            <a:endParaRPr lang="ko-KR" sz="3100" dirty="0"/>
          </a:p>
        </p:txBody>
      </p:sp>
      <p:sp>
        <p:nvSpPr>
          <p:cNvPr id="4" name="Text 2"/>
          <p:cNvSpPr/>
          <p:nvPr/>
        </p:nvSpPr>
        <p:spPr>
          <a:xfrm>
            <a:off x="594360" y="1609344"/>
            <a:ext cx="10972800" cy="402336"/>
          </a:xfrm>
          <a:prstGeom prst="rect">
            <a:avLst/>
          </a:prstGeom>
          <a:noFill/>
          <a:ln/>
        </p:spPr>
        <p:txBody>
          <a:bodyPr wrap="square" lIns="0" tIns="0" rIns="0" bIns="0" rtlCol="0" anchor="t"/>
          <a:lstStyle/>
          <a:p>
            <a:pPr algn="l" indent="0" marL="0">
              <a:lnSpc>
                <a:spcPct val="100000"/>
              </a:lnSpc>
              <a:buNone/>
            </a:pPr>
            <a:r>
              <a:rPr lang="ko-KR" altLang="en-US" sz="1800" dirty="0">
                <a:solidFill>
                  <a:srgbClr val="647986"/>
                </a:solidFill>
                <a:latin typeface="Pretendard" pitchFamily="34" charset="0"/>
                <a:ea typeface="Pretendard" pitchFamily="34" charset="-122"/>
                <a:cs typeface="Pretendard" pitchFamily="34" charset="-120"/>
              </a:rPr>
              <a:t>넓은 패턴과 세부 정보를 함께 읽어 신호별 I·Q 지도 생성</a:t>
            </a:r>
            <a:endParaRPr lang="ko-KR" sz="1800" dirty="0"/>
          </a:p>
        </p:txBody>
      </p:sp>
      <p:sp>
        <p:nvSpPr>
          <p:cNvPr id="5" name="Shape 3"/>
          <p:cNvSpPr/>
          <p:nvPr/>
        </p:nvSpPr>
        <p:spPr>
          <a:xfrm>
            <a:off x="630936" y="2148840"/>
            <a:ext cx="2340864" cy="448056"/>
          </a:xfrm>
          <a:prstGeom prst="roundRect">
            <a:avLst>
              <a:gd name="adj" fmla="val 20408"/>
            </a:avLst>
          </a:prstGeom>
          <a:solidFill>
            <a:srgbClr val="E7F3F2"/>
          </a:solidFill>
          <a:ln w="12700">
            <a:solidFill>
              <a:srgbClr val="E7F3F2"/>
            </a:solidFill>
            <a:prstDash val="solid"/>
          </a:ln>
        </p:spPr>
      </p:sp>
      <p:sp>
        <p:nvSpPr>
          <p:cNvPr id="6" name="Text 4"/>
          <p:cNvSpPr/>
          <p:nvPr/>
        </p:nvSpPr>
        <p:spPr>
          <a:xfrm>
            <a:off x="722376" y="2276856"/>
            <a:ext cx="2157984" cy="265176"/>
          </a:xfrm>
          <a:prstGeom prst="rect">
            <a:avLst/>
          </a:prstGeom>
          <a:noFill/>
          <a:ln/>
        </p:spPr>
        <p:txBody>
          <a:bodyPr wrap="square" lIns="0" tIns="0" rIns="0" bIns="0" rtlCol="0" anchor="t"/>
          <a:lstStyle/>
          <a:p>
            <a:pPr algn="ctr" indent="0" marL="0">
              <a:lnSpc>
                <a:spcPct val="100000"/>
              </a:lnSpc>
              <a:buNone/>
            </a:pPr>
            <a:r>
              <a:rPr lang="ko-KR" altLang="en-US" sz="1580" b="1" dirty="0">
                <a:solidFill>
                  <a:srgbClr val="007C83"/>
                </a:solidFill>
                <a:latin typeface="Pretendard" pitchFamily="34" charset="0"/>
                <a:ea typeface="Pretendard" pitchFamily="34" charset="-122"/>
                <a:cs typeface="Pretendard" pitchFamily="34" charset="-120"/>
              </a:rPr>
              <a:t>입력 1: 실수부 I</a:t>
            </a:r>
            <a:endParaRPr lang="ko-KR" sz="1580" dirty="0"/>
          </a:p>
        </p:txBody>
      </p:sp>
      <p:sp>
        <p:nvSpPr>
          <p:cNvPr id="7" name="Shape 5"/>
          <p:cNvSpPr/>
          <p:nvPr/>
        </p:nvSpPr>
        <p:spPr>
          <a:xfrm>
            <a:off x="3108960" y="2148840"/>
            <a:ext cx="2340864" cy="448056"/>
          </a:xfrm>
          <a:prstGeom prst="roundRect">
            <a:avLst>
              <a:gd name="adj" fmla="val 20408"/>
            </a:avLst>
          </a:prstGeom>
          <a:solidFill>
            <a:srgbClr val="E7F3F2"/>
          </a:solidFill>
          <a:ln w="12700">
            <a:solidFill>
              <a:srgbClr val="E7F3F2"/>
            </a:solidFill>
            <a:prstDash val="solid"/>
          </a:ln>
        </p:spPr>
      </p:sp>
      <p:sp>
        <p:nvSpPr>
          <p:cNvPr id="8" name="Text 6"/>
          <p:cNvSpPr/>
          <p:nvPr/>
        </p:nvSpPr>
        <p:spPr>
          <a:xfrm>
            <a:off x="3200400" y="2276856"/>
            <a:ext cx="2157984" cy="265176"/>
          </a:xfrm>
          <a:prstGeom prst="rect">
            <a:avLst/>
          </a:prstGeom>
          <a:noFill/>
          <a:ln/>
        </p:spPr>
        <p:txBody>
          <a:bodyPr wrap="square" lIns="0" tIns="0" rIns="0" bIns="0" rtlCol="0" anchor="t"/>
          <a:lstStyle/>
          <a:p>
            <a:pPr algn="ctr" indent="0" marL="0">
              <a:lnSpc>
                <a:spcPct val="100000"/>
              </a:lnSpc>
              <a:buNone/>
            </a:pPr>
            <a:r>
              <a:rPr lang="ko-KR" altLang="en-US" sz="1580" b="1" dirty="0">
                <a:solidFill>
                  <a:srgbClr val="007C83"/>
                </a:solidFill>
                <a:latin typeface="Pretendard" pitchFamily="34" charset="0"/>
                <a:ea typeface="Pretendard" pitchFamily="34" charset="-122"/>
                <a:cs typeface="Pretendard" pitchFamily="34" charset="-120"/>
              </a:rPr>
              <a:t>입력 2: 허수부 Q</a:t>
            </a:r>
            <a:endParaRPr lang="ko-KR" sz="1580" dirty="0"/>
          </a:p>
        </p:txBody>
      </p:sp>
      <p:sp>
        <p:nvSpPr>
          <p:cNvPr id="9" name="Shape 7"/>
          <p:cNvSpPr/>
          <p:nvPr/>
        </p:nvSpPr>
        <p:spPr>
          <a:xfrm>
            <a:off x="5586984" y="2148840"/>
            <a:ext cx="2898648" cy="448056"/>
          </a:xfrm>
          <a:prstGeom prst="roundRect">
            <a:avLst>
              <a:gd name="adj" fmla="val 20408"/>
            </a:avLst>
          </a:prstGeom>
          <a:solidFill>
            <a:srgbClr val="E7F3F2"/>
          </a:solidFill>
          <a:ln w="12700">
            <a:solidFill>
              <a:srgbClr val="E7F3F2"/>
            </a:solidFill>
            <a:prstDash val="solid"/>
          </a:ln>
        </p:spPr>
      </p:sp>
      <p:sp>
        <p:nvSpPr>
          <p:cNvPr id="10" name="Text 8"/>
          <p:cNvSpPr/>
          <p:nvPr/>
        </p:nvSpPr>
        <p:spPr>
          <a:xfrm>
            <a:off x="5678424" y="2276856"/>
            <a:ext cx="2715768" cy="265176"/>
          </a:xfrm>
          <a:prstGeom prst="rect">
            <a:avLst/>
          </a:prstGeom>
          <a:noFill/>
          <a:ln/>
        </p:spPr>
        <p:txBody>
          <a:bodyPr wrap="square" lIns="0" tIns="0" rIns="0" bIns="0" rtlCol="0" anchor="t"/>
          <a:lstStyle/>
          <a:p>
            <a:pPr algn="ctr" indent="0" marL="0">
              <a:lnSpc>
                <a:spcPct val="100000"/>
              </a:lnSpc>
              <a:buNone/>
            </a:pPr>
            <a:r>
              <a:rPr lang="ko-KR" altLang="en-US" sz="1580" b="1" dirty="0">
                <a:solidFill>
                  <a:srgbClr val="007C83"/>
                </a:solidFill>
                <a:latin typeface="Pretendard" pitchFamily="34" charset="0"/>
                <a:ea typeface="Pretendard" pitchFamily="34" charset="-122"/>
                <a:cs typeface="Pretendard" pitchFamily="34" charset="-120"/>
              </a:rPr>
              <a:t>입력 3: 고정값 0.5</a:t>
            </a:r>
            <a:endParaRPr lang="ko-KR" sz="1580" dirty="0"/>
          </a:p>
        </p:txBody>
      </p:sp>
      <p:sp>
        <p:nvSpPr>
          <p:cNvPr id="11" name="Shape 9"/>
          <p:cNvSpPr/>
          <p:nvPr/>
        </p:nvSpPr>
        <p:spPr>
          <a:xfrm>
            <a:off x="8622792" y="2148840"/>
            <a:ext cx="2935224" cy="448056"/>
          </a:xfrm>
          <a:prstGeom prst="roundRect">
            <a:avLst>
              <a:gd name="adj" fmla="val 20408"/>
            </a:avLst>
          </a:prstGeom>
          <a:solidFill>
            <a:srgbClr val="E7F3F2"/>
          </a:solidFill>
          <a:ln w="12700">
            <a:solidFill>
              <a:srgbClr val="E7F3F2"/>
            </a:solidFill>
            <a:prstDash val="solid"/>
          </a:ln>
        </p:spPr>
      </p:sp>
      <p:sp>
        <p:nvSpPr>
          <p:cNvPr id="12" name="Text 10"/>
          <p:cNvSpPr/>
          <p:nvPr/>
        </p:nvSpPr>
        <p:spPr>
          <a:xfrm>
            <a:off x="8714232" y="2276856"/>
            <a:ext cx="2752344" cy="265176"/>
          </a:xfrm>
          <a:prstGeom prst="rect">
            <a:avLst/>
          </a:prstGeom>
          <a:noFill/>
          <a:ln/>
        </p:spPr>
        <p:txBody>
          <a:bodyPr wrap="square" lIns="0" tIns="0" rIns="0" bIns="0" rtlCol="0" anchor="t"/>
          <a:lstStyle/>
          <a:p>
            <a:pPr algn="ctr" indent="0" marL="0">
              <a:lnSpc>
                <a:spcPct val="100000"/>
              </a:lnSpc>
              <a:buNone/>
            </a:pPr>
            <a:r>
              <a:rPr lang="ko-KR" altLang="en-US" sz="1580" b="1" dirty="0">
                <a:solidFill>
                  <a:srgbClr val="007C83"/>
                </a:solidFill>
                <a:latin typeface="Pretendard" pitchFamily="34" charset="0"/>
                <a:ea typeface="Pretendard" pitchFamily="34" charset="-122"/>
                <a:cs typeface="Pretendard" pitchFamily="34" charset="-120"/>
              </a:rPr>
              <a:t>입력 4: 크기를 로그로 압축</a:t>
            </a:r>
            <a:endParaRPr lang="ko-KR" sz="1580" dirty="0"/>
          </a:p>
        </p:txBody>
      </p:sp>
      <p:sp>
        <p:nvSpPr>
          <p:cNvPr id="13" name="Text 11"/>
          <p:cNvSpPr/>
          <p:nvPr/>
        </p:nvSpPr>
        <p:spPr>
          <a:xfrm>
            <a:off x="777240" y="2752344"/>
            <a:ext cx="5166360" cy="301625"/>
          </a:xfrm>
          <a:prstGeom prst="rect">
            <a:avLst/>
          </a:prstGeom>
          <a:noFill/>
          <a:ln/>
        </p:spPr>
        <p:txBody>
          <a:bodyPr wrap="square" lIns="0" tIns="0" rIns="0" bIns="0" rtlCol="0" anchor="t"/>
          <a:lstStyle/>
          <a:p>
            <a:pPr algn="l" indent="0" marL="0">
              <a:lnSpc>
                <a:spcPct val="100000"/>
              </a:lnSpc>
              <a:buNone/>
            </a:pPr>
            <a:r>
              <a:rPr lang="ko-KR" altLang="en-US" sz="1900" b="1" dirty="0">
                <a:solidFill>
                  <a:srgbClr val="007C83"/>
                </a:solidFill>
                <a:latin typeface="Pretendard" pitchFamily="34" charset="0"/>
                <a:ea typeface="Pretendard" pitchFamily="34" charset="-122"/>
                <a:cs typeface="Pretendard" pitchFamily="34" charset="-120"/>
              </a:rPr>
              <a:t>① 축소 경로: 넓은 패턴 추출</a:t>
            </a:r>
            <a:endParaRPr lang="ko-KR" sz="1900" dirty="0"/>
          </a:p>
        </p:txBody>
      </p:sp>
      <p:sp>
        <p:nvSpPr>
          <p:cNvPr id="14" name="Text 12"/>
          <p:cNvSpPr/>
          <p:nvPr/>
        </p:nvSpPr>
        <p:spPr>
          <a:xfrm>
            <a:off x="6583680" y="2752344"/>
            <a:ext cx="4754880" cy="301625"/>
          </a:xfrm>
          <a:prstGeom prst="rect">
            <a:avLst/>
          </a:prstGeom>
          <a:noFill/>
          <a:ln/>
        </p:spPr>
        <p:txBody>
          <a:bodyPr wrap="square" lIns="0" tIns="0" rIns="0" bIns="0" rtlCol="0" anchor="t"/>
          <a:lstStyle/>
          <a:p>
            <a:pPr algn="ctr" indent="0" marL="0">
              <a:lnSpc>
                <a:spcPct val="100000"/>
              </a:lnSpc>
              <a:buNone/>
            </a:pPr>
            <a:r>
              <a:rPr lang="ko-KR" altLang="en-US" sz="1900" b="1" dirty="0">
                <a:solidFill>
                  <a:srgbClr val="35659B"/>
                </a:solidFill>
                <a:latin typeface="Pretendard" pitchFamily="34" charset="0"/>
                <a:ea typeface="Pretendard" pitchFamily="34" charset="-122"/>
                <a:cs typeface="Pretendard" pitchFamily="34" charset="-120"/>
              </a:rPr>
              <a:t>② 확대 경로: 세부 값 복원</a:t>
            </a:r>
            <a:endParaRPr lang="ko-KR" sz="1900" dirty="0"/>
          </a:p>
        </p:txBody>
      </p:sp>
      <p:sp>
        <p:nvSpPr>
          <p:cNvPr id="15" name="Shape 13"/>
          <p:cNvSpPr/>
          <p:nvPr/>
        </p:nvSpPr>
        <p:spPr>
          <a:xfrm>
            <a:off x="1709928" y="3447288"/>
            <a:ext cx="8778240" cy="0"/>
          </a:xfrm>
          <a:prstGeom prst="line">
            <a:avLst/>
          </a:prstGeom>
          <a:noFill/>
          <a:ln w="15240">
            <a:solidFill>
              <a:srgbClr val="647986"/>
            </a:solidFill>
            <a:prstDash val="dash"/>
          </a:ln>
        </p:spPr>
      </p:sp>
      <p:sp>
        <p:nvSpPr>
          <p:cNvPr id="16" name="Shape 14"/>
          <p:cNvSpPr/>
          <p:nvPr/>
        </p:nvSpPr>
        <p:spPr>
          <a:xfrm>
            <a:off x="2930652" y="3749040"/>
            <a:ext cx="6336792" cy="0"/>
          </a:xfrm>
          <a:prstGeom prst="line">
            <a:avLst/>
          </a:prstGeom>
          <a:noFill/>
          <a:ln w="15240">
            <a:solidFill>
              <a:srgbClr val="647986"/>
            </a:solidFill>
            <a:prstDash val="dash"/>
          </a:ln>
        </p:spPr>
      </p:sp>
      <p:sp>
        <p:nvSpPr>
          <p:cNvPr id="17" name="Shape 15"/>
          <p:cNvSpPr/>
          <p:nvPr/>
        </p:nvSpPr>
        <p:spPr>
          <a:xfrm>
            <a:off x="4151376" y="4050792"/>
            <a:ext cx="3895344" cy="0"/>
          </a:xfrm>
          <a:prstGeom prst="line">
            <a:avLst/>
          </a:prstGeom>
          <a:noFill/>
          <a:ln w="15240">
            <a:solidFill>
              <a:srgbClr val="647986"/>
            </a:solidFill>
            <a:prstDash val="dash"/>
          </a:ln>
        </p:spPr>
      </p:sp>
      <p:sp>
        <p:nvSpPr>
          <p:cNvPr id="18" name="Shape 16"/>
          <p:cNvSpPr/>
          <p:nvPr/>
        </p:nvSpPr>
        <p:spPr>
          <a:xfrm>
            <a:off x="5372100" y="4352544"/>
            <a:ext cx="1453896" cy="0"/>
          </a:xfrm>
          <a:prstGeom prst="line">
            <a:avLst/>
          </a:prstGeom>
          <a:noFill/>
          <a:ln w="15240">
            <a:solidFill>
              <a:srgbClr val="647986"/>
            </a:solidFill>
            <a:prstDash val="dash"/>
          </a:ln>
        </p:spPr>
      </p:sp>
      <p:sp>
        <p:nvSpPr>
          <p:cNvPr id="19" name="Shape 17"/>
          <p:cNvSpPr/>
          <p:nvPr/>
        </p:nvSpPr>
        <p:spPr>
          <a:xfrm>
            <a:off x="722376" y="3264408"/>
            <a:ext cx="996696" cy="557784"/>
          </a:xfrm>
          <a:prstGeom prst="roundRect">
            <a:avLst>
              <a:gd name="adj" fmla="val 16393"/>
            </a:avLst>
          </a:prstGeom>
          <a:solidFill>
            <a:srgbClr val="007C83"/>
          </a:solidFill>
          <a:ln w="12700">
            <a:solidFill>
              <a:srgbClr val="007C83"/>
            </a:solidFill>
            <a:prstDash val="solid"/>
          </a:ln>
        </p:spPr>
      </p:sp>
      <p:sp>
        <p:nvSpPr>
          <p:cNvPr id="20" name="Text 18"/>
          <p:cNvSpPr/>
          <p:nvPr/>
        </p:nvSpPr>
        <p:spPr>
          <a:xfrm>
            <a:off x="758952" y="3419856"/>
            <a:ext cx="923544" cy="317500"/>
          </a:xfrm>
          <a:prstGeom prst="rect">
            <a:avLst/>
          </a:prstGeom>
          <a:noFill/>
          <a:ln/>
        </p:spPr>
        <p:txBody>
          <a:bodyPr wrap="square" lIns="0" tIns="0" rIns="0" bIns="0" rtlCol="0" anchor="t"/>
          <a:lstStyle/>
          <a:p>
            <a:pPr algn="ctr" indent="0" marL="0">
              <a:lnSpc>
                <a:spcPct val="100000"/>
              </a:lnSpc>
              <a:buNone/>
            </a:pPr>
            <a:r>
              <a:rPr lang="ko-KR" altLang="en-US" sz="2000" b="1" dirty="0">
                <a:solidFill>
                  <a:srgbClr val="FFFFFF"/>
                </a:solidFill>
                <a:latin typeface="Pretendard" pitchFamily="34" charset="0"/>
                <a:ea typeface="Pretendard" pitchFamily="34" charset="-122"/>
                <a:cs typeface="Pretendard" pitchFamily="34" charset="-120"/>
              </a:rPr>
              <a:t>64</a:t>
            </a:r>
            <a:endParaRPr lang="ko-KR" sz="2000" dirty="0"/>
          </a:p>
        </p:txBody>
      </p:sp>
      <p:sp>
        <p:nvSpPr>
          <p:cNvPr id="21" name="Shape 19"/>
          <p:cNvSpPr/>
          <p:nvPr/>
        </p:nvSpPr>
        <p:spPr>
          <a:xfrm>
            <a:off x="1737360" y="3675888"/>
            <a:ext cx="178308" cy="192024"/>
          </a:xfrm>
          <a:prstGeom prst="line">
            <a:avLst/>
          </a:prstGeom>
          <a:noFill/>
          <a:ln w="21590">
            <a:solidFill>
              <a:srgbClr val="007C83"/>
            </a:solidFill>
            <a:prstDash val="solid"/>
            <a:tailEnd type="triangle"/>
          </a:ln>
        </p:spPr>
      </p:sp>
      <p:sp>
        <p:nvSpPr>
          <p:cNvPr id="22" name="Shape 20"/>
          <p:cNvSpPr/>
          <p:nvPr/>
        </p:nvSpPr>
        <p:spPr>
          <a:xfrm>
            <a:off x="1943100" y="3566160"/>
            <a:ext cx="996696" cy="557784"/>
          </a:xfrm>
          <a:prstGeom prst="roundRect">
            <a:avLst>
              <a:gd name="adj" fmla="val 16393"/>
            </a:avLst>
          </a:prstGeom>
          <a:solidFill>
            <a:srgbClr val="007C83"/>
          </a:solidFill>
          <a:ln w="12700">
            <a:solidFill>
              <a:srgbClr val="007C83"/>
            </a:solidFill>
            <a:prstDash val="solid"/>
          </a:ln>
        </p:spPr>
      </p:sp>
      <p:sp>
        <p:nvSpPr>
          <p:cNvPr id="23" name="Text 21"/>
          <p:cNvSpPr/>
          <p:nvPr/>
        </p:nvSpPr>
        <p:spPr>
          <a:xfrm>
            <a:off x="1979676" y="3721608"/>
            <a:ext cx="923544" cy="317500"/>
          </a:xfrm>
          <a:prstGeom prst="rect">
            <a:avLst/>
          </a:prstGeom>
          <a:noFill/>
          <a:ln/>
        </p:spPr>
        <p:txBody>
          <a:bodyPr wrap="square" lIns="0" tIns="0" rIns="0" bIns="0" rtlCol="0" anchor="t"/>
          <a:lstStyle/>
          <a:p>
            <a:pPr algn="ctr" indent="0" marL="0">
              <a:lnSpc>
                <a:spcPct val="100000"/>
              </a:lnSpc>
              <a:buNone/>
            </a:pPr>
            <a:r>
              <a:rPr lang="ko-KR" altLang="en-US" sz="2000" b="1" dirty="0">
                <a:solidFill>
                  <a:srgbClr val="FFFFFF"/>
                </a:solidFill>
                <a:latin typeface="Pretendard" pitchFamily="34" charset="0"/>
                <a:ea typeface="Pretendard" pitchFamily="34" charset="-122"/>
                <a:cs typeface="Pretendard" pitchFamily="34" charset="-120"/>
              </a:rPr>
              <a:t>128</a:t>
            </a:r>
            <a:endParaRPr lang="ko-KR" sz="2000" dirty="0"/>
          </a:p>
        </p:txBody>
      </p:sp>
      <p:sp>
        <p:nvSpPr>
          <p:cNvPr id="24" name="Shape 22"/>
          <p:cNvSpPr/>
          <p:nvPr/>
        </p:nvSpPr>
        <p:spPr>
          <a:xfrm>
            <a:off x="2958084" y="3977640"/>
            <a:ext cx="178308" cy="192024"/>
          </a:xfrm>
          <a:prstGeom prst="line">
            <a:avLst/>
          </a:prstGeom>
          <a:noFill/>
          <a:ln w="21590">
            <a:solidFill>
              <a:srgbClr val="007C83"/>
            </a:solidFill>
            <a:prstDash val="solid"/>
            <a:tailEnd type="triangle"/>
          </a:ln>
        </p:spPr>
      </p:sp>
      <p:sp>
        <p:nvSpPr>
          <p:cNvPr id="25" name="Shape 23"/>
          <p:cNvSpPr/>
          <p:nvPr/>
        </p:nvSpPr>
        <p:spPr>
          <a:xfrm>
            <a:off x="3163824" y="3867912"/>
            <a:ext cx="996696" cy="557784"/>
          </a:xfrm>
          <a:prstGeom prst="roundRect">
            <a:avLst>
              <a:gd name="adj" fmla="val 16393"/>
            </a:avLst>
          </a:prstGeom>
          <a:solidFill>
            <a:srgbClr val="007C83"/>
          </a:solidFill>
          <a:ln w="12700">
            <a:solidFill>
              <a:srgbClr val="007C83"/>
            </a:solidFill>
            <a:prstDash val="solid"/>
          </a:ln>
        </p:spPr>
      </p:sp>
      <p:sp>
        <p:nvSpPr>
          <p:cNvPr id="26" name="Text 24"/>
          <p:cNvSpPr/>
          <p:nvPr/>
        </p:nvSpPr>
        <p:spPr>
          <a:xfrm>
            <a:off x="3200400" y="4023360"/>
            <a:ext cx="923544" cy="317500"/>
          </a:xfrm>
          <a:prstGeom prst="rect">
            <a:avLst/>
          </a:prstGeom>
          <a:noFill/>
          <a:ln/>
        </p:spPr>
        <p:txBody>
          <a:bodyPr wrap="square" lIns="0" tIns="0" rIns="0" bIns="0" rtlCol="0" anchor="t"/>
          <a:lstStyle/>
          <a:p>
            <a:pPr algn="ctr" indent="0" marL="0">
              <a:lnSpc>
                <a:spcPct val="100000"/>
              </a:lnSpc>
              <a:buNone/>
            </a:pPr>
            <a:r>
              <a:rPr lang="ko-KR" altLang="en-US" sz="2000" b="1" dirty="0">
                <a:solidFill>
                  <a:srgbClr val="FFFFFF"/>
                </a:solidFill>
                <a:latin typeface="Pretendard" pitchFamily="34" charset="0"/>
                <a:ea typeface="Pretendard" pitchFamily="34" charset="-122"/>
                <a:cs typeface="Pretendard" pitchFamily="34" charset="-120"/>
              </a:rPr>
              <a:t>256</a:t>
            </a:r>
            <a:endParaRPr lang="ko-KR" sz="2000" dirty="0"/>
          </a:p>
        </p:txBody>
      </p:sp>
      <p:sp>
        <p:nvSpPr>
          <p:cNvPr id="27" name="Shape 25"/>
          <p:cNvSpPr/>
          <p:nvPr/>
        </p:nvSpPr>
        <p:spPr>
          <a:xfrm>
            <a:off x="4178808" y="4279392"/>
            <a:ext cx="178308" cy="192024"/>
          </a:xfrm>
          <a:prstGeom prst="line">
            <a:avLst/>
          </a:prstGeom>
          <a:noFill/>
          <a:ln w="21590">
            <a:solidFill>
              <a:srgbClr val="007C83"/>
            </a:solidFill>
            <a:prstDash val="solid"/>
            <a:tailEnd type="triangle"/>
          </a:ln>
        </p:spPr>
      </p:sp>
      <p:sp>
        <p:nvSpPr>
          <p:cNvPr id="28" name="Shape 26"/>
          <p:cNvSpPr/>
          <p:nvPr/>
        </p:nvSpPr>
        <p:spPr>
          <a:xfrm>
            <a:off x="4384548" y="4169664"/>
            <a:ext cx="996696" cy="557784"/>
          </a:xfrm>
          <a:prstGeom prst="roundRect">
            <a:avLst>
              <a:gd name="adj" fmla="val 16393"/>
            </a:avLst>
          </a:prstGeom>
          <a:solidFill>
            <a:srgbClr val="007C83"/>
          </a:solidFill>
          <a:ln w="12700">
            <a:solidFill>
              <a:srgbClr val="007C83"/>
            </a:solidFill>
            <a:prstDash val="solid"/>
          </a:ln>
        </p:spPr>
      </p:sp>
      <p:sp>
        <p:nvSpPr>
          <p:cNvPr id="29" name="Text 27"/>
          <p:cNvSpPr/>
          <p:nvPr/>
        </p:nvSpPr>
        <p:spPr>
          <a:xfrm>
            <a:off x="4421124" y="4325112"/>
            <a:ext cx="923544" cy="317500"/>
          </a:xfrm>
          <a:prstGeom prst="rect">
            <a:avLst/>
          </a:prstGeom>
          <a:noFill/>
          <a:ln/>
        </p:spPr>
        <p:txBody>
          <a:bodyPr wrap="square" lIns="0" tIns="0" rIns="0" bIns="0" rtlCol="0" anchor="t"/>
          <a:lstStyle/>
          <a:p>
            <a:pPr algn="ctr" indent="0" marL="0">
              <a:lnSpc>
                <a:spcPct val="100000"/>
              </a:lnSpc>
              <a:buNone/>
            </a:pPr>
            <a:r>
              <a:rPr lang="ko-KR" altLang="en-US" sz="2000" b="1" dirty="0">
                <a:solidFill>
                  <a:srgbClr val="FFFFFF"/>
                </a:solidFill>
                <a:latin typeface="Pretendard" pitchFamily="34" charset="0"/>
                <a:ea typeface="Pretendard" pitchFamily="34" charset="-122"/>
                <a:cs typeface="Pretendard" pitchFamily="34" charset="-120"/>
              </a:rPr>
              <a:t>512</a:t>
            </a:r>
            <a:endParaRPr lang="ko-KR" sz="2000" dirty="0"/>
          </a:p>
        </p:txBody>
      </p:sp>
      <p:sp>
        <p:nvSpPr>
          <p:cNvPr id="30" name="Shape 28"/>
          <p:cNvSpPr/>
          <p:nvPr/>
        </p:nvSpPr>
        <p:spPr>
          <a:xfrm>
            <a:off x="5399532" y="4581144"/>
            <a:ext cx="178308" cy="192024"/>
          </a:xfrm>
          <a:prstGeom prst="line">
            <a:avLst/>
          </a:prstGeom>
          <a:noFill/>
          <a:ln w="21590">
            <a:solidFill>
              <a:srgbClr val="007C83"/>
            </a:solidFill>
            <a:prstDash val="solid"/>
            <a:tailEnd type="triangle"/>
          </a:ln>
        </p:spPr>
      </p:sp>
      <p:sp>
        <p:nvSpPr>
          <p:cNvPr id="31" name="Shape 29"/>
          <p:cNvSpPr/>
          <p:nvPr/>
        </p:nvSpPr>
        <p:spPr>
          <a:xfrm>
            <a:off x="5605272" y="4471416"/>
            <a:ext cx="996696" cy="557784"/>
          </a:xfrm>
          <a:prstGeom prst="roundRect">
            <a:avLst>
              <a:gd name="adj" fmla="val 16393"/>
            </a:avLst>
          </a:prstGeom>
          <a:solidFill>
            <a:srgbClr val="007C83"/>
          </a:solidFill>
          <a:ln w="12700">
            <a:solidFill>
              <a:srgbClr val="007C83"/>
            </a:solidFill>
            <a:prstDash val="solid"/>
          </a:ln>
        </p:spPr>
      </p:sp>
      <p:sp>
        <p:nvSpPr>
          <p:cNvPr id="32" name="Text 30"/>
          <p:cNvSpPr/>
          <p:nvPr/>
        </p:nvSpPr>
        <p:spPr>
          <a:xfrm>
            <a:off x="5641848" y="4626864"/>
            <a:ext cx="923544" cy="317500"/>
          </a:xfrm>
          <a:prstGeom prst="rect">
            <a:avLst/>
          </a:prstGeom>
          <a:noFill/>
          <a:ln/>
        </p:spPr>
        <p:txBody>
          <a:bodyPr wrap="square" lIns="0" tIns="0" rIns="0" bIns="0" rtlCol="0" anchor="t"/>
          <a:lstStyle/>
          <a:p>
            <a:pPr algn="ctr" indent="0" marL="0">
              <a:lnSpc>
                <a:spcPct val="100000"/>
              </a:lnSpc>
              <a:buNone/>
            </a:pPr>
            <a:r>
              <a:rPr lang="ko-KR" altLang="en-US" sz="2000" b="1" dirty="0">
                <a:solidFill>
                  <a:srgbClr val="FFFFFF"/>
                </a:solidFill>
                <a:latin typeface="Pretendard" pitchFamily="34" charset="0"/>
                <a:ea typeface="Pretendard" pitchFamily="34" charset="-122"/>
                <a:cs typeface="Pretendard" pitchFamily="34" charset="-120"/>
              </a:rPr>
              <a:t>1024</a:t>
            </a:r>
            <a:endParaRPr lang="ko-KR" sz="2000" dirty="0"/>
          </a:p>
        </p:txBody>
      </p:sp>
      <p:sp>
        <p:nvSpPr>
          <p:cNvPr id="33" name="Shape 31"/>
          <p:cNvSpPr/>
          <p:nvPr/>
        </p:nvSpPr>
        <p:spPr>
          <a:xfrm flipV="1">
            <a:off x="6620256" y="4471416"/>
            <a:ext cx="178308" cy="411480"/>
          </a:xfrm>
          <a:prstGeom prst="line">
            <a:avLst/>
          </a:prstGeom>
          <a:noFill/>
          <a:ln w="21590">
            <a:solidFill>
              <a:srgbClr val="007C83"/>
            </a:solidFill>
            <a:prstDash val="solid"/>
            <a:tailEnd type="triangle"/>
          </a:ln>
        </p:spPr>
      </p:sp>
      <p:sp>
        <p:nvSpPr>
          <p:cNvPr id="34" name="Shape 32"/>
          <p:cNvSpPr/>
          <p:nvPr/>
        </p:nvSpPr>
        <p:spPr>
          <a:xfrm>
            <a:off x="6825996" y="4169664"/>
            <a:ext cx="996696" cy="557784"/>
          </a:xfrm>
          <a:prstGeom prst="roundRect">
            <a:avLst>
              <a:gd name="adj" fmla="val 16393"/>
            </a:avLst>
          </a:prstGeom>
          <a:solidFill>
            <a:srgbClr val="35659B"/>
          </a:solidFill>
          <a:ln w="12700">
            <a:solidFill>
              <a:srgbClr val="35659B"/>
            </a:solidFill>
            <a:prstDash val="solid"/>
          </a:ln>
        </p:spPr>
      </p:sp>
      <p:sp>
        <p:nvSpPr>
          <p:cNvPr id="35" name="Text 33"/>
          <p:cNvSpPr/>
          <p:nvPr/>
        </p:nvSpPr>
        <p:spPr>
          <a:xfrm>
            <a:off x="6862572" y="4325112"/>
            <a:ext cx="923544" cy="317500"/>
          </a:xfrm>
          <a:prstGeom prst="rect">
            <a:avLst/>
          </a:prstGeom>
          <a:noFill/>
          <a:ln/>
        </p:spPr>
        <p:txBody>
          <a:bodyPr wrap="square" lIns="0" tIns="0" rIns="0" bIns="0" rtlCol="0" anchor="t"/>
          <a:lstStyle/>
          <a:p>
            <a:pPr algn="ctr" indent="0" marL="0">
              <a:lnSpc>
                <a:spcPct val="100000"/>
              </a:lnSpc>
              <a:buNone/>
            </a:pPr>
            <a:r>
              <a:rPr lang="ko-KR" altLang="en-US" sz="2000" b="1" dirty="0">
                <a:solidFill>
                  <a:srgbClr val="FFFFFF"/>
                </a:solidFill>
                <a:latin typeface="Pretendard" pitchFamily="34" charset="0"/>
                <a:ea typeface="Pretendard" pitchFamily="34" charset="-122"/>
                <a:cs typeface="Pretendard" pitchFamily="34" charset="-120"/>
              </a:rPr>
              <a:t>512</a:t>
            </a:r>
            <a:endParaRPr lang="ko-KR" sz="2000" dirty="0"/>
          </a:p>
        </p:txBody>
      </p:sp>
      <p:sp>
        <p:nvSpPr>
          <p:cNvPr id="36" name="Shape 34"/>
          <p:cNvSpPr/>
          <p:nvPr/>
        </p:nvSpPr>
        <p:spPr>
          <a:xfrm flipV="1">
            <a:off x="7840980" y="4169664"/>
            <a:ext cx="178308" cy="411480"/>
          </a:xfrm>
          <a:prstGeom prst="line">
            <a:avLst/>
          </a:prstGeom>
          <a:noFill/>
          <a:ln w="21590">
            <a:solidFill>
              <a:srgbClr val="007C83"/>
            </a:solidFill>
            <a:prstDash val="solid"/>
            <a:tailEnd type="triangle"/>
          </a:ln>
        </p:spPr>
      </p:sp>
      <p:sp>
        <p:nvSpPr>
          <p:cNvPr id="37" name="Shape 35"/>
          <p:cNvSpPr/>
          <p:nvPr/>
        </p:nvSpPr>
        <p:spPr>
          <a:xfrm>
            <a:off x="8046720" y="3867912"/>
            <a:ext cx="996696" cy="557784"/>
          </a:xfrm>
          <a:prstGeom prst="roundRect">
            <a:avLst>
              <a:gd name="adj" fmla="val 16393"/>
            </a:avLst>
          </a:prstGeom>
          <a:solidFill>
            <a:srgbClr val="35659B"/>
          </a:solidFill>
          <a:ln w="12700">
            <a:solidFill>
              <a:srgbClr val="35659B"/>
            </a:solidFill>
            <a:prstDash val="solid"/>
          </a:ln>
        </p:spPr>
      </p:sp>
      <p:sp>
        <p:nvSpPr>
          <p:cNvPr id="38" name="Text 36"/>
          <p:cNvSpPr/>
          <p:nvPr/>
        </p:nvSpPr>
        <p:spPr>
          <a:xfrm>
            <a:off x="8083296" y="4023360"/>
            <a:ext cx="923544" cy="317500"/>
          </a:xfrm>
          <a:prstGeom prst="rect">
            <a:avLst/>
          </a:prstGeom>
          <a:noFill/>
          <a:ln/>
        </p:spPr>
        <p:txBody>
          <a:bodyPr wrap="square" lIns="0" tIns="0" rIns="0" bIns="0" rtlCol="0" anchor="t"/>
          <a:lstStyle/>
          <a:p>
            <a:pPr algn="ctr" indent="0" marL="0">
              <a:lnSpc>
                <a:spcPct val="100000"/>
              </a:lnSpc>
              <a:buNone/>
            </a:pPr>
            <a:r>
              <a:rPr lang="ko-KR" altLang="en-US" sz="2000" b="1" dirty="0">
                <a:solidFill>
                  <a:srgbClr val="FFFFFF"/>
                </a:solidFill>
                <a:latin typeface="Pretendard" pitchFamily="34" charset="0"/>
                <a:ea typeface="Pretendard" pitchFamily="34" charset="-122"/>
                <a:cs typeface="Pretendard" pitchFamily="34" charset="-120"/>
              </a:rPr>
              <a:t>256</a:t>
            </a:r>
            <a:endParaRPr lang="ko-KR" sz="2000" dirty="0"/>
          </a:p>
        </p:txBody>
      </p:sp>
      <p:sp>
        <p:nvSpPr>
          <p:cNvPr id="39" name="Shape 37"/>
          <p:cNvSpPr/>
          <p:nvPr/>
        </p:nvSpPr>
        <p:spPr>
          <a:xfrm flipV="1">
            <a:off x="9061704" y="3867912"/>
            <a:ext cx="178308" cy="411480"/>
          </a:xfrm>
          <a:prstGeom prst="line">
            <a:avLst/>
          </a:prstGeom>
          <a:noFill/>
          <a:ln w="21590">
            <a:solidFill>
              <a:srgbClr val="007C83"/>
            </a:solidFill>
            <a:prstDash val="solid"/>
            <a:tailEnd type="triangle"/>
          </a:ln>
        </p:spPr>
      </p:sp>
      <p:sp>
        <p:nvSpPr>
          <p:cNvPr id="40" name="Shape 38"/>
          <p:cNvSpPr/>
          <p:nvPr/>
        </p:nvSpPr>
        <p:spPr>
          <a:xfrm>
            <a:off x="9267444" y="3566160"/>
            <a:ext cx="996696" cy="557784"/>
          </a:xfrm>
          <a:prstGeom prst="roundRect">
            <a:avLst>
              <a:gd name="adj" fmla="val 16393"/>
            </a:avLst>
          </a:prstGeom>
          <a:solidFill>
            <a:srgbClr val="35659B"/>
          </a:solidFill>
          <a:ln w="12700">
            <a:solidFill>
              <a:srgbClr val="35659B"/>
            </a:solidFill>
            <a:prstDash val="solid"/>
          </a:ln>
        </p:spPr>
      </p:sp>
      <p:sp>
        <p:nvSpPr>
          <p:cNvPr id="41" name="Text 39"/>
          <p:cNvSpPr/>
          <p:nvPr/>
        </p:nvSpPr>
        <p:spPr>
          <a:xfrm>
            <a:off x="9304020" y="3721608"/>
            <a:ext cx="923544" cy="317500"/>
          </a:xfrm>
          <a:prstGeom prst="rect">
            <a:avLst/>
          </a:prstGeom>
          <a:noFill/>
          <a:ln/>
        </p:spPr>
        <p:txBody>
          <a:bodyPr wrap="square" lIns="0" tIns="0" rIns="0" bIns="0" rtlCol="0" anchor="t"/>
          <a:lstStyle/>
          <a:p>
            <a:pPr algn="ctr" indent="0" marL="0">
              <a:lnSpc>
                <a:spcPct val="100000"/>
              </a:lnSpc>
              <a:buNone/>
            </a:pPr>
            <a:r>
              <a:rPr lang="ko-KR" altLang="en-US" sz="2000" b="1" dirty="0">
                <a:solidFill>
                  <a:srgbClr val="FFFFFF"/>
                </a:solidFill>
                <a:latin typeface="Pretendard" pitchFamily="34" charset="0"/>
                <a:ea typeface="Pretendard" pitchFamily="34" charset="-122"/>
                <a:cs typeface="Pretendard" pitchFamily="34" charset="-120"/>
              </a:rPr>
              <a:t>128</a:t>
            </a:r>
            <a:endParaRPr lang="ko-KR" sz="2000" dirty="0"/>
          </a:p>
        </p:txBody>
      </p:sp>
      <p:sp>
        <p:nvSpPr>
          <p:cNvPr id="42" name="Shape 40"/>
          <p:cNvSpPr/>
          <p:nvPr/>
        </p:nvSpPr>
        <p:spPr>
          <a:xfrm flipV="1">
            <a:off x="10282428" y="3566160"/>
            <a:ext cx="178308" cy="411480"/>
          </a:xfrm>
          <a:prstGeom prst="line">
            <a:avLst/>
          </a:prstGeom>
          <a:noFill/>
          <a:ln w="21590">
            <a:solidFill>
              <a:srgbClr val="007C83"/>
            </a:solidFill>
            <a:prstDash val="solid"/>
            <a:tailEnd type="triangle"/>
          </a:ln>
        </p:spPr>
      </p:sp>
      <p:sp>
        <p:nvSpPr>
          <p:cNvPr id="43" name="Shape 41"/>
          <p:cNvSpPr/>
          <p:nvPr/>
        </p:nvSpPr>
        <p:spPr>
          <a:xfrm>
            <a:off x="10488168" y="3264408"/>
            <a:ext cx="996696" cy="557784"/>
          </a:xfrm>
          <a:prstGeom prst="roundRect">
            <a:avLst>
              <a:gd name="adj" fmla="val 16393"/>
            </a:avLst>
          </a:prstGeom>
          <a:solidFill>
            <a:srgbClr val="35659B"/>
          </a:solidFill>
          <a:ln w="12700">
            <a:solidFill>
              <a:srgbClr val="35659B"/>
            </a:solidFill>
            <a:prstDash val="solid"/>
          </a:ln>
        </p:spPr>
      </p:sp>
      <p:sp>
        <p:nvSpPr>
          <p:cNvPr id="44" name="Text 42"/>
          <p:cNvSpPr/>
          <p:nvPr/>
        </p:nvSpPr>
        <p:spPr>
          <a:xfrm>
            <a:off x="10524744" y="3419856"/>
            <a:ext cx="923544" cy="317500"/>
          </a:xfrm>
          <a:prstGeom prst="rect">
            <a:avLst/>
          </a:prstGeom>
          <a:noFill/>
          <a:ln/>
        </p:spPr>
        <p:txBody>
          <a:bodyPr wrap="square" lIns="0" tIns="0" rIns="0" bIns="0" rtlCol="0" anchor="t"/>
          <a:lstStyle/>
          <a:p>
            <a:pPr algn="ctr" indent="0" marL="0">
              <a:lnSpc>
                <a:spcPct val="100000"/>
              </a:lnSpc>
              <a:buNone/>
            </a:pPr>
            <a:r>
              <a:rPr lang="ko-KR" altLang="en-US" sz="2000" b="1" dirty="0">
                <a:solidFill>
                  <a:srgbClr val="FFFFFF"/>
                </a:solidFill>
                <a:latin typeface="Pretendard" pitchFamily="34" charset="0"/>
                <a:ea typeface="Pretendard" pitchFamily="34" charset="-122"/>
                <a:cs typeface="Pretendard" pitchFamily="34" charset="-120"/>
              </a:rPr>
              <a:t>64</a:t>
            </a:r>
            <a:endParaRPr lang="ko-KR" sz="2000" dirty="0"/>
          </a:p>
        </p:txBody>
      </p:sp>
      <p:sp>
        <p:nvSpPr>
          <p:cNvPr id="45" name="Text 43"/>
          <p:cNvSpPr/>
          <p:nvPr/>
        </p:nvSpPr>
        <p:spPr>
          <a:xfrm>
            <a:off x="804672" y="5157216"/>
            <a:ext cx="10515600" cy="301625"/>
          </a:xfrm>
          <a:prstGeom prst="rect">
            <a:avLst/>
          </a:prstGeom>
          <a:noFill/>
          <a:ln/>
        </p:spPr>
        <p:txBody>
          <a:bodyPr wrap="square" lIns="0" tIns="0" rIns="0" bIns="0" rtlCol="0" anchor="t"/>
          <a:lstStyle/>
          <a:p>
            <a:pPr algn="l" indent="0" marL="0">
              <a:lnSpc>
                <a:spcPct val="100000"/>
              </a:lnSpc>
              <a:buNone/>
            </a:pPr>
            <a:r>
              <a:rPr lang="ko-KR" altLang="en-US" sz="1900" dirty="0">
                <a:solidFill>
                  <a:srgbClr val="647986"/>
                </a:solidFill>
                <a:latin typeface="Pretendard" pitchFamily="34" charset="0"/>
                <a:ea typeface="Pretendard" pitchFamily="34" charset="-122"/>
                <a:cs typeface="Pretendard" pitchFamily="34" charset="-120"/>
              </a:rPr>
              <a:t>숫자: 특징 수     점선: 세부 정보 전달</a:t>
            </a:r>
            <a:endParaRPr lang="ko-KR" sz="1900" dirty="0"/>
          </a:p>
        </p:txBody>
      </p:sp>
      <p:sp>
        <p:nvSpPr>
          <p:cNvPr id="46" name="Text 44"/>
          <p:cNvSpPr/>
          <p:nvPr/>
        </p:nvSpPr>
        <p:spPr>
          <a:xfrm>
            <a:off x="804672" y="5522976"/>
            <a:ext cx="10515600" cy="349250"/>
          </a:xfrm>
          <a:prstGeom prst="rect">
            <a:avLst/>
          </a:prstGeom>
          <a:noFill/>
          <a:ln/>
        </p:spPr>
        <p:txBody>
          <a:bodyPr wrap="square" lIns="0" tIns="0" rIns="0" bIns="0" rtlCol="0" anchor="t"/>
          <a:lstStyle/>
          <a:p>
            <a:pPr algn="l" indent="0" marL="0">
              <a:lnSpc>
                <a:spcPct val="100000"/>
              </a:lnSpc>
              <a:buNone/>
            </a:pPr>
            <a:r>
              <a:rPr lang="ko-KR" altLang="en-US" sz="2200" b="1" dirty="0">
                <a:solidFill>
                  <a:srgbClr val="17313B"/>
                </a:solidFill>
                <a:latin typeface="Pretendard" pitchFamily="34" charset="0"/>
                <a:ea typeface="Pretendard" pitchFamily="34" charset="-122"/>
                <a:cs typeface="Pretendard" pitchFamily="34" charset="-120"/>
              </a:rPr>
              <a:t>출력: 신호별 실수부·허수부 지도 → iSTFT로 파형 복원</a:t>
            </a:r>
            <a:endParaRPr lang="ko-KR" sz="2200" dirty="0"/>
          </a:p>
        </p:txBody>
      </p:sp>
      <p:sp>
        <p:nvSpPr>
          <p:cNvPr id="47" name="Text 45"/>
          <p:cNvSpPr/>
          <p:nvPr/>
        </p:nvSpPr>
        <p:spPr>
          <a:xfrm>
            <a:off x="11000232" y="6409944"/>
            <a:ext cx="566928" cy="274320"/>
          </a:xfrm>
          <a:prstGeom prst="rect">
            <a:avLst/>
          </a:prstGeom>
          <a:noFill/>
          <a:ln/>
        </p:spPr>
        <p:txBody>
          <a:bodyPr wrap="square" lIns="0" tIns="0" rIns="0" bIns="0" rtlCol="0" anchor="t"/>
          <a:lstStyle/>
          <a:p>
            <a:pPr algn="r" indent="0" marL="0">
              <a:lnSpc>
                <a:spcPct val="100000"/>
              </a:lnSpc>
              <a:buNone/>
            </a:pPr>
            <a:r>
              <a:rPr lang="ko-KR" altLang="en-US" sz="1200" dirty="0">
                <a:solidFill>
                  <a:srgbClr val="647986"/>
                </a:solidFill>
                <a:latin typeface="Pretendard" pitchFamily="34" charset="0"/>
                <a:ea typeface="Pretendard" pitchFamily="34" charset="-122"/>
                <a:cs typeface="Pretendard" pitchFamily="34" charset="-120"/>
              </a:rPr>
              <a:t>04</a:t>
            </a:r>
            <a:endParaRPr lang="ko-KR"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292608"/>
            <a:ext cx="10881360" cy="274320"/>
          </a:xfrm>
          <a:prstGeom prst="rect">
            <a:avLst/>
          </a:prstGeom>
          <a:noFill/>
          <a:ln/>
        </p:spPr>
        <p:txBody>
          <a:bodyPr wrap="square" lIns="0" tIns="0" rIns="0" bIns="0" rtlCol="0" anchor="t"/>
          <a:lstStyle/>
          <a:p>
            <a:pPr algn="l" indent="0" marL="0">
              <a:lnSpc>
                <a:spcPct val="100000"/>
              </a:lnSpc>
              <a:buNone/>
            </a:pPr>
            <a:r>
              <a:rPr lang="ko-KR" altLang="en-US" sz="1300" dirty="0">
                <a:solidFill>
                  <a:srgbClr val="007C83"/>
                </a:solidFill>
                <a:latin typeface="Pretendard" pitchFamily="34" charset="0"/>
                <a:ea typeface="Pretendard" pitchFamily="34" charset="-122"/>
                <a:cs typeface="Pretendard" pitchFamily="34" charset="-120"/>
              </a:rPr>
              <a:t>학습 방법</a:t>
            </a:r>
            <a:endParaRPr lang="ko-KR" sz="1300" dirty="0"/>
          </a:p>
        </p:txBody>
      </p:sp>
      <p:sp>
        <p:nvSpPr>
          <p:cNvPr id="3" name="Text 1"/>
          <p:cNvSpPr/>
          <p:nvPr/>
        </p:nvSpPr>
        <p:spPr>
          <a:xfrm>
            <a:off x="594360" y="832104"/>
            <a:ext cx="10972800" cy="649224"/>
          </a:xfrm>
          <a:prstGeom prst="rect">
            <a:avLst/>
          </a:prstGeom>
          <a:noFill/>
          <a:ln/>
        </p:spPr>
        <p:txBody>
          <a:bodyPr wrap="square" lIns="0" tIns="0" rIns="0" bIns="0" rtlCol="0" anchor="t"/>
          <a:lstStyle/>
          <a:p>
            <a:pPr algn="l" indent="0" marL="0">
              <a:lnSpc>
                <a:spcPct val="100000"/>
              </a:lnSpc>
              <a:buNone/>
            </a:pPr>
            <a:r>
              <a:rPr lang="ko-KR" altLang="en-US" sz="3100" b="1" dirty="0">
                <a:solidFill>
                  <a:srgbClr val="17313B"/>
                </a:solidFill>
                <a:latin typeface="Pretendard" pitchFamily="34" charset="0"/>
                <a:ea typeface="Pretendard" pitchFamily="34" charset="-122"/>
                <a:cs typeface="Pretendard" pitchFamily="34" charset="-120"/>
              </a:rPr>
              <a:t>정답 파형으로 분리와 개수 추정을 함께 학습</a:t>
            </a:r>
            <a:endParaRPr lang="ko-KR" sz="3100" dirty="0"/>
          </a:p>
        </p:txBody>
      </p:sp>
      <p:sp>
        <p:nvSpPr>
          <p:cNvPr id="4" name="Text 2"/>
          <p:cNvSpPr/>
          <p:nvPr/>
        </p:nvSpPr>
        <p:spPr>
          <a:xfrm>
            <a:off x="594360" y="1609344"/>
            <a:ext cx="10972800" cy="402336"/>
          </a:xfrm>
          <a:prstGeom prst="rect">
            <a:avLst/>
          </a:prstGeom>
          <a:noFill/>
          <a:ln/>
        </p:spPr>
        <p:txBody>
          <a:bodyPr wrap="square" lIns="0" tIns="0" rIns="0" bIns="0" rtlCol="0" anchor="t"/>
          <a:lstStyle/>
          <a:p>
            <a:pPr algn="l" indent="0" marL="0">
              <a:lnSpc>
                <a:spcPct val="100000"/>
              </a:lnSpc>
              <a:buNone/>
            </a:pPr>
            <a:r>
              <a:rPr lang="ko-KR" altLang="en-US" sz="1800" dirty="0">
                <a:solidFill>
                  <a:srgbClr val="647986"/>
                </a:solidFill>
                <a:latin typeface="Pretendard" pitchFamily="34" charset="0"/>
                <a:ea typeface="Pretendard" pitchFamily="34" charset="-122"/>
                <a:cs typeface="Pretendard" pitchFamily="34" charset="-120"/>
              </a:rPr>
              <a:t>합성 전 신호를 정답으로 사용 · 추론할 때는 혼합 신호만 입력</a:t>
            </a:r>
            <a:endParaRPr lang="ko-KR" sz="1800" dirty="0"/>
          </a:p>
        </p:txBody>
      </p:sp>
      <p:sp>
        <p:nvSpPr>
          <p:cNvPr id="5" name="Shape 3"/>
          <p:cNvSpPr/>
          <p:nvPr/>
        </p:nvSpPr>
        <p:spPr>
          <a:xfrm>
            <a:off x="713232" y="2404872"/>
            <a:ext cx="5184648" cy="2139696"/>
          </a:xfrm>
          <a:prstGeom prst="roundRect">
            <a:avLst>
              <a:gd name="adj" fmla="val 4274"/>
            </a:avLst>
          </a:prstGeom>
          <a:solidFill>
            <a:srgbClr val="E7F3F2"/>
          </a:solidFill>
          <a:ln w="12700">
            <a:solidFill>
              <a:srgbClr val="E7F3F2"/>
            </a:solidFill>
            <a:prstDash val="solid"/>
          </a:ln>
        </p:spPr>
      </p:sp>
      <p:sp>
        <p:nvSpPr>
          <p:cNvPr id="6" name="Text 4"/>
          <p:cNvSpPr/>
          <p:nvPr/>
        </p:nvSpPr>
        <p:spPr>
          <a:xfrm>
            <a:off x="877824" y="2596896"/>
            <a:ext cx="4855464" cy="393192"/>
          </a:xfrm>
          <a:prstGeom prst="rect">
            <a:avLst/>
          </a:prstGeom>
          <a:noFill/>
          <a:ln/>
        </p:spPr>
        <p:txBody>
          <a:bodyPr wrap="square" lIns="0" tIns="0" rIns="0" bIns="0" rtlCol="0" anchor="t"/>
          <a:lstStyle/>
          <a:p>
            <a:pPr algn="l" indent="0" marL="0">
              <a:lnSpc>
                <a:spcPct val="100000"/>
              </a:lnSpc>
              <a:buNone/>
            </a:pPr>
            <a:r>
              <a:rPr lang="ko-KR" altLang="en-US" sz="2200" b="1" dirty="0">
                <a:solidFill>
                  <a:srgbClr val="007C83"/>
                </a:solidFill>
                <a:latin typeface="Pretendard" pitchFamily="34" charset="0"/>
                <a:ea typeface="Pretendard" pitchFamily="34" charset="-122"/>
                <a:cs typeface="Pretendard" pitchFamily="34" charset="-120"/>
              </a:rPr>
              <a:t>파형 복원 학습</a:t>
            </a:r>
            <a:endParaRPr lang="ko-KR" sz="2200" dirty="0"/>
          </a:p>
        </p:txBody>
      </p:sp>
      <p:sp>
        <p:nvSpPr>
          <p:cNvPr id="7" name="Text 5"/>
          <p:cNvSpPr/>
          <p:nvPr/>
        </p:nvSpPr>
        <p:spPr>
          <a:xfrm>
            <a:off x="877824" y="3209544"/>
            <a:ext cx="4855464" cy="1271016"/>
          </a:xfrm>
          <a:prstGeom prst="rect">
            <a:avLst/>
          </a:prstGeom>
          <a:noFill/>
          <a:ln/>
        </p:spPr>
        <p:txBody>
          <a:bodyPr wrap="square" lIns="0" tIns="0" rIns="0" bIns="0" rtlCol="0" anchor="t"/>
          <a:lstStyle/>
          <a:p>
            <a:pPr algn="l" indent="0" marL="0">
              <a:lnSpc>
                <a:spcPct val="100000"/>
              </a:lnSpc>
              <a:buNone/>
            </a:pPr>
            <a:r>
              <a:rPr lang="ko-KR" altLang="en-US" sz="1900" dirty="0">
                <a:solidFill>
                  <a:srgbClr val="17313B"/>
                </a:solidFill>
                <a:latin typeface="Pretendard" pitchFamily="34" charset="0"/>
                <a:ea typeface="Pretendard" pitchFamily="34" charset="-122"/>
                <a:cs typeface="Pretendard" pitchFamily="34" charset="-120"/>
              </a:rPr>
              <a:t>출력과 정답의 대응을 선택</a:t>
            </a:r>
            <a:endParaRPr lang="ko-KR" sz="1900" dirty="0"/>
          </a:p>
          <a:p>
            <a:pPr algn="l" indent="0" marL="0">
              <a:lnSpc>
                <a:spcPct val="100000"/>
              </a:lnSpc>
              <a:buNone/>
            </a:pPr>
            <a:r>
              <a:rPr lang="ko-KR" altLang="en-US" sz="1900" dirty="0">
                <a:solidFill>
                  <a:srgbClr val="17313B"/>
                </a:solidFill>
                <a:latin typeface="Pretendard" pitchFamily="34" charset="0"/>
                <a:ea typeface="Pretendard" pitchFamily="34" charset="-122"/>
                <a:cs typeface="Pretendard" pitchFamily="34" charset="-120"/>
              </a:rPr>
              <a:t>파형 오차와 유사도를 함께 평가</a:t>
            </a:r>
            <a:endParaRPr lang="ko-KR" sz="1900" dirty="0"/>
          </a:p>
          <a:p>
            <a:pPr algn="l" indent="0" marL="0">
              <a:lnSpc>
                <a:spcPct val="100000"/>
              </a:lnSpc>
              <a:buNone/>
            </a:pPr>
            <a:r>
              <a:rPr lang="ko-KR" altLang="en-US" sz="1900" dirty="0">
                <a:solidFill>
                  <a:srgbClr val="17313B"/>
                </a:solidFill>
                <a:latin typeface="Pretendard" pitchFamily="34" charset="0"/>
                <a:ea typeface="Pretendard" pitchFamily="34" charset="-122"/>
                <a:cs typeface="Pretendard" pitchFamily="34" charset="-120"/>
              </a:rPr>
              <a:t>신호가 없는 출력은 0에 가깝게</a:t>
            </a:r>
            <a:endParaRPr lang="ko-KR" sz="1900" dirty="0"/>
          </a:p>
        </p:txBody>
      </p:sp>
      <p:sp>
        <p:nvSpPr>
          <p:cNvPr id="8" name="Shape 6"/>
          <p:cNvSpPr/>
          <p:nvPr/>
        </p:nvSpPr>
        <p:spPr>
          <a:xfrm>
            <a:off x="6272784" y="2404872"/>
            <a:ext cx="5184648" cy="2139696"/>
          </a:xfrm>
          <a:prstGeom prst="roundRect">
            <a:avLst>
              <a:gd name="adj" fmla="val 4274"/>
            </a:avLst>
          </a:prstGeom>
          <a:solidFill>
            <a:srgbClr val="EAF0F7"/>
          </a:solidFill>
          <a:ln w="12700">
            <a:solidFill>
              <a:srgbClr val="EAF0F7"/>
            </a:solidFill>
            <a:prstDash val="solid"/>
          </a:ln>
        </p:spPr>
      </p:sp>
      <p:sp>
        <p:nvSpPr>
          <p:cNvPr id="9" name="Text 7"/>
          <p:cNvSpPr/>
          <p:nvPr/>
        </p:nvSpPr>
        <p:spPr>
          <a:xfrm>
            <a:off x="6437376" y="2596896"/>
            <a:ext cx="4855464" cy="393192"/>
          </a:xfrm>
          <a:prstGeom prst="rect">
            <a:avLst/>
          </a:prstGeom>
          <a:noFill/>
          <a:ln/>
        </p:spPr>
        <p:txBody>
          <a:bodyPr wrap="square" lIns="0" tIns="0" rIns="0" bIns="0" rtlCol="0" anchor="t"/>
          <a:lstStyle/>
          <a:p>
            <a:pPr algn="l" indent="0" marL="0">
              <a:lnSpc>
                <a:spcPct val="100000"/>
              </a:lnSpc>
              <a:buNone/>
            </a:pPr>
            <a:r>
              <a:rPr lang="ko-KR" altLang="en-US" sz="2200" b="1" dirty="0">
                <a:solidFill>
                  <a:srgbClr val="35659B"/>
                </a:solidFill>
                <a:latin typeface="Pretendard" pitchFamily="34" charset="0"/>
                <a:ea typeface="Pretendard" pitchFamily="34" charset="-122"/>
                <a:cs typeface="Pretendard" pitchFamily="34" charset="-120"/>
              </a:rPr>
              <a:t>긴 구간의 보조 정보</a:t>
            </a:r>
            <a:endParaRPr lang="ko-KR" sz="2200" dirty="0"/>
          </a:p>
        </p:txBody>
      </p:sp>
      <p:sp>
        <p:nvSpPr>
          <p:cNvPr id="10" name="Text 8"/>
          <p:cNvSpPr/>
          <p:nvPr/>
        </p:nvSpPr>
        <p:spPr>
          <a:xfrm>
            <a:off x="6437376" y="3209544"/>
            <a:ext cx="4855464" cy="1271016"/>
          </a:xfrm>
          <a:prstGeom prst="rect">
            <a:avLst/>
          </a:prstGeom>
          <a:noFill/>
          <a:ln/>
        </p:spPr>
        <p:txBody>
          <a:bodyPr wrap="square" lIns="0" tIns="0" rIns="0" bIns="0" rtlCol="0" anchor="t"/>
          <a:lstStyle/>
          <a:p>
            <a:pPr algn="l" indent="0" marL="0">
              <a:lnSpc>
                <a:spcPct val="100000"/>
              </a:lnSpc>
              <a:buNone/>
            </a:pPr>
            <a:r>
              <a:rPr lang="ko-KR" altLang="en-US" sz="1900" dirty="0">
                <a:solidFill>
                  <a:srgbClr val="17313B"/>
                </a:solidFill>
                <a:latin typeface="Pretendard" pitchFamily="34" charset="0"/>
                <a:ea typeface="Pretendard" pitchFamily="34" charset="-122"/>
                <a:cs typeface="Pretendard" pitchFamily="34" charset="-120"/>
              </a:rPr>
              <a:t>약 20.9 ms의 혼합에서</a:t>
            </a:r>
            <a:endParaRPr lang="ko-KR" sz="1900" dirty="0"/>
          </a:p>
          <a:p>
            <a:pPr algn="l" indent="0" marL="0">
              <a:lnSpc>
                <a:spcPct val="100000"/>
              </a:lnSpc>
              <a:buNone/>
            </a:pPr>
            <a:r>
              <a:rPr lang="ko-KR" altLang="en-US" sz="1900" dirty="0">
                <a:solidFill>
                  <a:srgbClr val="17313B"/>
                </a:solidFill>
                <a:latin typeface="Pretendard" pitchFamily="34" charset="0"/>
                <a:ea typeface="Pretendard" pitchFamily="34" charset="-122"/>
                <a:cs typeface="Pretendard" pitchFamily="34" charset="-120"/>
              </a:rPr>
              <a:t>주파수별 전력과 전체 세기를 요약</a:t>
            </a:r>
            <a:endParaRPr lang="ko-KR" sz="1900" dirty="0"/>
          </a:p>
          <a:p>
            <a:pPr algn="l" indent="0" marL="0">
              <a:lnSpc>
                <a:spcPct val="100000"/>
              </a:lnSpc>
              <a:buNone/>
            </a:pPr>
            <a:r>
              <a:rPr lang="ko-KR" altLang="en-US" sz="1900" dirty="0">
                <a:solidFill>
                  <a:srgbClr val="17313B"/>
                </a:solidFill>
                <a:latin typeface="Pretendard" pitchFamily="34" charset="0"/>
                <a:ea typeface="Pretendard" pitchFamily="34" charset="-122"/>
                <a:cs typeface="Pretendard" pitchFamily="34" charset="-120"/>
              </a:rPr>
              <a:t>분리 모델과 개수 분류기에 전달</a:t>
            </a:r>
            <a:endParaRPr lang="ko-KR" sz="1900" dirty="0"/>
          </a:p>
        </p:txBody>
      </p:sp>
      <p:sp>
        <p:nvSpPr>
          <p:cNvPr id="11" name="Text 9"/>
          <p:cNvSpPr/>
          <p:nvPr/>
        </p:nvSpPr>
        <p:spPr>
          <a:xfrm>
            <a:off x="832104" y="4928616"/>
            <a:ext cx="10561320" cy="502920"/>
          </a:xfrm>
          <a:prstGeom prst="rect">
            <a:avLst/>
          </a:prstGeom>
          <a:noFill/>
          <a:ln/>
        </p:spPr>
        <p:txBody>
          <a:bodyPr wrap="square" lIns="0" tIns="0" rIns="0" bIns="0" rtlCol="0" anchor="t"/>
          <a:lstStyle/>
          <a:p>
            <a:pPr algn="l" indent="0" marL="0">
              <a:lnSpc>
                <a:spcPct val="100000"/>
              </a:lnSpc>
              <a:buNone/>
            </a:pPr>
            <a:r>
              <a:rPr lang="ko-KR" altLang="en-US" sz="2500" b="1" dirty="0">
                <a:solidFill>
                  <a:srgbClr val="007C83"/>
                </a:solidFill>
                <a:latin typeface="Pretendard" pitchFamily="34" charset="0"/>
                <a:ea typeface="Pretendard" pitchFamily="34" charset="-122"/>
                <a:cs typeface="Pretendard" pitchFamily="34" charset="-120"/>
              </a:rPr>
              <a:t>파형 복원 손실 + 0.1 × 신호 개수 분류 손실</a:t>
            </a:r>
            <a:endParaRPr lang="ko-KR" sz="2500" dirty="0"/>
          </a:p>
        </p:txBody>
      </p:sp>
      <p:sp>
        <p:nvSpPr>
          <p:cNvPr id="12" name="Text 10"/>
          <p:cNvSpPr/>
          <p:nvPr/>
        </p:nvSpPr>
        <p:spPr>
          <a:xfrm>
            <a:off x="713232" y="5952744"/>
            <a:ext cx="10808208" cy="411480"/>
          </a:xfrm>
          <a:prstGeom prst="rect">
            <a:avLst/>
          </a:prstGeom>
          <a:noFill/>
          <a:ln/>
        </p:spPr>
        <p:txBody>
          <a:bodyPr wrap="square" lIns="0" tIns="0" rIns="0" bIns="0" rtlCol="0" anchor="t"/>
          <a:lstStyle/>
          <a:p>
            <a:pPr algn="l" indent="0" marL="0">
              <a:lnSpc>
                <a:spcPct val="100000"/>
              </a:lnSpc>
              <a:buNone/>
            </a:pPr>
            <a:r>
              <a:rPr lang="ko-KR" altLang="en-US" sz="1400" dirty="0">
                <a:solidFill>
                  <a:srgbClr val="647986"/>
                </a:solidFill>
                <a:latin typeface="Pretendard" pitchFamily="34" charset="0"/>
                <a:ea typeface="Pretendard" pitchFamily="34" charset="-122"/>
                <a:cs typeface="Pretendard" pitchFamily="34" charset="-120"/>
              </a:rPr>
              <a:t>혼합은 긴 구간에서 전력을 맞춘 뒤 자르며, 짧은 창마다 다시 정규화하지 않음</a:t>
            </a:r>
            <a:endParaRPr lang="ko-KR" sz="1400" dirty="0"/>
          </a:p>
        </p:txBody>
      </p:sp>
      <p:sp>
        <p:nvSpPr>
          <p:cNvPr id="13" name="Text 11"/>
          <p:cNvSpPr/>
          <p:nvPr/>
        </p:nvSpPr>
        <p:spPr>
          <a:xfrm>
            <a:off x="11000232" y="6409944"/>
            <a:ext cx="566928" cy="274320"/>
          </a:xfrm>
          <a:prstGeom prst="rect">
            <a:avLst/>
          </a:prstGeom>
          <a:noFill/>
          <a:ln/>
        </p:spPr>
        <p:txBody>
          <a:bodyPr wrap="square" lIns="0" tIns="0" rIns="0" bIns="0" rtlCol="0" anchor="t"/>
          <a:lstStyle/>
          <a:p>
            <a:pPr algn="r" indent="0" marL="0">
              <a:lnSpc>
                <a:spcPct val="100000"/>
              </a:lnSpc>
              <a:buNone/>
            </a:pPr>
            <a:r>
              <a:rPr lang="ko-KR" altLang="en-US" sz="1200" dirty="0">
                <a:solidFill>
                  <a:srgbClr val="647986"/>
                </a:solidFill>
                <a:latin typeface="Pretendard" pitchFamily="34" charset="0"/>
                <a:ea typeface="Pretendard" pitchFamily="34" charset="-122"/>
                <a:cs typeface="Pretendard" pitchFamily="34" charset="-120"/>
              </a:rPr>
              <a:t>05</a:t>
            </a:r>
            <a:endParaRPr lang="ko-KR"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292608"/>
            <a:ext cx="10881360" cy="274320"/>
          </a:xfrm>
          <a:prstGeom prst="rect">
            <a:avLst/>
          </a:prstGeom>
          <a:noFill/>
          <a:ln/>
        </p:spPr>
        <p:txBody>
          <a:bodyPr wrap="square" lIns="0" tIns="0" rIns="0" bIns="0" rtlCol="0" anchor="t"/>
          <a:lstStyle/>
          <a:p>
            <a:pPr algn="l" indent="0" marL="0">
              <a:lnSpc>
                <a:spcPct val="100000"/>
              </a:lnSpc>
              <a:buNone/>
            </a:pPr>
            <a:r>
              <a:rPr lang="ko-KR" altLang="en-US" sz="1300" dirty="0">
                <a:solidFill>
                  <a:srgbClr val="007C83"/>
                </a:solidFill>
                <a:latin typeface="Pretendard" pitchFamily="34" charset="0"/>
                <a:ea typeface="Pretendard" pitchFamily="34" charset="-122"/>
                <a:cs typeface="Pretendard" pitchFamily="34" charset="-120"/>
              </a:rPr>
              <a:t>방법 · 신호 개수</a:t>
            </a:r>
            <a:endParaRPr lang="ko-KR" sz="1300" dirty="0"/>
          </a:p>
        </p:txBody>
      </p:sp>
      <p:sp>
        <p:nvSpPr>
          <p:cNvPr id="3" name="Text 1"/>
          <p:cNvSpPr/>
          <p:nvPr/>
        </p:nvSpPr>
        <p:spPr>
          <a:xfrm>
            <a:off x="594360" y="832104"/>
            <a:ext cx="10972800" cy="649224"/>
          </a:xfrm>
          <a:prstGeom prst="rect">
            <a:avLst/>
          </a:prstGeom>
          <a:noFill/>
          <a:ln/>
        </p:spPr>
        <p:txBody>
          <a:bodyPr wrap="square" lIns="0" tIns="0" rIns="0" bIns="0" rtlCol="0" anchor="t"/>
          <a:lstStyle/>
          <a:p>
            <a:pPr algn="l" indent="0" marL="0">
              <a:lnSpc>
                <a:spcPct val="100000"/>
              </a:lnSpc>
              <a:buNone/>
            </a:pPr>
            <a:r>
              <a:rPr lang="ko-KR" altLang="en-US" sz="3100" b="1" dirty="0">
                <a:solidFill>
                  <a:srgbClr val="17313B"/>
                </a:solidFill>
                <a:latin typeface="Pretendard" pitchFamily="34" charset="0"/>
                <a:ea typeface="Pretendard" pitchFamily="34" charset="-122"/>
                <a:cs typeface="Pretendard" pitchFamily="34" charset="-120"/>
              </a:rPr>
              <a:t>혼합 신호에서 성분 수 추정</a:t>
            </a:r>
            <a:endParaRPr lang="ko-KR" sz="3100" dirty="0"/>
          </a:p>
        </p:txBody>
      </p:sp>
      <p:sp>
        <p:nvSpPr>
          <p:cNvPr id="4" name="Text 2"/>
          <p:cNvSpPr/>
          <p:nvPr/>
        </p:nvSpPr>
        <p:spPr>
          <a:xfrm>
            <a:off x="594360" y="1609344"/>
            <a:ext cx="10972800" cy="402336"/>
          </a:xfrm>
          <a:prstGeom prst="rect">
            <a:avLst/>
          </a:prstGeom>
          <a:noFill/>
          <a:ln/>
        </p:spPr>
        <p:txBody>
          <a:bodyPr wrap="square" lIns="0" tIns="0" rIns="0" bIns="0" rtlCol="0" anchor="t"/>
          <a:lstStyle/>
          <a:p>
            <a:pPr algn="l" indent="0" marL="0">
              <a:lnSpc>
                <a:spcPct val="100000"/>
              </a:lnSpc>
              <a:buNone/>
            </a:pPr>
            <a:r>
              <a:rPr lang="ko-KR" altLang="en-US" sz="1800" dirty="0">
                <a:solidFill>
                  <a:srgbClr val="647986"/>
                </a:solidFill>
                <a:latin typeface="Pretendard" pitchFamily="34" charset="0"/>
                <a:ea typeface="Pretendard" pitchFamily="34" charset="-122"/>
                <a:cs typeface="Pretendard" pitchFamily="34" charset="-120"/>
              </a:rPr>
              <a:t>전력 특징으로 1개·2개·3개를 분류하고, 연결할 신호 그룹 수 결정</a:t>
            </a:r>
            <a:endParaRPr lang="ko-KR" sz="1800" dirty="0"/>
          </a:p>
        </p:txBody>
      </p:sp>
      <p:sp>
        <p:nvSpPr>
          <p:cNvPr id="5" name="Shape 3"/>
          <p:cNvSpPr/>
          <p:nvPr/>
        </p:nvSpPr>
        <p:spPr>
          <a:xfrm>
            <a:off x="694944" y="2423160"/>
            <a:ext cx="2505456" cy="1490472"/>
          </a:xfrm>
          <a:prstGeom prst="roundRect">
            <a:avLst>
              <a:gd name="adj" fmla="val 6135"/>
            </a:avLst>
          </a:prstGeom>
          <a:solidFill>
            <a:srgbClr val="E7F3F2"/>
          </a:solidFill>
          <a:ln w="12700">
            <a:solidFill>
              <a:srgbClr val="E7F3F2"/>
            </a:solidFill>
            <a:prstDash val="solid"/>
          </a:ln>
        </p:spPr>
      </p:sp>
      <p:sp>
        <p:nvSpPr>
          <p:cNvPr id="6" name="Text 4"/>
          <p:cNvSpPr/>
          <p:nvPr/>
        </p:nvSpPr>
        <p:spPr>
          <a:xfrm>
            <a:off x="813816" y="2642616"/>
            <a:ext cx="2267712" cy="356616"/>
          </a:xfrm>
          <a:prstGeom prst="rect">
            <a:avLst/>
          </a:prstGeom>
          <a:noFill/>
          <a:ln/>
        </p:spPr>
        <p:txBody>
          <a:bodyPr wrap="square" lIns="0" tIns="0" rIns="0" bIns="0" rtlCol="0" anchor="t"/>
          <a:lstStyle/>
          <a:p>
            <a:pPr algn="ctr" indent="0" marL="0">
              <a:lnSpc>
                <a:spcPct val="100000"/>
              </a:lnSpc>
              <a:buNone/>
            </a:pPr>
            <a:r>
              <a:rPr lang="ko-KR" altLang="en-US" sz="2200" b="1" dirty="0">
                <a:solidFill>
                  <a:srgbClr val="007C83"/>
                </a:solidFill>
                <a:latin typeface="Pretendard" pitchFamily="34" charset="0"/>
                <a:ea typeface="Pretendard" pitchFamily="34" charset="-122"/>
                <a:cs typeface="Pretendard" pitchFamily="34" charset="-120"/>
              </a:rPr>
              <a:t>혼합 I·Q</a:t>
            </a:r>
            <a:endParaRPr lang="ko-KR" sz="2200" dirty="0"/>
          </a:p>
        </p:txBody>
      </p:sp>
      <p:sp>
        <p:nvSpPr>
          <p:cNvPr id="7" name="Text 5"/>
          <p:cNvSpPr/>
          <p:nvPr/>
        </p:nvSpPr>
        <p:spPr>
          <a:xfrm>
            <a:off x="813816" y="3310128"/>
            <a:ext cx="2267712" cy="347472"/>
          </a:xfrm>
          <a:prstGeom prst="rect">
            <a:avLst/>
          </a:prstGeom>
          <a:noFill/>
          <a:ln/>
        </p:spPr>
        <p:txBody>
          <a:bodyPr wrap="square" lIns="0" tIns="0" rIns="0" bIns="0" rtlCol="0" anchor="t"/>
          <a:lstStyle/>
          <a:p>
            <a:pPr algn="ctr" indent="0" marL="0">
              <a:lnSpc>
                <a:spcPct val="100000"/>
              </a:lnSpc>
              <a:buNone/>
            </a:pPr>
            <a:r>
              <a:rPr lang="ko-KR" altLang="en-US" sz="1550" dirty="0">
                <a:solidFill>
                  <a:srgbClr val="17313B"/>
                </a:solidFill>
                <a:latin typeface="Pretendard" pitchFamily="34" charset="0"/>
                <a:ea typeface="Pretendard" pitchFamily="34" charset="-122"/>
                <a:cs typeface="Pretendard" pitchFamily="34" charset="-120"/>
              </a:rPr>
              <a:t>약 20.9 ms</a:t>
            </a:r>
            <a:endParaRPr lang="ko-KR" sz="1550" dirty="0"/>
          </a:p>
        </p:txBody>
      </p:sp>
      <p:sp>
        <p:nvSpPr>
          <p:cNvPr id="8" name="Shape 6"/>
          <p:cNvSpPr/>
          <p:nvPr/>
        </p:nvSpPr>
        <p:spPr>
          <a:xfrm>
            <a:off x="3273552" y="3172968"/>
            <a:ext cx="201168" cy="0"/>
          </a:xfrm>
          <a:prstGeom prst="line">
            <a:avLst/>
          </a:prstGeom>
          <a:noFill/>
          <a:ln w="20320">
            <a:solidFill>
              <a:srgbClr val="007C83"/>
            </a:solidFill>
            <a:prstDash val="solid"/>
            <a:tailEnd type="triangle"/>
          </a:ln>
        </p:spPr>
      </p:sp>
      <p:sp>
        <p:nvSpPr>
          <p:cNvPr id="9" name="Shape 7"/>
          <p:cNvSpPr/>
          <p:nvPr/>
        </p:nvSpPr>
        <p:spPr>
          <a:xfrm>
            <a:off x="3547872" y="2423160"/>
            <a:ext cx="2505456" cy="1490472"/>
          </a:xfrm>
          <a:prstGeom prst="roundRect">
            <a:avLst>
              <a:gd name="adj" fmla="val 6135"/>
            </a:avLst>
          </a:prstGeom>
          <a:solidFill>
            <a:srgbClr val="EAF0F7"/>
          </a:solidFill>
          <a:ln w="12700">
            <a:solidFill>
              <a:srgbClr val="EAF0F7"/>
            </a:solidFill>
            <a:prstDash val="solid"/>
          </a:ln>
        </p:spPr>
      </p:sp>
      <p:sp>
        <p:nvSpPr>
          <p:cNvPr id="10" name="Text 8"/>
          <p:cNvSpPr/>
          <p:nvPr/>
        </p:nvSpPr>
        <p:spPr>
          <a:xfrm>
            <a:off x="3666744" y="2642616"/>
            <a:ext cx="2267712" cy="356616"/>
          </a:xfrm>
          <a:prstGeom prst="rect">
            <a:avLst/>
          </a:prstGeom>
          <a:noFill/>
          <a:ln/>
        </p:spPr>
        <p:txBody>
          <a:bodyPr wrap="square" lIns="0" tIns="0" rIns="0" bIns="0" rtlCol="0" anchor="t"/>
          <a:lstStyle/>
          <a:p>
            <a:pPr algn="ctr" indent="0" marL="0">
              <a:lnSpc>
                <a:spcPct val="100000"/>
              </a:lnSpc>
              <a:buNone/>
            </a:pPr>
            <a:r>
              <a:rPr lang="ko-KR" altLang="en-US" sz="2200" b="1" dirty="0">
                <a:solidFill>
                  <a:srgbClr val="35659B"/>
                </a:solidFill>
                <a:latin typeface="Pretendard" pitchFamily="34" charset="0"/>
                <a:ea typeface="Pretendard" pitchFamily="34" charset="-122"/>
                <a:cs typeface="Pretendard" pitchFamily="34" charset="-120"/>
              </a:rPr>
              <a:t>전력 특징</a:t>
            </a:r>
            <a:endParaRPr lang="ko-KR" sz="2200" dirty="0"/>
          </a:p>
        </p:txBody>
      </p:sp>
      <p:sp>
        <p:nvSpPr>
          <p:cNvPr id="11" name="Text 9"/>
          <p:cNvSpPr/>
          <p:nvPr/>
        </p:nvSpPr>
        <p:spPr>
          <a:xfrm>
            <a:off x="3666744" y="3310128"/>
            <a:ext cx="2267712" cy="347472"/>
          </a:xfrm>
          <a:prstGeom prst="rect">
            <a:avLst/>
          </a:prstGeom>
          <a:noFill/>
          <a:ln/>
        </p:spPr>
        <p:txBody>
          <a:bodyPr wrap="square" lIns="0" tIns="0" rIns="0" bIns="0" rtlCol="0" anchor="t"/>
          <a:lstStyle/>
          <a:p>
            <a:pPr algn="ctr" indent="0" marL="0">
              <a:lnSpc>
                <a:spcPct val="100000"/>
              </a:lnSpc>
              <a:buNone/>
            </a:pPr>
            <a:r>
              <a:rPr lang="ko-KR" altLang="en-US" sz="1550" dirty="0">
                <a:solidFill>
                  <a:srgbClr val="17313B"/>
                </a:solidFill>
                <a:latin typeface="Pretendard" pitchFamily="34" charset="0"/>
                <a:ea typeface="Pretendard" pitchFamily="34" charset="-122"/>
                <a:cs typeface="Pretendard" pitchFamily="34" charset="-120"/>
              </a:rPr>
              <a:t>주파수 64개 + 세기 1개</a:t>
            </a:r>
            <a:endParaRPr lang="ko-KR" sz="1550" dirty="0"/>
          </a:p>
        </p:txBody>
      </p:sp>
      <p:sp>
        <p:nvSpPr>
          <p:cNvPr id="12" name="Shape 10"/>
          <p:cNvSpPr/>
          <p:nvPr/>
        </p:nvSpPr>
        <p:spPr>
          <a:xfrm>
            <a:off x="6126480" y="3172968"/>
            <a:ext cx="201168" cy="0"/>
          </a:xfrm>
          <a:prstGeom prst="line">
            <a:avLst/>
          </a:prstGeom>
          <a:noFill/>
          <a:ln w="20320">
            <a:solidFill>
              <a:srgbClr val="007C83"/>
            </a:solidFill>
            <a:prstDash val="solid"/>
            <a:tailEnd type="triangle"/>
          </a:ln>
        </p:spPr>
      </p:sp>
      <p:sp>
        <p:nvSpPr>
          <p:cNvPr id="13" name="Shape 11"/>
          <p:cNvSpPr/>
          <p:nvPr/>
        </p:nvSpPr>
        <p:spPr>
          <a:xfrm>
            <a:off x="6400800" y="2423160"/>
            <a:ext cx="2505456" cy="1490472"/>
          </a:xfrm>
          <a:prstGeom prst="roundRect">
            <a:avLst>
              <a:gd name="adj" fmla="val 6135"/>
            </a:avLst>
          </a:prstGeom>
          <a:solidFill>
            <a:srgbClr val="E7F3F2"/>
          </a:solidFill>
          <a:ln w="12700">
            <a:solidFill>
              <a:srgbClr val="E7F3F2"/>
            </a:solidFill>
            <a:prstDash val="solid"/>
          </a:ln>
        </p:spPr>
      </p:sp>
      <p:sp>
        <p:nvSpPr>
          <p:cNvPr id="14" name="Text 12"/>
          <p:cNvSpPr/>
          <p:nvPr/>
        </p:nvSpPr>
        <p:spPr>
          <a:xfrm>
            <a:off x="6519672" y="2642616"/>
            <a:ext cx="2267712" cy="356616"/>
          </a:xfrm>
          <a:prstGeom prst="rect">
            <a:avLst/>
          </a:prstGeom>
          <a:noFill/>
          <a:ln/>
        </p:spPr>
        <p:txBody>
          <a:bodyPr wrap="square" lIns="0" tIns="0" rIns="0" bIns="0" rtlCol="0" anchor="t"/>
          <a:lstStyle/>
          <a:p>
            <a:pPr algn="ctr" indent="0" marL="0">
              <a:lnSpc>
                <a:spcPct val="100000"/>
              </a:lnSpc>
              <a:buNone/>
            </a:pPr>
            <a:r>
              <a:rPr lang="ko-KR" altLang="en-US" sz="2200" b="1" dirty="0">
                <a:solidFill>
                  <a:srgbClr val="007C83"/>
                </a:solidFill>
                <a:latin typeface="Pretendard" pitchFamily="34" charset="0"/>
                <a:ea typeface="Pretendard" pitchFamily="34" charset="-122"/>
                <a:cs typeface="Pretendard" pitchFamily="34" charset="-120"/>
              </a:rPr>
              <a:t>특징 신경망</a:t>
            </a:r>
            <a:endParaRPr lang="ko-KR" sz="2200" dirty="0"/>
          </a:p>
        </p:txBody>
      </p:sp>
      <p:sp>
        <p:nvSpPr>
          <p:cNvPr id="15" name="Text 13"/>
          <p:cNvSpPr/>
          <p:nvPr/>
        </p:nvSpPr>
        <p:spPr>
          <a:xfrm>
            <a:off x="6519672" y="3310128"/>
            <a:ext cx="2267712" cy="347472"/>
          </a:xfrm>
          <a:prstGeom prst="rect">
            <a:avLst/>
          </a:prstGeom>
          <a:noFill/>
          <a:ln/>
        </p:spPr>
        <p:txBody>
          <a:bodyPr wrap="square" lIns="0" tIns="0" rIns="0" bIns="0" rtlCol="0" anchor="t"/>
          <a:lstStyle/>
          <a:p>
            <a:pPr algn="ctr" indent="0" marL="0">
              <a:lnSpc>
                <a:spcPct val="100000"/>
              </a:lnSpc>
              <a:buNone/>
            </a:pPr>
            <a:r>
              <a:rPr lang="ko-KR" altLang="en-US" sz="1550" dirty="0">
                <a:solidFill>
                  <a:srgbClr val="17313B"/>
                </a:solidFill>
                <a:latin typeface="Pretendard" pitchFamily="34" charset="0"/>
                <a:ea typeface="Pretendard" pitchFamily="34" charset="-122"/>
                <a:cs typeface="Pretendard" pitchFamily="34" charset="-120"/>
              </a:rPr>
              <a:t>시간 평균 → 1D 합성곱</a:t>
            </a:r>
            <a:endParaRPr lang="ko-KR" sz="1550" dirty="0"/>
          </a:p>
        </p:txBody>
      </p:sp>
      <p:sp>
        <p:nvSpPr>
          <p:cNvPr id="16" name="Shape 14"/>
          <p:cNvSpPr/>
          <p:nvPr/>
        </p:nvSpPr>
        <p:spPr>
          <a:xfrm>
            <a:off x="8979408" y="3172968"/>
            <a:ext cx="201168" cy="0"/>
          </a:xfrm>
          <a:prstGeom prst="line">
            <a:avLst/>
          </a:prstGeom>
          <a:noFill/>
          <a:ln w="20320">
            <a:solidFill>
              <a:srgbClr val="007C83"/>
            </a:solidFill>
            <a:prstDash val="solid"/>
            <a:tailEnd type="triangle"/>
          </a:ln>
        </p:spPr>
      </p:sp>
      <p:sp>
        <p:nvSpPr>
          <p:cNvPr id="17" name="Shape 15"/>
          <p:cNvSpPr/>
          <p:nvPr/>
        </p:nvSpPr>
        <p:spPr>
          <a:xfrm>
            <a:off x="9253728" y="2423160"/>
            <a:ext cx="2505456" cy="1490472"/>
          </a:xfrm>
          <a:prstGeom prst="roundRect">
            <a:avLst>
              <a:gd name="adj" fmla="val 6135"/>
            </a:avLst>
          </a:prstGeom>
          <a:solidFill>
            <a:srgbClr val="EAF0F7"/>
          </a:solidFill>
          <a:ln w="12700">
            <a:solidFill>
              <a:srgbClr val="EAF0F7"/>
            </a:solidFill>
            <a:prstDash val="solid"/>
          </a:ln>
        </p:spPr>
      </p:sp>
      <p:sp>
        <p:nvSpPr>
          <p:cNvPr id="18" name="Text 16"/>
          <p:cNvSpPr/>
          <p:nvPr/>
        </p:nvSpPr>
        <p:spPr>
          <a:xfrm>
            <a:off x="9372600" y="2642616"/>
            <a:ext cx="2267712" cy="356616"/>
          </a:xfrm>
          <a:prstGeom prst="rect">
            <a:avLst/>
          </a:prstGeom>
          <a:noFill/>
          <a:ln/>
        </p:spPr>
        <p:txBody>
          <a:bodyPr wrap="square" lIns="0" tIns="0" rIns="0" bIns="0" rtlCol="0" anchor="t"/>
          <a:lstStyle/>
          <a:p>
            <a:pPr algn="ctr" indent="0" marL="0">
              <a:lnSpc>
                <a:spcPct val="100000"/>
              </a:lnSpc>
              <a:buNone/>
            </a:pPr>
            <a:r>
              <a:rPr lang="ko-KR" altLang="en-US" sz="2200" b="1" dirty="0">
                <a:solidFill>
                  <a:srgbClr val="35659B"/>
                </a:solidFill>
                <a:latin typeface="Pretendard" pitchFamily="34" charset="0"/>
                <a:ea typeface="Pretendard" pitchFamily="34" charset="-122"/>
                <a:cs typeface="Pretendard" pitchFamily="34" charset="-120"/>
              </a:rPr>
              <a:t>개수 분류</a:t>
            </a:r>
            <a:endParaRPr lang="ko-KR" sz="2200" dirty="0"/>
          </a:p>
        </p:txBody>
      </p:sp>
      <p:sp>
        <p:nvSpPr>
          <p:cNvPr id="19" name="Text 17"/>
          <p:cNvSpPr/>
          <p:nvPr/>
        </p:nvSpPr>
        <p:spPr>
          <a:xfrm>
            <a:off x="9372600" y="3310128"/>
            <a:ext cx="2267712" cy="347472"/>
          </a:xfrm>
          <a:prstGeom prst="rect">
            <a:avLst/>
          </a:prstGeom>
          <a:noFill/>
          <a:ln/>
        </p:spPr>
        <p:txBody>
          <a:bodyPr wrap="square" lIns="0" tIns="0" rIns="0" bIns="0" rtlCol="0" anchor="t"/>
          <a:lstStyle/>
          <a:p>
            <a:pPr algn="ctr" indent="0" marL="0">
              <a:lnSpc>
                <a:spcPct val="100000"/>
              </a:lnSpc>
              <a:buNone/>
            </a:pPr>
            <a:r>
              <a:rPr lang="ko-KR" altLang="en-US" sz="1550" dirty="0">
                <a:solidFill>
                  <a:srgbClr val="17313B"/>
                </a:solidFill>
                <a:latin typeface="Pretendard" pitchFamily="34" charset="0"/>
                <a:ea typeface="Pretendard" pitchFamily="34" charset="-122"/>
                <a:cs typeface="Pretendard" pitchFamily="34" charset="-120"/>
              </a:rPr>
              <a:t>1·2·3개 중 선택</a:t>
            </a:r>
            <a:endParaRPr lang="ko-KR" sz="1550" dirty="0"/>
          </a:p>
        </p:txBody>
      </p:sp>
      <p:sp>
        <p:nvSpPr>
          <p:cNvPr id="20" name="Shape 18"/>
          <p:cNvSpPr/>
          <p:nvPr/>
        </p:nvSpPr>
        <p:spPr>
          <a:xfrm>
            <a:off x="731520" y="4471416"/>
            <a:ext cx="5157216" cy="1271016"/>
          </a:xfrm>
          <a:prstGeom prst="roundRect">
            <a:avLst>
              <a:gd name="adj" fmla="val 7194"/>
            </a:avLst>
          </a:prstGeom>
          <a:solidFill>
            <a:srgbClr val="E7F3F2"/>
          </a:solidFill>
          <a:ln w="12700">
            <a:solidFill>
              <a:srgbClr val="E7F3F2"/>
            </a:solidFill>
            <a:prstDash val="solid"/>
          </a:ln>
        </p:spPr>
      </p:sp>
      <p:sp>
        <p:nvSpPr>
          <p:cNvPr id="21" name="Text 19"/>
          <p:cNvSpPr/>
          <p:nvPr/>
        </p:nvSpPr>
        <p:spPr>
          <a:xfrm>
            <a:off x="896112" y="4663440"/>
            <a:ext cx="4828032" cy="393192"/>
          </a:xfrm>
          <a:prstGeom prst="rect">
            <a:avLst/>
          </a:prstGeom>
          <a:noFill/>
          <a:ln/>
        </p:spPr>
        <p:txBody>
          <a:bodyPr wrap="square" lIns="0" tIns="0" rIns="0" bIns="0" rtlCol="0" anchor="t"/>
          <a:lstStyle/>
          <a:p>
            <a:pPr algn="l" indent="0" marL="0">
              <a:lnSpc>
                <a:spcPct val="100000"/>
              </a:lnSpc>
              <a:buNone/>
            </a:pPr>
            <a:r>
              <a:rPr lang="ko-KR" altLang="en-US" sz="2200" b="1" dirty="0">
                <a:solidFill>
                  <a:srgbClr val="007C83"/>
                </a:solidFill>
                <a:latin typeface="Pretendard" pitchFamily="34" charset="0"/>
                <a:ea typeface="Pretendard" pitchFamily="34" charset="-122"/>
                <a:cs typeface="Pretendard" pitchFamily="34" charset="-120"/>
              </a:rPr>
              <a:t>학습 정답</a:t>
            </a:r>
            <a:endParaRPr lang="ko-KR" sz="2200" dirty="0"/>
          </a:p>
        </p:txBody>
      </p:sp>
      <p:sp>
        <p:nvSpPr>
          <p:cNvPr id="22" name="Text 20"/>
          <p:cNvSpPr/>
          <p:nvPr/>
        </p:nvSpPr>
        <p:spPr>
          <a:xfrm>
            <a:off x="896112" y="5276088"/>
            <a:ext cx="4828032" cy="402336"/>
          </a:xfrm>
          <a:prstGeom prst="rect">
            <a:avLst/>
          </a:prstGeom>
          <a:noFill/>
          <a:ln/>
        </p:spPr>
        <p:txBody>
          <a:bodyPr wrap="square" lIns="0" tIns="0" rIns="0" bIns="0" rtlCol="0" anchor="t"/>
          <a:lstStyle/>
          <a:p>
            <a:pPr algn="l" indent="0" marL="0">
              <a:lnSpc>
                <a:spcPct val="100000"/>
              </a:lnSpc>
              <a:buNone/>
            </a:pPr>
            <a:r>
              <a:rPr lang="ko-KR" altLang="en-US" sz="1900" dirty="0">
                <a:solidFill>
                  <a:srgbClr val="17313B"/>
                </a:solidFill>
                <a:latin typeface="Pretendard" pitchFamily="34" charset="0"/>
                <a:ea typeface="Pretendard" pitchFamily="34" charset="-122"/>
                <a:cs typeface="Pretendard" pitchFamily="34" charset="-120"/>
              </a:rPr>
              <a:t>혼합에 사용한 원신호 수</a:t>
            </a:r>
            <a:endParaRPr lang="ko-KR" sz="1900" dirty="0"/>
          </a:p>
        </p:txBody>
      </p:sp>
      <p:sp>
        <p:nvSpPr>
          <p:cNvPr id="23" name="Shape 21"/>
          <p:cNvSpPr/>
          <p:nvPr/>
        </p:nvSpPr>
        <p:spPr>
          <a:xfrm>
            <a:off x="6272784" y="4471416"/>
            <a:ext cx="5157216" cy="1271016"/>
          </a:xfrm>
          <a:prstGeom prst="roundRect">
            <a:avLst>
              <a:gd name="adj" fmla="val 7194"/>
            </a:avLst>
          </a:prstGeom>
          <a:solidFill>
            <a:srgbClr val="EAF0F7"/>
          </a:solidFill>
          <a:ln w="12700">
            <a:solidFill>
              <a:srgbClr val="EAF0F7"/>
            </a:solidFill>
            <a:prstDash val="solid"/>
          </a:ln>
        </p:spPr>
      </p:sp>
      <p:sp>
        <p:nvSpPr>
          <p:cNvPr id="24" name="Text 22"/>
          <p:cNvSpPr/>
          <p:nvPr/>
        </p:nvSpPr>
        <p:spPr>
          <a:xfrm>
            <a:off x="6437376" y="4663440"/>
            <a:ext cx="4828032" cy="393192"/>
          </a:xfrm>
          <a:prstGeom prst="rect">
            <a:avLst/>
          </a:prstGeom>
          <a:noFill/>
          <a:ln/>
        </p:spPr>
        <p:txBody>
          <a:bodyPr wrap="square" lIns="0" tIns="0" rIns="0" bIns="0" rtlCol="0" anchor="t"/>
          <a:lstStyle/>
          <a:p>
            <a:pPr algn="l" indent="0" marL="0">
              <a:lnSpc>
                <a:spcPct val="100000"/>
              </a:lnSpc>
              <a:buNone/>
            </a:pPr>
            <a:r>
              <a:rPr lang="ko-KR" altLang="en-US" sz="2200" b="1" dirty="0">
                <a:solidFill>
                  <a:srgbClr val="35659B"/>
                </a:solidFill>
                <a:latin typeface="Pretendard" pitchFamily="34" charset="0"/>
                <a:ea typeface="Pretendard" pitchFamily="34" charset="-122"/>
                <a:cs typeface="Pretendard" pitchFamily="34" charset="-120"/>
              </a:rPr>
              <a:t>추론 결과의 역할</a:t>
            </a:r>
            <a:endParaRPr lang="ko-KR" sz="2200" dirty="0"/>
          </a:p>
        </p:txBody>
      </p:sp>
      <p:sp>
        <p:nvSpPr>
          <p:cNvPr id="25" name="Text 23"/>
          <p:cNvSpPr/>
          <p:nvPr/>
        </p:nvSpPr>
        <p:spPr>
          <a:xfrm>
            <a:off x="6437376" y="5276088"/>
            <a:ext cx="4828032" cy="402336"/>
          </a:xfrm>
          <a:prstGeom prst="rect">
            <a:avLst/>
          </a:prstGeom>
          <a:noFill/>
          <a:ln/>
        </p:spPr>
        <p:txBody>
          <a:bodyPr wrap="square" lIns="0" tIns="0" rIns="0" bIns="0" rtlCol="0" anchor="t"/>
          <a:lstStyle/>
          <a:p>
            <a:pPr algn="l" indent="0" marL="0">
              <a:lnSpc>
                <a:spcPct val="100000"/>
              </a:lnSpc>
              <a:buNone/>
            </a:pPr>
            <a:r>
              <a:rPr lang="ko-KR" altLang="en-US" sz="1900" dirty="0">
                <a:solidFill>
                  <a:srgbClr val="17313B"/>
                </a:solidFill>
                <a:latin typeface="Pretendard" pitchFamily="34" charset="0"/>
                <a:ea typeface="Pretendard" pitchFamily="34" charset="-122"/>
                <a:cs typeface="Pretendard" pitchFamily="34" charset="-120"/>
              </a:rPr>
              <a:t>복원 조각을 묶을 그룹 수</a:t>
            </a:r>
            <a:endParaRPr lang="ko-KR" sz="1900" dirty="0"/>
          </a:p>
        </p:txBody>
      </p:sp>
      <p:sp>
        <p:nvSpPr>
          <p:cNvPr id="26" name="Text 24"/>
          <p:cNvSpPr/>
          <p:nvPr/>
        </p:nvSpPr>
        <p:spPr>
          <a:xfrm>
            <a:off x="713232" y="5952744"/>
            <a:ext cx="10808208" cy="411480"/>
          </a:xfrm>
          <a:prstGeom prst="rect">
            <a:avLst/>
          </a:prstGeom>
          <a:noFill/>
          <a:ln/>
        </p:spPr>
        <p:txBody>
          <a:bodyPr wrap="square" lIns="0" tIns="0" rIns="0" bIns="0" rtlCol="0" anchor="t"/>
          <a:lstStyle/>
          <a:p>
            <a:pPr algn="l" indent="0" marL="0">
              <a:lnSpc>
                <a:spcPct val="100000"/>
              </a:lnSpc>
              <a:buNone/>
            </a:pPr>
            <a:r>
              <a:rPr lang="ko-KR" altLang="en-US" sz="1400" dirty="0">
                <a:solidFill>
                  <a:srgbClr val="647986"/>
                </a:solidFill>
                <a:latin typeface="Pretendard" pitchFamily="34" charset="0"/>
                <a:ea typeface="Pretendard" pitchFamily="34" charset="-122"/>
                <a:cs typeface="Pretendard" pitchFamily="34" charset="-120"/>
              </a:rPr>
              <a:t>신호용 파형 출력은 항상 3개이며, 개수 분류는 1~3개 합성 성분을 대상으로 함</a:t>
            </a:r>
            <a:endParaRPr lang="ko-KR" sz="1400" dirty="0"/>
          </a:p>
        </p:txBody>
      </p:sp>
      <p:sp>
        <p:nvSpPr>
          <p:cNvPr id="27" name="Text 25"/>
          <p:cNvSpPr/>
          <p:nvPr/>
        </p:nvSpPr>
        <p:spPr>
          <a:xfrm>
            <a:off x="11000232" y="6409944"/>
            <a:ext cx="566928" cy="274320"/>
          </a:xfrm>
          <a:prstGeom prst="rect">
            <a:avLst/>
          </a:prstGeom>
          <a:noFill/>
          <a:ln/>
        </p:spPr>
        <p:txBody>
          <a:bodyPr wrap="square" lIns="0" tIns="0" rIns="0" bIns="0" rtlCol="0" anchor="t"/>
          <a:lstStyle/>
          <a:p>
            <a:pPr algn="r" indent="0" marL="0">
              <a:lnSpc>
                <a:spcPct val="100000"/>
              </a:lnSpc>
              <a:buNone/>
            </a:pPr>
            <a:r>
              <a:rPr lang="ko-KR" altLang="en-US" sz="1200" dirty="0">
                <a:solidFill>
                  <a:srgbClr val="647986"/>
                </a:solidFill>
                <a:latin typeface="Pretendard" pitchFamily="34" charset="0"/>
                <a:ea typeface="Pretendard" pitchFamily="34" charset="-122"/>
                <a:cs typeface="Pretendard" pitchFamily="34" charset="-120"/>
              </a:rPr>
              <a:t>06</a:t>
            </a:r>
            <a:endParaRPr lang="ko-KR"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292608"/>
            <a:ext cx="10881360" cy="274320"/>
          </a:xfrm>
          <a:prstGeom prst="rect">
            <a:avLst/>
          </a:prstGeom>
          <a:noFill/>
          <a:ln/>
        </p:spPr>
        <p:txBody>
          <a:bodyPr wrap="square" lIns="0" tIns="0" rIns="0" bIns="0" rtlCol="0" anchor="t"/>
          <a:lstStyle/>
          <a:p>
            <a:pPr algn="l" indent="0" marL="0">
              <a:lnSpc>
                <a:spcPct val="100000"/>
              </a:lnSpc>
              <a:buNone/>
            </a:pPr>
            <a:r>
              <a:rPr lang="ko-KR" altLang="en-US" sz="1300" dirty="0">
                <a:solidFill>
                  <a:srgbClr val="007C83"/>
                </a:solidFill>
                <a:latin typeface="Pretendard" pitchFamily="34" charset="0"/>
                <a:ea typeface="Pretendard" pitchFamily="34" charset="-122"/>
                <a:cs typeface="Pretendard" pitchFamily="34" charset="-120"/>
              </a:rPr>
              <a:t>방법 ② 신호 연결</a:t>
            </a:r>
            <a:endParaRPr lang="ko-KR" sz="1300" dirty="0"/>
          </a:p>
        </p:txBody>
      </p:sp>
      <p:sp>
        <p:nvSpPr>
          <p:cNvPr id="3" name="Text 1"/>
          <p:cNvSpPr/>
          <p:nvPr/>
        </p:nvSpPr>
        <p:spPr>
          <a:xfrm>
            <a:off x="594360" y="832104"/>
            <a:ext cx="10972800" cy="649224"/>
          </a:xfrm>
          <a:prstGeom prst="rect">
            <a:avLst/>
          </a:prstGeom>
          <a:noFill/>
          <a:ln/>
        </p:spPr>
        <p:txBody>
          <a:bodyPr wrap="square" lIns="0" tIns="0" rIns="0" bIns="0" rtlCol="0" anchor="t"/>
          <a:lstStyle/>
          <a:p>
            <a:pPr algn="l" indent="0" marL="0">
              <a:lnSpc>
                <a:spcPct val="100000"/>
              </a:lnSpc>
              <a:buNone/>
            </a:pPr>
            <a:r>
              <a:rPr lang="ko-KR" altLang="en-US" sz="3100" b="1" dirty="0">
                <a:solidFill>
                  <a:srgbClr val="17313B"/>
                </a:solidFill>
                <a:latin typeface="Pretendard" pitchFamily="34" charset="0"/>
                <a:ea typeface="Pretendard" pitchFamily="34" charset="-122"/>
                <a:cs typeface="Pretendard" pitchFamily="34" charset="-120"/>
              </a:rPr>
              <a:t>Transformer로 같은 신호 조각 연결</a:t>
            </a:r>
            <a:endParaRPr lang="ko-KR" sz="3100" dirty="0"/>
          </a:p>
        </p:txBody>
      </p:sp>
      <p:sp>
        <p:nvSpPr>
          <p:cNvPr id="4" name="Text 2"/>
          <p:cNvSpPr/>
          <p:nvPr/>
        </p:nvSpPr>
        <p:spPr>
          <a:xfrm>
            <a:off x="594360" y="1609344"/>
            <a:ext cx="10972800" cy="402336"/>
          </a:xfrm>
          <a:prstGeom prst="rect">
            <a:avLst/>
          </a:prstGeom>
          <a:noFill/>
          <a:ln/>
        </p:spPr>
        <p:txBody>
          <a:bodyPr wrap="square" lIns="0" tIns="0" rIns="0" bIns="0" rtlCol="0" anchor="t"/>
          <a:lstStyle/>
          <a:p>
            <a:pPr algn="l" indent="0" marL="0">
              <a:lnSpc>
                <a:spcPct val="100000"/>
              </a:lnSpc>
              <a:buNone/>
            </a:pPr>
            <a:r>
              <a:rPr lang="ko-KR" altLang="en-US" sz="1800" dirty="0">
                <a:solidFill>
                  <a:srgbClr val="647986"/>
                </a:solidFill>
                <a:latin typeface="Pretendard" pitchFamily="34" charset="0"/>
                <a:ea typeface="Pretendard" pitchFamily="34" charset="-122"/>
                <a:cs typeface="Pretendard" pitchFamily="34" charset="-120"/>
              </a:rPr>
              <a:t>파형 값은 유지하고, 시간에 따른 출력 배정을 학습</a:t>
            </a:r>
            <a:endParaRPr lang="ko-KR" sz="1800" dirty="0"/>
          </a:p>
        </p:txBody>
      </p:sp>
      <p:sp>
        <p:nvSpPr>
          <p:cNvPr id="5" name="Shape 3"/>
          <p:cNvSpPr/>
          <p:nvPr/>
        </p:nvSpPr>
        <p:spPr>
          <a:xfrm>
            <a:off x="630936" y="2350008"/>
            <a:ext cx="2551176" cy="1618488"/>
          </a:xfrm>
          <a:prstGeom prst="roundRect">
            <a:avLst>
              <a:gd name="adj" fmla="val 5650"/>
            </a:avLst>
          </a:prstGeom>
          <a:solidFill>
            <a:srgbClr val="E7F3F2"/>
          </a:solidFill>
          <a:ln w="12700">
            <a:solidFill>
              <a:srgbClr val="E7F3F2"/>
            </a:solidFill>
            <a:prstDash val="solid"/>
          </a:ln>
        </p:spPr>
      </p:sp>
      <p:sp>
        <p:nvSpPr>
          <p:cNvPr id="6" name="Text 4"/>
          <p:cNvSpPr/>
          <p:nvPr/>
        </p:nvSpPr>
        <p:spPr>
          <a:xfrm>
            <a:off x="777240" y="2514600"/>
            <a:ext cx="2258568" cy="402336"/>
          </a:xfrm>
          <a:prstGeom prst="rect">
            <a:avLst/>
          </a:prstGeom>
          <a:noFill/>
          <a:ln/>
        </p:spPr>
        <p:txBody>
          <a:bodyPr wrap="square" lIns="0" tIns="0" rIns="0" bIns="0" rtlCol="0" anchor="t"/>
          <a:lstStyle/>
          <a:p>
            <a:pPr algn="ctr" indent="0" marL="0">
              <a:lnSpc>
                <a:spcPct val="100000"/>
              </a:lnSpc>
              <a:buNone/>
            </a:pPr>
            <a:r>
              <a:rPr lang="ko-KR" altLang="en-US" sz="2000" b="1" dirty="0">
                <a:solidFill>
                  <a:srgbClr val="007C83"/>
                </a:solidFill>
                <a:latin typeface="Pretendard" pitchFamily="34" charset="0"/>
                <a:ea typeface="Pretendard" pitchFamily="34" charset="-122"/>
                <a:cs typeface="Pretendard" pitchFamily="34" charset="-120"/>
              </a:rPr>
              <a:t>복원된 조각</a:t>
            </a:r>
            <a:endParaRPr lang="ko-KR" sz="2000" dirty="0"/>
          </a:p>
        </p:txBody>
      </p:sp>
      <p:sp>
        <p:nvSpPr>
          <p:cNvPr id="7" name="Text 5"/>
          <p:cNvSpPr/>
          <p:nvPr/>
        </p:nvSpPr>
        <p:spPr>
          <a:xfrm>
            <a:off x="777240" y="3072384"/>
            <a:ext cx="2258568" cy="841248"/>
          </a:xfrm>
          <a:prstGeom prst="rect">
            <a:avLst/>
          </a:prstGeom>
          <a:noFill/>
          <a:ln/>
        </p:spPr>
        <p:txBody>
          <a:bodyPr wrap="square" lIns="0" tIns="0" rIns="0" bIns="0" rtlCol="0" anchor="t"/>
          <a:lstStyle/>
          <a:p>
            <a:pPr algn="ctr" indent="0" marL="0">
              <a:lnSpc>
                <a:spcPct val="100000"/>
              </a:lnSpc>
              <a:buNone/>
            </a:pPr>
            <a:r>
              <a:rPr lang="ko-KR" altLang="en-US" sz="1800" dirty="0">
                <a:solidFill>
                  <a:srgbClr val="17313B"/>
                </a:solidFill>
                <a:latin typeface="Pretendard" pitchFamily="34" charset="0"/>
                <a:ea typeface="Pretendard" pitchFamily="34" charset="-122"/>
                <a:cs typeface="Pretendard" pitchFamily="34" charset="-120"/>
              </a:rPr>
              <a:t>각 구간의</a:t>
            </a:r>
            <a:endParaRPr lang="ko-KR" sz="1800" dirty="0"/>
          </a:p>
          <a:p>
            <a:pPr algn="ctr" indent="0" marL="0">
              <a:lnSpc>
                <a:spcPct val="100000"/>
              </a:lnSpc>
              <a:buNone/>
            </a:pPr>
            <a:r>
              <a:rPr lang="ko-KR" altLang="en-US" sz="1800" dirty="0">
                <a:solidFill>
                  <a:srgbClr val="17313B"/>
                </a:solidFill>
                <a:latin typeface="Pretendard" pitchFamily="34" charset="0"/>
                <a:ea typeface="Pretendard" pitchFamily="34" charset="-122"/>
                <a:cs typeface="Pretendard" pitchFamily="34" charset="-120"/>
              </a:rPr>
              <a:t>출력 3개</a:t>
            </a:r>
            <a:endParaRPr lang="ko-KR" sz="1800" dirty="0"/>
          </a:p>
        </p:txBody>
      </p:sp>
      <p:sp>
        <p:nvSpPr>
          <p:cNvPr id="8" name="Shape 6"/>
          <p:cNvSpPr/>
          <p:nvPr/>
        </p:nvSpPr>
        <p:spPr>
          <a:xfrm>
            <a:off x="3227832" y="3136392"/>
            <a:ext cx="182880" cy="0"/>
          </a:xfrm>
          <a:prstGeom prst="line">
            <a:avLst/>
          </a:prstGeom>
          <a:noFill/>
          <a:ln w="21590">
            <a:solidFill>
              <a:srgbClr val="007C83"/>
            </a:solidFill>
            <a:prstDash val="solid"/>
            <a:tailEnd type="triangle"/>
          </a:ln>
        </p:spPr>
      </p:sp>
      <p:sp>
        <p:nvSpPr>
          <p:cNvPr id="9" name="Shape 7"/>
          <p:cNvSpPr/>
          <p:nvPr/>
        </p:nvSpPr>
        <p:spPr>
          <a:xfrm>
            <a:off x="3456432" y="2350008"/>
            <a:ext cx="2551176" cy="1618488"/>
          </a:xfrm>
          <a:prstGeom prst="roundRect">
            <a:avLst>
              <a:gd name="adj" fmla="val 5650"/>
            </a:avLst>
          </a:prstGeom>
          <a:solidFill>
            <a:srgbClr val="EAF0F7"/>
          </a:solidFill>
          <a:ln w="12700">
            <a:solidFill>
              <a:srgbClr val="EAF0F7"/>
            </a:solidFill>
            <a:prstDash val="solid"/>
          </a:ln>
        </p:spPr>
      </p:sp>
      <p:sp>
        <p:nvSpPr>
          <p:cNvPr id="10" name="Text 8"/>
          <p:cNvSpPr/>
          <p:nvPr/>
        </p:nvSpPr>
        <p:spPr>
          <a:xfrm>
            <a:off x="3602736" y="2514600"/>
            <a:ext cx="2258568" cy="402336"/>
          </a:xfrm>
          <a:prstGeom prst="rect">
            <a:avLst/>
          </a:prstGeom>
          <a:noFill/>
          <a:ln/>
        </p:spPr>
        <p:txBody>
          <a:bodyPr wrap="square" lIns="0" tIns="0" rIns="0" bIns="0" rtlCol="0" anchor="t"/>
          <a:lstStyle/>
          <a:p>
            <a:pPr algn="ctr" indent="0" marL="0">
              <a:lnSpc>
                <a:spcPct val="100000"/>
              </a:lnSpc>
              <a:buNone/>
            </a:pPr>
            <a:r>
              <a:rPr lang="ko-KR" altLang="en-US" sz="2000" b="1" dirty="0">
                <a:solidFill>
                  <a:srgbClr val="35659B"/>
                </a:solidFill>
                <a:latin typeface="Pretendard" pitchFamily="34" charset="0"/>
                <a:ea typeface="Pretendard" pitchFamily="34" charset="-122"/>
                <a:cs typeface="Pretendard" pitchFamily="34" charset="-120"/>
              </a:rPr>
              <a:t>신호의 특성</a:t>
            </a:r>
            <a:endParaRPr lang="ko-KR" sz="2000" dirty="0"/>
          </a:p>
        </p:txBody>
      </p:sp>
      <p:sp>
        <p:nvSpPr>
          <p:cNvPr id="11" name="Text 9"/>
          <p:cNvSpPr/>
          <p:nvPr/>
        </p:nvSpPr>
        <p:spPr>
          <a:xfrm>
            <a:off x="3602736" y="3072384"/>
            <a:ext cx="2258568" cy="841248"/>
          </a:xfrm>
          <a:prstGeom prst="rect">
            <a:avLst/>
          </a:prstGeom>
          <a:noFill/>
          <a:ln/>
        </p:spPr>
        <p:txBody>
          <a:bodyPr wrap="square" lIns="0" tIns="0" rIns="0" bIns="0" rtlCol="0" anchor="t"/>
          <a:lstStyle/>
          <a:p>
            <a:pPr algn="ctr" indent="0" marL="0">
              <a:lnSpc>
                <a:spcPct val="100000"/>
              </a:lnSpc>
              <a:buNone/>
            </a:pPr>
            <a:r>
              <a:rPr lang="ko-KR" altLang="en-US" sz="1800" dirty="0">
                <a:solidFill>
                  <a:srgbClr val="17313B"/>
                </a:solidFill>
                <a:latin typeface="Pretendard" pitchFamily="34" charset="0"/>
                <a:ea typeface="Pretendard" pitchFamily="34" charset="-122"/>
                <a:cs typeface="Pretendard" pitchFamily="34" charset="-120"/>
              </a:rPr>
              <a:t>주파수별 세기</a:t>
            </a:r>
            <a:endParaRPr lang="ko-KR" sz="1800" dirty="0"/>
          </a:p>
          <a:p>
            <a:pPr algn="ctr" indent="0" marL="0">
              <a:lnSpc>
                <a:spcPct val="100000"/>
              </a:lnSpc>
              <a:buNone/>
            </a:pPr>
            <a:r>
              <a:rPr lang="ko-KR" altLang="en-US" sz="1800" dirty="0">
                <a:solidFill>
                  <a:srgbClr val="17313B"/>
                </a:solidFill>
                <a:latin typeface="Pretendard" pitchFamily="34" charset="0"/>
                <a:ea typeface="Pretendard" pitchFamily="34" charset="-122"/>
                <a:cs typeface="Pretendard" pitchFamily="34" charset="-120"/>
              </a:rPr>
              <a:t>전체 세기 · 시점</a:t>
            </a:r>
            <a:endParaRPr lang="ko-KR" sz="1800" dirty="0"/>
          </a:p>
        </p:txBody>
      </p:sp>
      <p:sp>
        <p:nvSpPr>
          <p:cNvPr id="12" name="Shape 10"/>
          <p:cNvSpPr/>
          <p:nvPr/>
        </p:nvSpPr>
        <p:spPr>
          <a:xfrm>
            <a:off x="6053328" y="3136392"/>
            <a:ext cx="182880" cy="0"/>
          </a:xfrm>
          <a:prstGeom prst="line">
            <a:avLst/>
          </a:prstGeom>
          <a:noFill/>
          <a:ln w="21590">
            <a:solidFill>
              <a:srgbClr val="007C83"/>
            </a:solidFill>
            <a:prstDash val="solid"/>
            <a:tailEnd type="triangle"/>
          </a:ln>
        </p:spPr>
      </p:sp>
      <p:sp>
        <p:nvSpPr>
          <p:cNvPr id="13" name="Shape 11"/>
          <p:cNvSpPr/>
          <p:nvPr/>
        </p:nvSpPr>
        <p:spPr>
          <a:xfrm>
            <a:off x="6281928" y="2350008"/>
            <a:ext cx="2551176" cy="1618488"/>
          </a:xfrm>
          <a:prstGeom prst="roundRect">
            <a:avLst>
              <a:gd name="adj" fmla="val 5650"/>
            </a:avLst>
          </a:prstGeom>
          <a:solidFill>
            <a:srgbClr val="E7F3F2"/>
          </a:solidFill>
          <a:ln w="12700">
            <a:solidFill>
              <a:srgbClr val="E7F3F2"/>
            </a:solidFill>
            <a:prstDash val="solid"/>
          </a:ln>
        </p:spPr>
      </p:sp>
      <p:sp>
        <p:nvSpPr>
          <p:cNvPr id="14" name="Text 12"/>
          <p:cNvSpPr/>
          <p:nvPr/>
        </p:nvSpPr>
        <p:spPr>
          <a:xfrm>
            <a:off x="6428232" y="2514600"/>
            <a:ext cx="2258568" cy="402336"/>
          </a:xfrm>
          <a:prstGeom prst="rect">
            <a:avLst/>
          </a:prstGeom>
          <a:noFill/>
          <a:ln/>
        </p:spPr>
        <p:txBody>
          <a:bodyPr wrap="square" lIns="0" tIns="0" rIns="0" bIns="0" rtlCol="0" anchor="t"/>
          <a:lstStyle/>
          <a:p>
            <a:pPr algn="ctr" indent="0" marL="0">
              <a:lnSpc>
                <a:spcPct val="100000"/>
              </a:lnSpc>
              <a:buNone/>
            </a:pPr>
            <a:r>
              <a:rPr lang="ko-KR" altLang="en-US" sz="2000" b="1" dirty="0">
                <a:solidFill>
                  <a:srgbClr val="007C83"/>
                </a:solidFill>
                <a:latin typeface="Pretendard" pitchFamily="34" charset="0"/>
                <a:ea typeface="Pretendard" pitchFamily="34" charset="-122"/>
                <a:cs typeface="Pretendard" pitchFamily="34" charset="-120"/>
              </a:rPr>
              <a:t>조각 간 관계 학습</a:t>
            </a:r>
            <a:endParaRPr lang="ko-KR" sz="2000" dirty="0"/>
          </a:p>
        </p:txBody>
      </p:sp>
      <p:sp>
        <p:nvSpPr>
          <p:cNvPr id="15" name="Text 13"/>
          <p:cNvSpPr/>
          <p:nvPr/>
        </p:nvSpPr>
        <p:spPr>
          <a:xfrm>
            <a:off x="6428232" y="3072384"/>
            <a:ext cx="2258568" cy="841248"/>
          </a:xfrm>
          <a:prstGeom prst="rect">
            <a:avLst/>
          </a:prstGeom>
          <a:noFill/>
          <a:ln/>
        </p:spPr>
        <p:txBody>
          <a:bodyPr wrap="square" lIns="0" tIns="0" rIns="0" bIns="0" rtlCol="0" anchor="t"/>
          <a:lstStyle/>
          <a:p>
            <a:pPr algn="ctr" indent="0" marL="0">
              <a:lnSpc>
                <a:spcPct val="100000"/>
              </a:lnSpc>
              <a:buNone/>
            </a:pPr>
            <a:r>
              <a:rPr lang="ko-KR" altLang="en-US" sz="1800" dirty="0">
                <a:solidFill>
                  <a:srgbClr val="17313B"/>
                </a:solidFill>
                <a:latin typeface="Pretendard" pitchFamily="34" charset="0"/>
                <a:ea typeface="Pretendard" pitchFamily="34" charset="-122"/>
                <a:cs typeface="Pretendard" pitchFamily="34" charset="-120"/>
              </a:rPr>
              <a:t>Transformer</a:t>
            </a:r>
            <a:endParaRPr lang="ko-KR" sz="1800" dirty="0"/>
          </a:p>
          <a:p>
            <a:pPr algn="ctr" indent="0" marL="0">
              <a:lnSpc>
                <a:spcPct val="100000"/>
              </a:lnSpc>
              <a:buNone/>
            </a:pPr>
            <a:r>
              <a:rPr lang="ko-KR" altLang="en-US" sz="1800" dirty="0">
                <a:solidFill>
                  <a:srgbClr val="17313B"/>
                </a:solidFill>
                <a:latin typeface="Pretendard" pitchFamily="34" charset="0"/>
                <a:ea typeface="Pretendard" pitchFamily="34" charset="-122"/>
                <a:cs typeface="Pretendard" pitchFamily="34" charset="-120"/>
              </a:rPr>
              <a:t>같은 신호인지 비교</a:t>
            </a:r>
            <a:endParaRPr lang="ko-KR" sz="1800" dirty="0"/>
          </a:p>
        </p:txBody>
      </p:sp>
      <p:sp>
        <p:nvSpPr>
          <p:cNvPr id="16" name="Shape 14"/>
          <p:cNvSpPr/>
          <p:nvPr/>
        </p:nvSpPr>
        <p:spPr>
          <a:xfrm>
            <a:off x="8878824" y="3136392"/>
            <a:ext cx="182880" cy="0"/>
          </a:xfrm>
          <a:prstGeom prst="line">
            <a:avLst/>
          </a:prstGeom>
          <a:noFill/>
          <a:ln w="21590">
            <a:solidFill>
              <a:srgbClr val="007C83"/>
            </a:solidFill>
            <a:prstDash val="solid"/>
            <a:tailEnd type="triangle"/>
          </a:ln>
        </p:spPr>
      </p:sp>
      <p:sp>
        <p:nvSpPr>
          <p:cNvPr id="17" name="Shape 15"/>
          <p:cNvSpPr/>
          <p:nvPr/>
        </p:nvSpPr>
        <p:spPr>
          <a:xfrm>
            <a:off x="9107424" y="2350008"/>
            <a:ext cx="2551176" cy="1618488"/>
          </a:xfrm>
          <a:prstGeom prst="roundRect">
            <a:avLst>
              <a:gd name="adj" fmla="val 5650"/>
            </a:avLst>
          </a:prstGeom>
          <a:solidFill>
            <a:srgbClr val="EAF0F7"/>
          </a:solidFill>
          <a:ln w="12700">
            <a:solidFill>
              <a:srgbClr val="EAF0F7"/>
            </a:solidFill>
            <a:prstDash val="solid"/>
          </a:ln>
        </p:spPr>
      </p:sp>
      <p:sp>
        <p:nvSpPr>
          <p:cNvPr id="18" name="Text 16"/>
          <p:cNvSpPr/>
          <p:nvPr/>
        </p:nvSpPr>
        <p:spPr>
          <a:xfrm>
            <a:off x="9253728" y="2514600"/>
            <a:ext cx="2258568" cy="402336"/>
          </a:xfrm>
          <a:prstGeom prst="rect">
            <a:avLst/>
          </a:prstGeom>
          <a:noFill/>
          <a:ln/>
        </p:spPr>
        <p:txBody>
          <a:bodyPr wrap="square" lIns="0" tIns="0" rIns="0" bIns="0" rtlCol="0" anchor="t"/>
          <a:lstStyle/>
          <a:p>
            <a:pPr algn="ctr" indent="0" marL="0">
              <a:lnSpc>
                <a:spcPct val="100000"/>
              </a:lnSpc>
              <a:buNone/>
            </a:pPr>
            <a:r>
              <a:rPr lang="ko-KR" altLang="en-US" sz="2000" b="1" dirty="0">
                <a:solidFill>
                  <a:srgbClr val="35659B"/>
                </a:solidFill>
                <a:latin typeface="Pretendard" pitchFamily="34" charset="0"/>
                <a:ea typeface="Pretendard" pitchFamily="34" charset="-122"/>
                <a:cs typeface="Pretendard" pitchFamily="34" charset="-120"/>
              </a:rPr>
              <a:t>연결 순서 선택</a:t>
            </a:r>
            <a:endParaRPr lang="ko-KR" sz="2000" dirty="0"/>
          </a:p>
        </p:txBody>
      </p:sp>
      <p:sp>
        <p:nvSpPr>
          <p:cNvPr id="19" name="Text 17"/>
          <p:cNvSpPr/>
          <p:nvPr/>
        </p:nvSpPr>
        <p:spPr>
          <a:xfrm>
            <a:off x="9253728" y="3072384"/>
            <a:ext cx="2258568" cy="841248"/>
          </a:xfrm>
          <a:prstGeom prst="rect">
            <a:avLst/>
          </a:prstGeom>
          <a:noFill/>
          <a:ln/>
        </p:spPr>
        <p:txBody>
          <a:bodyPr wrap="square" lIns="0" tIns="0" rIns="0" bIns="0" rtlCol="0" anchor="t"/>
          <a:lstStyle/>
          <a:p>
            <a:pPr algn="ctr" indent="0" marL="0">
              <a:lnSpc>
                <a:spcPct val="100000"/>
              </a:lnSpc>
              <a:buNone/>
            </a:pPr>
            <a:r>
              <a:rPr lang="ko-KR" altLang="en-US" sz="1800" dirty="0">
                <a:solidFill>
                  <a:srgbClr val="17313B"/>
                </a:solidFill>
                <a:latin typeface="Pretendard" pitchFamily="34" charset="0"/>
                <a:ea typeface="Pretendard" pitchFamily="34" charset="-122"/>
                <a:cs typeface="Pretendard" pitchFamily="34" charset="-120"/>
              </a:rPr>
              <a:t>같은 신호를</a:t>
            </a:r>
            <a:endParaRPr lang="ko-KR" sz="1800" dirty="0"/>
          </a:p>
          <a:p>
            <a:pPr algn="ctr" indent="0" marL="0">
              <a:lnSpc>
                <a:spcPct val="100000"/>
              </a:lnSpc>
              <a:buNone/>
            </a:pPr>
            <a:r>
              <a:rPr lang="ko-KR" altLang="en-US" sz="1800" dirty="0">
                <a:solidFill>
                  <a:srgbClr val="17313B"/>
                </a:solidFill>
                <a:latin typeface="Pretendard" pitchFamily="34" charset="0"/>
                <a:ea typeface="Pretendard" pitchFamily="34" charset="-122"/>
                <a:cs typeface="Pretendard" pitchFamily="34" charset="-120"/>
              </a:rPr>
              <a:t>한 줄로 이어 붙임</a:t>
            </a:r>
            <a:endParaRPr lang="ko-KR" sz="1800" dirty="0"/>
          </a:p>
        </p:txBody>
      </p:sp>
      <p:sp>
        <p:nvSpPr>
          <p:cNvPr id="20" name="Text 18"/>
          <p:cNvSpPr/>
          <p:nvPr/>
        </p:nvSpPr>
        <p:spPr>
          <a:xfrm>
            <a:off x="822960" y="4288536"/>
            <a:ext cx="4535424" cy="317500"/>
          </a:xfrm>
          <a:prstGeom prst="rect">
            <a:avLst/>
          </a:prstGeom>
          <a:noFill/>
          <a:ln/>
        </p:spPr>
        <p:txBody>
          <a:bodyPr wrap="square" lIns="0" tIns="0" rIns="0" bIns="0" rtlCol="0" anchor="t"/>
          <a:lstStyle/>
          <a:p>
            <a:pPr algn="l" indent="0" marL="0">
              <a:lnSpc>
                <a:spcPct val="100000"/>
              </a:lnSpc>
              <a:buNone/>
            </a:pPr>
            <a:r>
              <a:rPr lang="ko-KR" altLang="en-US" sz="2000" b="1" dirty="0">
                <a:solidFill>
                  <a:srgbClr val="BA4A00"/>
                </a:solidFill>
                <a:latin typeface="Pretendard" pitchFamily="34" charset="0"/>
                <a:ea typeface="Pretendard" pitchFamily="34" charset="-122"/>
                <a:cs typeface="Pretendard" pitchFamily="34" charset="-120"/>
              </a:rPr>
              <a:t>연결 전: 출력 순서가 섞임</a:t>
            </a:r>
            <a:endParaRPr lang="ko-KR" sz="2000" dirty="0"/>
          </a:p>
        </p:txBody>
      </p:sp>
      <p:sp>
        <p:nvSpPr>
          <p:cNvPr id="21" name="Text 19"/>
          <p:cNvSpPr/>
          <p:nvPr/>
        </p:nvSpPr>
        <p:spPr>
          <a:xfrm>
            <a:off x="7498080" y="4288536"/>
            <a:ext cx="3977640" cy="317500"/>
          </a:xfrm>
          <a:prstGeom prst="rect">
            <a:avLst/>
          </a:prstGeom>
          <a:noFill/>
          <a:ln/>
        </p:spPr>
        <p:txBody>
          <a:bodyPr wrap="square" lIns="0" tIns="0" rIns="0" bIns="0" rtlCol="0" anchor="t"/>
          <a:lstStyle/>
          <a:p>
            <a:pPr algn="l" indent="0" marL="0">
              <a:lnSpc>
                <a:spcPct val="100000"/>
              </a:lnSpc>
              <a:buNone/>
            </a:pPr>
            <a:r>
              <a:rPr lang="ko-KR" altLang="en-US" sz="2000" b="1" dirty="0">
                <a:solidFill>
                  <a:srgbClr val="007C83"/>
                </a:solidFill>
                <a:latin typeface="Pretendard" pitchFamily="34" charset="0"/>
                <a:ea typeface="Pretendard" pitchFamily="34" charset="-122"/>
                <a:cs typeface="Pretendard" pitchFamily="34" charset="-120"/>
              </a:rPr>
              <a:t>연결 후: 같은 신호로 정렬</a:t>
            </a:r>
            <a:endParaRPr lang="ko-KR" sz="2000" dirty="0"/>
          </a:p>
        </p:txBody>
      </p:sp>
      <p:sp>
        <p:nvSpPr>
          <p:cNvPr id="22" name="Text 20"/>
          <p:cNvSpPr/>
          <p:nvPr/>
        </p:nvSpPr>
        <p:spPr>
          <a:xfrm>
            <a:off x="841248" y="4828032"/>
            <a:ext cx="896112" cy="254000"/>
          </a:xfrm>
          <a:prstGeom prst="rect">
            <a:avLst/>
          </a:prstGeom>
          <a:noFill/>
          <a:ln/>
        </p:spPr>
        <p:txBody>
          <a:bodyPr wrap="square" lIns="0" tIns="0" rIns="0" bIns="0" rtlCol="0" anchor="t"/>
          <a:lstStyle/>
          <a:p>
            <a:pPr algn="l" indent="0" marL="0">
              <a:lnSpc>
                <a:spcPct val="100000"/>
              </a:lnSpc>
              <a:buNone/>
            </a:pPr>
            <a:r>
              <a:rPr lang="ko-KR" altLang="en-US" sz="1600" b="1" dirty="0">
                <a:solidFill>
                  <a:srgbClr val="647986"/>
                </a:solidFill>
                <a:latin typeface="Pretendard" pitchFamily="34" charset="0"/>
                <a:ea typeface="Pretendard" pitchFamily="34" charset="-122"/>
                <a:cs typeface="Pretendard" pitchFamily="34" charset="-120"/>
              </a:rPr>
              <a:t>출력 1</a:t>
            </a:r>
            <a:endParaRPr lang="ko-KR" sz="1600" dirty="0"/>
          </a:p>
        </p:txBody>
      </p:sp>
      <p:sp>
        <p:nvSpPr>
          <p:cNvPr id="23" name="Text 21"/>
          <p:cNvSpPr/>
          <p:nvPr/>
        </p:nvSpPr>
        <p:spPr>
          <a:xfrm>
            <a:off x="7498080" y="4828032"/>
            <a:ext cx="896112" cy="254000"/>
          </a:xfrm>
          <a:prstGeom prst="rect">
            <a:avLst/>
          </a:prstGeom>
          <a:noFill/>
          <a:ln/>
        </p:spPr>
        <p:txBody>
          <a:bodyPr wrap="square" lIns="0" tIns="0" rIns="0" bIns="0" rtlCol="0" anchor="t"/>
          <a:lstStyle/>
          <a:p>
            <a:pPr algn="l" indent="0" marL="0">
              <a:lnSpc>
                <a:spcPct val="100000"/>
              </a:lnSpc>
              <a:buNone/>
            </a:pPr>
            <a:r>
              <a:rPr lang="ko-KR" altLang="en-US" sz="1600" b="1" dirty="0">
                <a:solidFill>
                  <a:srgbClr val="007C83"/>
                </a:solidFill>
                <a:latin typeface="Pretendard" pitchFamily="34" charset="0"/>
                <a:ea typeface="Pretendard" pitchFamily="34" charset="-122"/>
                <a:cs typeface="Pretendard" pitchFamily="34" charset="-120"/>
              </a:rPr>
              <a:t>신호 1</a:t>
            </a:r>
            <a:endParaRPr lang="ko-KR" sz="1600" dirty="0"/>
          </a:p>
        </p:txBody>
      </p:sp>
      <p:sp>
        <p:nvSpPr>
          <p:cNvPr id="24" name="Shape 22"/>
          <p:cNvSpPr/>
          <p:nvPr/>
        </p:nvSpPr>
        <p:spPr>
          <a:xfrm>
            <a:off x="1956816" y="4791456"/>
            <a:ext cx="548640" cy="265176"/>
          </a:xfrm>
          <a:prstGeom prst="roundRect">
            <a:avLst>
              <a:gd name="adj" fmla="val 34483"/>
            </a:avLst>
          </a:prstGeom>
          <a:solidFill>
            <a:srgbClr val="007C83"/>
          </a:solidFill>
          <a:ln w="12700">
            <a:solidFill>
              <a:srgbClr val="007C83"/>
            </a:solidFill>
            <a:prstDash val="solid"/>
          </a:ln>
        </p:spPr>
      </p:sp>
      <p:sp>
        <p:nvSpPr>
          <p:cNvPr id="25" name="Shape 23"/>
          <p:cNvSpPr/>
          <p:nvPr/>
        </p:nvSpPr>
        <p:spPr>
          <a:xfrm>
            <a:off x="8650224" y="4791456"/>
            <a:ext cx="548640" cy="265176"/>
          </a:xfrm>
          <a:prstGeom prst="roundRect">
            <a:avLst>
              <a:gd name="adj" fmla="val 34483"/>
            </a:avLst>
          </a:prstGeom>
          <a:solidFill>
            <a:srgbClr val="007C83"/>
          </a:solidFill>
          <a:ln w="12700">
            <a:solidFill>
              <a:srgbClr val="007C83"/>
            </a:solidFill>
            <a:prstDash val="solid"/>
          </a:ln>
        </p:spPr>
      </p:sp>
      <p:sp>
        <p:nvSpPr>
          <p:cNvPr id="26" name="Shape 24"/>
          <p:cNvSpPr/>
          <p:nvPr/>
        </p:nvSpPr>
        <p:spPr>
          <a:xfrm>
            <a:off x="2596896" y="4791456"/>
            <a:ext cx="548640" cy="265176"/>
          </a:xfrm>
          <a:prstGeom prst="roundRect">
            <a:avLst>
              <a:gd name="adj" fmla="val 34483"/>
            </a:avLst>
          </a:prstGeom>
          <a:solidFill>
            <a:srgbClr val="35659B"/>
          </a:solidFill>
          <a:ln w="12700">
            <a:solidFill>
              <a:srgbClr val="35659B"/>
            </a:solidFill>
            <a:prstDash val="solid"/>
          </a:ln>
        </p:spPr>
      </p:sp>
      <p:sp>
        <p:nvSpPr>
          <p:cNvPr id="27" name="Shape 25"/>
          <p:cNvSpPr/>
          <p:nvPr/>
        </p:nvSpPr>
        <p:spPr>
          <a:xfrm>
            <a:off x="9290304" y="4791456"/>
            <a:ext cx="548640" cy="265176"/>
          </a:xfrm>
          <a:prstGeom prst="roundRect">
            <a:avLst>
              <a:gd name="adj" fmla="val 34483"/>
            </a:avLst>
          </a:prstGeom>
          <a:solidFill>
            <a:srgbClr val="007C83"/>
          </a:solidFill>
          <a:ln w="12700">
            <a:solidFill>
              <a:srgbClr val="007C83"/>
            </a:solidFill>
            <a:prstDash val="solid"/>
          </a:ln>
        </p:spPr>
      </p:sp>
      <p:sp>
        <p:nvSpPr>
          <p:cNvPr id="28" name="Shape 26"/>
          <p:cNvSpPr/>
          <p:nvPr/>
        </p:nvSpPr>
        <p:spPr>
          <a:xfrm>
            <a:off x="3236976" y="4791456"/>
            <a:ext cx="548640" cy="265176"/>
          </a:xfrm>
          <a:prstGeom prst="roundRect">
            <a:avLst>
              <a:gd name="adj" fmla="val 34483"/>
            </a:avLst>
          </a:prstGeom>
          <a:solidFill>
            <a:srgbClr val="007C83"/>
          </a:solidFill>
          <a:ln w="12700">
            <a:solidFill>
              <a:srgbClr val="007C83"/>
            </a:solidFill>
            <a:prstDash val="solid"/>
          </a:ln>
        </p:spPr>
      </p:sp>
      <p:sp>
        <p:nvSpPr>
          <p:cNvPr id="29" name="Shape 27"/>
          <p:cNvSpPr/>
          <p:nvPr/>
        </p:nvSpPr>
        <p:spPr>
          <a:xfrm>
            <a:off x="9930384" y="4791456"/>
            <a:ext cx="548640" cy="265176"/>
          </a:xfrm>
          <a:prstGeom prst="roundRect">
            <a:avLst>
              <a:gd name="adj" fmla="val 34483"/>
            </a:avLst>
          </a:prstGeom>
          <a:solidFill>
            <a:srgbClr val="007C83"/>
          </a:solidFill>
          <a:ln w="12700">
            <a:solidFill>
              <a:srgbClr val="007C83"/>
            </a:solidFill>
            <a:prstDash val="solid"/>
          </a:ln>
        </p:spPr>
      </p:sp>
      <p:sp>
        <p:nvSpPr>
          <p:cNvPr id="30" name="Shape 28"/>
          <p:cNvSpPr/>
          <p:nvPr/>
        </p:nvSpPr>
        <p:spPr>
          <a:xfrm>
            <a:off x="3877056" y="4791456"/>
            <a:ext cx="548640" cy="265176"/>
          </a:xfrm>
          <a:prstGeom prst="roundRect">
            <a:avLst>
              <a:gd name="adj" fmla="val 34483"/>
            </a:avLst>
          </a:prstGeom>
          <a:solidFill>
            <a:srgbClr val="BA4A00"/>
          </a:solidFill>
          <a:ln w="12700">
            <a:solidFill>
              <a:srgbClr val="BA4A00"/>
            </a:solidFill>
            <a:prstDash val="solid"/>
          </a:ln>
        </p:spPr>
      </p:sp>
      <p:sp>
        <p:nvSpPr>
          <p:cNvPr id="31" name="Shape 29"/>
          <p:cNvSpPr/>
          <p:nvPr/>
        </p:nvSpPr>
        <p:spPr>
          <a:xfrm>
            <a:off x="10570464" y="4791456"/>
            <a:ext cx="548640" cy="265176"/>
          </a:xfrm>
          <a:prstGeom prst="roundRect">
            <a:avLst>
              <a:gd name="adj" fmla="val 34483"/>
            </a:avLst>
          </a:prstGeom>
          <a:solidFill>
            <a:srgbClr val="007C83"/>
          </a:solidFill>
          <a:ln w="12700">
            <a:solidFill>
              <a:srgbClr val="007C83"/>
            </a:solidFill>
            <a:prstDash val="solid"/>
          </a:ln>
        </p:spPr>
      </p:sp>
      <p:sp>
        <p:nvSpPr>
          <p:cNvPr id="32" name="Text 30"/>
          <p:cNvSpPr/>
          <p:nvPr/>
        </p:nvSpPr>
        <p:spPr>
          <a:xfrm>
            <a:off x="841248" y="5193792"/>
            <a:ext cx="896112" cy="254000"/>
          </a:xfrm>
          <a:prstGeom prst="rect">
            <a:avLst/>
          </a:prstGeom>
          <a:noFill/>
          <a:ln/>
        </p:spPr>
        <p:txBody>
          <a:bodyPr wrap="square" lIns="0" tIns="0" rIns="0" bIns="0" rtlCol="0" anchor="t"/>
          <a:lstStyle/>
          <a:p>
            <a:pPr algn="l" indent="0" marL="0">
              <a:lnSpc>
                <a:spcPct val="100000"/>
              </a:lnSpc>
              <a:buNone/>
            </a:pPr>
            <a:r>
              <a:rPr lang="ko-KR" altLang="en-US" sz="1600" b="1" dirty="0">
                <a:solidFill>
                  <a:srgbClr val="647986"/>
                </a:solidFill>
                <a:latin typeface="Pretendard" pitchFamily="34" charset="0"/>
                <a:ea typeface="Pretendard" pitchFamily="34" charset="-122"/>
                <a:cs typeface="Pretendard" pitchFamily="34" charset="-120"/>
              </a:rPr>
              <a:t>출력 2</a:t>
            </a:r>
            <a:endParaRPr lang="ko-KR" sz="1600" dirty="0"/>
          </a:p>
        </p:txBody>
      </p:sp>
      <p:sp>
        <p:nvSpPr>
          <p:cNvPr id="33" name="Text 31"/>
          <p:cNvSpPr/>
          <p:nvPr/>
        </p:nvSpPr>
        <p:spPr>
          <a:xfrm>
            <a:off x="7498080" y="5193792"/>
            <a:ext cx="896112" cy="254000"/>
          </a:xfrm>
          <a:prstGeom prst="rect">
            <a:avLst/>
          </a:prstGeom>
          <a:noFill/>
          <a:ln/>
        </p:spPr>
        <p:txBody>
          <a:bodyPr wrap="square" lIns="0" tIns="0" rIns="0" bIns="0" rtlCol="0" anchor="t"/>
          <a:lstStyle/>
          <a:p>
            <a:pPr algn="l" indent="0" marL="0">
              <a:lnSpc>
                <a:spcPct val="100000"/>
              </a:lnSpc>
              <a:buNone/>
            </a:pPr>
            <a:r>
              <a:rPr lang="ko-KR" altLang="en-US" sz="1600" b="1" dirty="0">
                <a:solidFill>
                  <a:srgbClr val="35659B"/>
                </a:solidFill>
                <a:latin typeface="Pretendard" pitchFamily="34" charset="0"/>
                <a:ea typeface="Pretendard" pitchFamily="34" charset="-122"/>
                <a:cs typeface="Pretendard" pitchFamily="34" charset="-120"/>
              </a:rPr>
              <a:t>신호 2</a:t>
            </a:r>
            <a:endParaRPr lang="ko-KR" sz="1600" dirty="0"/>
          </a:p>
        </p:txBody>
      </p:sp>
      <p:sp>
        <p:nvSpPr>
          <p:cNvPr id="34" name="Shape 32"/>
          <p:cNvSpPr/>
          <p:nvPr/>
        </p:nvSpPr>
        <p:spPr>
          <a:xfrm>
            <a:off x="1956816" y="5157216"/>
            <a:ext cx="548640" cy="265176"/>
          </a:xfrm>
          <a:prstGeom prst="roundRect">
            <a:avLst>
              <a:gd name="adj" fmla="val 34483"/>
            </a:avLst>
          </a:prstGeom>
          <a:solidFill>
            <a:srgbClr val="35659B"/>
          </a:solidFill>
          <a:ln w="12700">
            <a:solidFill>
              <a:srgbClr val="35659B"/>
            </a:solidFill>
            <a:prstDash val="solid"/>
          </a:ln>
        </p:spPr>
      </p:sp>
      <p:sp>
        <p:nvSpPr>
          <p:cNvPr id="35" name="Shape 33"/>
          <p:cNvSpPr/>
          <p:nvPr/>
        </p:nvSpPr>
        <p:spPr>
          <a:xfrm>
            <a:off x="8650224" y="5157216"/>
            <a:ext cx="548640" cy="265176"/>
          </a:xfrm>
          <a:prstGeom prst="roundRect">
            <a:avLst>
              <a:gd name="adj" fmla="val 34483"/>
            </a:avLst>
          </a:prstGeom>
          <a:solidFill>
            <a:srgbClr val="35659B"/>
          </a:solidFill>
          <a:ln w="12700">
            <a:solidFill>
              <a:srgbClr val="35659B"/>
            </a:solidFill>
            <a:prstDash val="solid"/>
          </a:ln>
        </p:spPr>
      </p:sp>
      <p:sp>
        <p:nvSpPr>
          <p:cNvPr id="36" name="Shape 34"/>
          <p:cNvSpPr/>
          <p:nvPr/>
        </p:nvSpPr>
        <p:spPr>
          <a:xfrm>
            <a:off x="2596896" y="5157216"/>
            <a:ext cx="548640" cy="265176"/>
          </a:xfrm>
          <a:prstGeom prst="roundRect">
            <a:avLst>
              <a:gd name="adj" fmla="val 34483"/>
            </a:avLst>
          </a:prstGeom>
          <a:solidFill>
            <a:srgbClr val="007C83"/>
          </a:solidFill>
          <a:ln w="12700">
            <a:solidFill>
              <a:srgbClr val="007C83"/>
            </a:solidFill>
            <a:prstDash val="solid"/>
          </a:ln>
        </p:spPr>
      </p:sp>
      <p:sp>
        <p:nvSpPr>
          <p:cNvPr id="37" name="Shape 35"/>
          <p:cNvSpPr/>
          <p:nvPr/>
        </p:nvSpPr>
        <p:spPr>
          <a:xfrm>
            <a:off x="9290304" y="5157216"/>
            <a:ext cx="548640" cy="265176"/>
          </a:xfrm>
          <a:prstGeom prst="roundRect">
            <a:avLst>
              <a:gd name="adj" fmla="val 34483"/>
            </a:avLst>
          </a:prstGeom>
          <a:solidFill>
            <a:srgbClr val="35659B"/>
          </a:solidFill>
          <a:ln w="12700">
            <a:solidFill>
              <a:srgbClr val="35659B"/>
            </a:solidFill>
            <a:prstDash val="solid"/>
          </a:ln>
        </p:spPr>
      </p:sp>
      <p:sp>
        <p:nvSpPr>
          <p:cNvPr id="38" name="Shape 36"/>
          <p:cNvSpPr/>
          <p:nvPr/>
        </p:nvSpPr>
        <p:spPr>
          <a:xfrm>
            <a:off x="3236976" y="5157216"/>
            <a:ext cx="548640" cy="265176"/>
          </a:xfrm>
          <a:prstGeom prst="roundRect">
            <a:avLst>
              <a:gd name="adj" fmla="val 34483"/>
            </a:avLst>
          </a:prstGeom>
          <a:solidFill>
            <a:srgbClr val="BA4A00"/>
          </a:solidFill>
          <a:ln w="12700">
            <a:solidFill>
              <a:srgbClr val="BA4A00"/>
            </a:solidFill>
            <a:prstDash val="solid"/>
          </a:ln>
        </p:spPr>
      </p:sp>
      <p:sp>
        <p:nvSpPr>
          <p:cNvPr id="39" name="Shape 37"/>
          <p:cNvSpPr/>
          <p:nvPr/>
        </p:nvSpPr>
        <p:spPr>
          <a:xfrm>
            <a:off x="9930384" y="5157216"/>
            <a:ext cx="548640" cy="265176"/>
          </a:xfrm>
          <a:prstGeom prst="roundRect">
            <a:avLst>
              <a:gd name="adj" fmla="val 34483"/>
            </a:avLst>
          </a:prstGeom>
          <a:solidFill>
            <a:srgbClr val="35659B"/>
          </a:solidFill>
          <a:ln w="12700">
            <a:solidFill>
              <a:srgbClr val="35659B"/>
            </a:solidFill>
            <a:prstDash val="solid"/>
          </a:ln>
        </p:spPr>
      </p:sp>
      <p:sp>
        <p:nvSpPr>
          <p:cNvPr id="40" name="Shape 38"/>
          <p:cNvSpPr/>
          <p:nvPr/>
        </p:nvSpPr>
        <p:spPr>
          <a:xfrm>
            <a:off x="3877056" y="5157216"/>
            <a:ext cx="548640" cy="265176"/>
          </a:xfrm>
          <a:prstGeom prst="roundRect">
            <a:avLst>
              <a:gd name="adj" fmla="val 34483"/>
            </a:avLst>
          </a:prstGeom>
          <a:solidFill>
            <a:srgbClr val="35659B"/>
          </a:solidFill>
          <a:ln w="12700">
            <a:solidFill>
              <a:srgbClr val="35659B"/>
            </a:solidFill>
            <a:prstDash val="solid"/>
          </a:ln>
        </p:spPr>
      </p:sp>
      <p:sp>
        <p:nvSpPr>
          <p:cNvPr id="41" name="Shape 39"/>
          <p:cNvSpPr/>
          <p:nvPr/>
        </p:nvSpPr>
        <p:spPr>
          <a:xfrm>
            <a:off x="10570464" y="5157216"/>
            <a:ext cx="548640" cy="265176"/>
          </a:xfrm>
          <a:prstGeom prst="roundRect">
            <a:avLst>
              <a:gd name="adj" fmla="val 34483"/>
            </a:avLst>
          </a:prstGeom>
          <a:solidFill>
            <a:srgbClr val="35659B"/>
          </a:solidFill>
          <a:ln w="12700">
            <a:solidFill>
              <a:srgbClr val="35659B"/>
            </a:solidFill>
            <a:prstDash val="solid"/>
          </a:ln>
        </p:spPr>
      </p:sp>
      <p:sp>
        <p:nvSpPr>
          <p:cNvPr id="42" name="Text 40"/>
          <p:cNvSpPr/>
          <p:nvPr/>
        </p:nvSpPr>
        <p:spPr>
          <a:xfrm>
            <a:off x="841248" y="5559552"/>
            <a:ext cx="896112" cy="254000"/>
          </a:xfrm>
          <a:prstGeom prst="rect">
            <a:avLst/>
          </a:prstGeom>
          <a:noFill/>
          <a:ln/>
        </p:spPr>
        <p:txBody>
          <a:bodyPr wrap="square" lIns="0" tIns="0" rIns="0" bIns="0" rtlCol="0" anchor="t"/>
          <a:lstStyle/>
          <a:p>
            <a:pPr algn="l" indent="0" marL="0">
              <a:lnSpc>
                <a:spcPct val="100000"/>
              </a:lnSpc>
              <a:buNone/>
            </a:pPr>
            <a:r>
              <a:rPr lang="ko-KR" altLang="en-US" sz="1600" b="1" dirty="0">
                <a:solidFill>
                  <a:srgbClr val="647986"/>
                </a:solidFill>
                <a:latin typeface="Pretendard" pitchFamily="34" charset="0"/>
                <a:ea typeface="Pretendard" pitchFamily="34" charset="-122"/>
                <a:cs typeface="Pretendard" pitchFamily="34" charset="-120"/>
              </a:rPr>
              <a:t>출력 3</a:t>
            </a:r>
            <a:endParaRPr lang="ko-KR" sz="1600" dirty="0"/>
          </a:p>
        </p:txBody>
      </p:sp>
      <p:sp>
        <p:nvSpPr>
          <p:cNvPr id="43" name="Text 41"/>
          <p:cNvSpPr/>
          <p:nvPr/>
        </p:nvSpPr>
        <p:spPr>
          <a:xfrm>
            <a:off x="7498080" y="5559552"/>
            <a:ext cx="896112" cy="254000"/>
          </a:xfrm>
          <a:prstGeom prst="rect">
            <a:avLst/>
          </a:prstGeom>
          <a:noFill/>
          <a:ln/>
        </p:spPr>
        <p:txBody>
          <a:bodyPr wrap="square" lIns="0" tIns="0" rIns="0" bIns="0" rtlCol="0" anchor="t"/>
          <a:lstStyle/>
          <a:p>
            <a:pPr algn="l" indent="0" marL="0">
              <a:lnSpc>
                <a:spcPct val="100000"/>
              </a:lnSpc>
              <a:buNone/>
            </a:pPr>
            <a:r>
              <a:rPr lang="ko-KR" altLang="en-US" sz="1600" b="1" dirty="0">
                <a:solidFill>
                  <a:srgbClr val="BA4A00"/>
                </a:solidFill>
                <a:latin typeface="Pretendard" pitchFamily="34" charset="0"/>
                <a:ea typeface="Pretendard" pitchFamily="34" charset="-122"/>
                <a:cs typeface="Pretendard" pitchFamily="34" charset="-120"/>
              </a:rPr>
              <a:t>신호 3</a:t>
            </a:r>
            <a:endParaRPr lang="ko-KR" sz="1600" dirty="0"/>
          </a:p>
        </p:txBody>
      </p:sp>
      <p:sp>
        <p:nvSpPr>
          <p:cNvPr id="44" name="Shape 42"/>
          <p:cNvSpPr/>
          <p:nvPr/>
        </p:nvSpPr>
        <p:spPr>
          <a:xfrm>
            <a:off x="1956816" y="5522976"/>
            <a:ext cx="548640" cy="265176"/>
          </a:xfrm>
          <a:prstGeom prst="roundRect">
            <a:avLst>
              <a:gd name="adj" fmla="val 34483"/>
            </a:avLst>
          </a:prstGeom>
          <a:solidFill>
            <a:srgbClr val="BA4A00"/>
          </a:solidFill>
          <a:ln w="12700">
            <a:solidFill>
              <a:srgbClr val="BA4A00"/>
            </a:solidFill>
            <a:prstDash val="solid"/>
          </a:ln>
        </p:spPr>
      </p:sp>
      <p:sp>
        <p:nvSpPr>
          <p:cNvPr id="45" name="Shape 43"/>
          <p:cNvSpPr/>
          <p:nvPr/>
        </p:nvSpPr>
        <p:spPr>
          <a:xfrm>
            <a:off x="8650224" y="5522976"/>
            <a:ext cx="548640" cy="265176"/>
          </a:xfrm>
          <a:prstGeom prst="roundRect">
            <a:avLst>
              <a:gd name="adj" fmla="val 34483"/>
            </a:avLst>
          </a:prstGeom>
          <a:solidFill>
            <a:srgbClr val="BA4A00"/>
          </a:solidFill>
          <a:ln w="12700">
            <a:solidFill>
              <a:srgbClr val="BA4A00"/>
            </a:solidFill>
            <a:prstDash val="solid"/>
          </a:ln>
        </p:spPr>
      </p:sp>
      <p:sp>
        <p:nvSpPr>
          <p:cNvPr id="46" name="Shape 44"/>
          <p:cNvSpPr/>
          <p:nvPr/>
        </p:nvSpPr>
        <p:spPr>
          <a:xfrm>
            <a:off x="2596896" y="5522976"/>
            <a:ext cx="548640" cy="265176"/>
          </a:xfrm>
          <a:prstGeom prst="roundRect">
            <a:avLst>
              <a:gd name="adj" fmla="val 34483"/>
            </a:avLst>
          </a:prstGeom>
          <a:solidFill>
            <a:srgbClr val="BA4A00"/>
          </a:solidFill>
          <a:ln w="12700">
            <a:solidFill>
              <a:srgbClr val="BA4A00"/>
            </a:solidFill>
            <a:prstDash val="solid"/>
          </a:ln>
        </p:spPr>
      </p:sp>
      <p:sp>
        <p:nvSpPr>
          <p:cNvPr id="47" name="Shape 45"/>
          <p:cNvSpPr/>
          <p:nvPr/>
        </p:nvSpPr>
        <p:spPr>
          <a:xfrm>
            <a:off x="9290304" y="5522976"/>
            <a:ext cx="548640" cy="265176"/>
          </a:xfrm>
          <a:prstGeom prst="roundRect">
            <a:avLst>
              <a:gd name="adj" fmla="val 34483"/>
            </a:avLst>
          </a:prstGeom>
          <a:solidFill>
            <a:srgbClr val="BA4A00"/>
          </a:solidFill>
          <a:ln w="12700">
            <a:solidFill>
              <a:srgbClr val="BA4A00"/>
            </a:solidFill>
            <a:prstDash val="solid"/>
          </a:ln>
        </p:spPr>
      </p:sp>
      <p:sp>
        <p:nvSpPr>
          <p:cNvPr id="48" name="Shape 46"/>
          <p:cNvSpPr/>
          <p:nvPr/>
        </p:nvSpPr>
        <p:spPr>
          <a:xfrm>
            <a:off x="3236976" y="5522976"/>
            <a:ext cx="548640" cy="265176"/>
          </a:xfrm>
          <a:prstGeom prst="roundRect">
            <a:avLst>
              <a:gd name="adj" fmla="val 34483"/>
            </a:avLst>
          </a:prstGeom>
          <a:solidFill>
            <a:srgbClr val="35659B"/>
          </a:solidFill>
          <a:ln w="12700">
            <a:solidFill>
              <a:srgbClr val="35659B"/>
            </a:solidFill>
            <a:prstDash val="solid"/>
          </a:ln>
        </p:spPr>
      </p:sp>
      <p:sp>
        <p:nvSpPr>
          <p:cNvPr id="49" name="Shape 47"/>
          <p:cNvSpPr/>
          <p:nvPr/>
        </p:nvSpPr>
        <p:spPr>
          <a:xfrm>
            <a:off x="9930384" y="5522976"/>
            <a:ext cx="548640" cy="265176"/>
          </a:xfrm>
          <a:prstGeom prst="roundRect">
            <a:avLst>
              <a:gd name="adj" fmla="val 34483"/>
            </a:avLst>
          </a:prstGeom>
          <a:solidFill>
            <a:srgbClr val="BA4A00"/>
          </a:solidFill>
          <a:ln w="12700">
            <a:solidFill>
              <a:srgbClr val="BA4A00"/>
            </a:solidFill>
            <a:prstDash val="solid"/>
          </a:ln>
        </p:spPr>
      </p:sp>
      <p:sp>
        <p:nvSpPr>
          <p:cNvPr id="50" name="Shape 48"/>
          <p:cNvSpPr/>
          <p:nvPr/>
        </p:nvSpPr>
        <p:spPr>
          <a:xfrm>
            <a:off x="3877056" y="5522976"/>
            <a:ext cx="548640" cy="265176"/>
          </a:xfrm>
          <a:prstGeom prst="roundRect">
            <a:avLst>
              <a:gd name="adj" fmla="val 34483"/>
            </a:avLst>
          </a:prstGeom>
          <a:solidFill>
            <a:srgbClr val="007C83"/>
          </a:solidFill>
          <a:ln w="12700">
            <a:solidFill>
              <a:srgbClr val="007C83"/>
            </a:solidFill>
            <a:prstDash val="solid"/>
          </a:ln>
        </p:spPr>
      </p:sp>
      <p:sp>
        <p:nvSpPr>
          <p:cNvPr id="51" name="Shape 49"/>
          <p:cNvSpPr/>
          <p:nvPr/>
        </p:nvSpPr>
        <p:spPr>
          <a:xfrm>
            <a:off x="10570464" y="5522976"/>
            <a:ext cx="548640" cy="265176"/>
          </a:xfrm>
          <a:prstGeom prst="roundRect">
            <a:avLst>
              <a:gd name="adj" fmla="val 34483"/>
            </a:avLst>
          </a:prstGeom>
          <a:solidFill>
            <a:srgbClr val="BA4A00"/>
          </a:solidFill>
          <a:ln w="12700">
            <a:solidFill>
              <a:srgbClr val="BA4A00"/>
            </a:solidFill>
            <a:prstDash val="solid"/>
          </a:ln>
        </p:spPr>
      </p:sp>
      <p:sp>
        <p:nvSpPr>
          <p:cNvPr id="52" name="Shape 50"/>
          <p:cNvSpPr/>
          <p:nvPr/>
        </p:nvSpPr>
        <p:spPr>
          <a:xfrm>
            <a:off x="4965192" y="5303520"/>
            <a:ext cx="1993392" cy="0"/>
          </a:xfrm>
          <a:prstGeom prst="line">
            <a:avLst/>
          </a:prstGeom>
          <a:noFill/>
          <a:ln w="21590">
            <a:solidFill>
              <a:srgbClr val="007C83"/>
            </a:solidFill>
            <a:prstDash val="solid"/>
            <a:tailEnd type="triangle"/>
          </a:ln>
        </p:spPr>
      </p:sp>
      <p:sp>
        <p:nvSpPr>
          <p:cNvPr id="53" name="Text 51"/>
          <p:cNvSpPr/>
          <p:nvPr/>
        </p:nvSpPr>
        <p:spPr>
          <a:xfrm>
            <a:off x="713232" y="5952744"/>
            <a:ext cx="10808208" cy="411480"/>
          </a:xfrm>
          <a:prstGeom prst="rect">
            <a:avLst/>
          </a:prstGeom>
          <a:noFill/>
          <a:ln/>
        </p:spPr>
        <p:txBody>
          <a:bodyPr wrap="square" lIns="0" tIns="0" rIns="0" bIns="0" rtlCol="0" anchor="t"/>
          <a:lstStyle/>
          <a:p>
            <a:pPr algn="l" indent="0" marL="0">
              <a:lnSpc>
                <a:spcPct val="100000"/>
              </a:lnSpc>
              <a:buNone/>
            </a:pPr>
            <a:r>
              <a:rPr lang="ko-KR" altLang="en-US" sz="1400" dirty="0">
                <a:solidFill>
                  <a:srgbClr val="647986"/>
                </a:solidFill>
                <a:latin typeface="Pretendard" pitchFamily="34" charset="0"/>
                <a:ea typeface="Pretendard" pitchFamily="34" charset="-122"/>
                <a:cs typeface="Pretendard" pitchFamily="34" charset="-120"/>
              </a:rPr>
              <a:t>4개 Transformer 층 · 약 88만 학습 변수 · U-Net 고정 후 연결 모델만 학습</a:t>
            </a:r>
            <a:endParaRPr lang="ko-KR" sz="1400" dirty="0"/>
          </a:p>
        </p:txBody>
      </p:sp>
      <p:sp>
        <p:nvSpPr>
          <p:cNvPr id="54" name="Text 52"/>
          <p:cNvSpPr/>
          <p:nvPr/>
        </p:nvSpPr>
        <p:spPr>
          <a:xfrm>
            <a:off x="11000232" y="6409944"/>
            <a:ext cx="566928" cy="274320"/>
          </a:xfrm>
          <a:prstGeom prst="rect">
            <a:avLst/>
          </a:prstGeom>
          <a:noFill/>
          <a:ln/>
        </p:spPr>
        <p:txBody>
          <a:bodyPr wrap="square" lIns="0" tIns="0" rIns="0" bIns="0" rtlCol="0" anchor="t"/>
          <a:lstStyle/>
          <a:p>
            <a:pPr algn="r" indent="0" marL="0">
              <a:lnSpc>
                <a:spcPct val="100000"/>
              </a:lnSpc>
              <a:buNone/>
            </a:pPr>
            <a:r>
              <a:rPr lang="ko-KR" altLang="en-US" sz="1200" dirty="0">
                <a:solidFill>
                  <a:srgbClr val="647986"/>
                </a:solidFill>
                <a:latin typeface="Pretendard" pitchFamily="34" charset="0"/>
                <a:ea typeface="Pretendard" pitchFamily="34" charset="-122"/>
                <a:cs typeface="Pretendard" pitchFamily="34" charset="-120"/>
              </a:rPr>
              <a:t>07</a:t>
            </a:r>
            <a:endParaRPr lang="ko-KR"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292608"/>
            <a:ext cx="10881360" cy="274320"/>
          </a:xfrm>
          <a:prstGeom prst="rect">
            <a:avLst/>
          </a:prstGeom>
          <a:noFill/>
          <a:ln/>
        </p:spPr>
        <p:txBody>
          <a:bodyPr wrap="square" lIns="0" tIns="0" rIns="0" bIns="0" rtlCol="0" anchor="t"/>
          <a:lstStyle/>
          <a:p>
            <a:pPr algn="l" indent="0" marL="0">
              <a:lnSpc>
                <a:spcPct val="100000"/>
              </a:lnSpc>
              <a:buNone/>
            </a:pPr>
            <a:r>
              <a:rPr lang="ko-KR" altLang="en-US" sz="1300" dirty="0">
                <a:solidFill>
                  <a:srgbClr val="007C83"/>
                </a:solidFill>
                <a:latin typeface="Pretendard" pitchFamily="34" charset="0"/>
                <a:ea typeface="Pretendard" pitchFamily="34" charset="-122"/>
                <a:cs typeface="Pretendard" pitchFamily="34" charset="-120"/>
              </a:rPr>
              <a:t>평가 설계</a:t>
            </a:r>
            <a:endParaRPr lang="ko-KR" sz="1300" dirty="0"/>
          </a:p>
        </p:txBody>
      </p:sp>
      <p:sp>
        <p:nvSpPr>
          <p:cNvPr id="3" name="Text 1"/>
          <p:cNvSpPr/>
          <p:nvPr/>
        </p:nvSpPr>
        <p:spPr>
          <a:xfrm>
            <a:off x="594360" y="832104"/>
            <a:ext cx="10972800" cy="649224"/>
          </a:xfrm>
          <a:prstGeom prst="rect">
            <a:avLst/>
          </a:prstGeom>
          <a:noFill/>
          <a:ln/>
        </p:spPr>
        <p:txBody>
          <a:bodyPr wrap="square" lIns="0" tIns="0" rIns="0" bIns="0" rtlCol="0" anchor="t"/>
          <a:lstStyle/>
          <a:p>
            <a:pPr algn="l" indent="0" marL="0">
              <a:lnSpc>
                <a:spcPct val="100000"/>
              </a:lnSpc>
              <a:buNone/>
            </a:pPr>
            <a:r>
              <a:rPr lang="ko-KR" altLang="en-US" sz="3100" b="1" dirty="0">
                <a:solidFill>
                  <a:srgbClr val="17313B"/>
                </a:solidFill>
                <a:latin typeface="Pretendard" pitchFamily="34" charset="0"/>
                <a:ea typeface="Pretendard" pitchFamily="34" charset="-122"/>
                <a:cs typeface="Pretendard" pitchFamily="34" charset="-120"/>
              </a:rPr>
              <a:t>조건을 맞추고 연결 방법의 효과 비교</a:t>
            </a:r>
            <a:endParaRPr lang="ko-KR" sz="3100" dirty="0"/>
          </a:p>
        </p:txBody>
      </p:sp>
      <p:sp>
        <p:nvSpPr>
          <p:cNvPr id="4" name="Text 2"/>
          <p:cNvSpPr/>
          <p:nvPr/>
        </p:nvSpPr>
        <p:spPr>
          <a:xfrm>
            <a:off x="594360" y="1609344"/>
            <a:ext cx="10972800" cy="402336"/>
          </a:xfrm>
          <a:prstGeom prst="rect">
            <a:avLst/>
          </a:prstGeom>
          <a:noFill/>
          <a:ln/>
        </p:spPr>
        <p:txBody>
          <a:bodyPr wrap="square" lIns="0" tIns="0" rIns="0" bIns="0" rtlCol="0" anchor="t"/>
          <a:lstStyle/>
          <a:p>
            <a:pPr algn="l" indent="0" marL="0">
              <a:lnSpc>
                <a:spcPct val="100000"/>
              </a:lnSpc>
              <a:buNone/>
            </a:pPr>
            <a:r>
              <a:rPr lang="ko-KR" altLang="en-US" sz="1800" dirty="0">
                <a:solidFill>
                  <a:srgbClr val="647986"/>
                </a:solidFill>
                <a:latin typeface="Pretendard" pitchFamily="34" charset="0"/>
                <a:ea typeface="Pretendard" pitchFamily="34" charset="-122"/>
                <a:cs typeface="Pretendard" pitchFamily="34" charset="-120"/>
              </a:rPr>
              <a:t>같은 녹음의 미학습 시간 구간 · 동일한 분리 모델과 혼합 조건 사용</a:t>
            </a:r>
            <a:endParaRPr lang="ko-KR" sz="1800" dirty="0"/>
          </a:p>
        </p:txBody>
      </p:sp>
      <p:sp>
        <p:nvSpPr>
          <p:cNvPr id="5" name="Text 3"/>
          <p:cNvSpPr/>
          <p:nvPr/>
        </p:nvSpPr>
        <p:spPr>
          <a:xfrm>
            <a:off x="786384" y="2286000"/>
            <a:ext cx="10597896" cy="356616"/>
          </a:xfrm>
          <a:prstGeom prst="rect">
            <a:avLst/>
          </a:prstGeom>
          <a:noFill/>
          <a:ln/>
        </p:spPr>
        <p:txBody>
          <a:bodyPr wrap="square" lIns="0" tIns="0" rIns="0" bIns="0" rtlCol="0" anchor="t"/>
          <a:lstStyle/>
          <a:p>
            <a:pPr algn="l" indent="0" marL="0">
              <a:lnSpc>
                <a:spcPct val="100000"/>
              </a:lnSpc>
              <a:buNone/>
            </a:pPr>
            <a:r>
              <a:rPr lang="ko-KR" altLang="en-US" sz="2200" b="1" dirty="0">
                <a:solidFill>
                  <a:srgbClr val="17313B"/>
                </a:solidFill>
                <a:latin typeface="Pretendard" pitchFamily="34" charset="0"/>
                <a:ea typeface="Pretendard" pitchFamily="34" charset="-122"/>
                <a:cs typeface="Pretendard" pitchFamily="34" charset="-120"/>
              </a:rPr>
              <a:t>원녹음의 시간 구간을 먼저 나누고, 각 구간 안에서 혼합 생성</a:t>
            </a:r>
            <a:endParaRPr lang="ko-KR" sz="2200" dirty="0"/>
          </a:p>
        </p:txBody>
      </p:sp>
      <p:sp>
        <p:nvSpPr>
          <p:cNvPr id="6" name="Shape 4"/>
          <p:cNvSpPr/>
          <p:nvPr/>
        </p:nvSpPr>
        <p:spPr>
          <a:xfrm>
            <a:off x="795528" y="2871216"/>
            <a:ext cx="4270248" cy="594360"/>
          </a:xfrm>
          <a:prstGeom prst="roundRect">
            <a:avLst>
              <a:gd name="adj" fmla="val 15385"/>
            </a:avLst>
          </a:prstGeom>
          <a:solidFill>
            <a:srgbClr val="E7F3F2"/>
          </a:solidFill>
          <a:ln w="12700">
            <a:solidFill>
              <a:srgbClr val="E7F3F2"/>
            </a:solidFill>
            <a:prstDash val="solid"/>
          </a:ln>
        </p:spPr>
      </p:sp>
      <p:sp>
        <p:nvSpPr>
          <p:cNvPr id="7" name="Text 5"/>
          <p:cNvSpPr/>
          <p:nvPr/>
        </p:nvSpPr>
        <p:spPr>
          <a:xfrm>
            <a:off x="978408" y="3035808"/>
            <a:ext cx="3904488" cy="349250"/>
          </a:xfrm>
          <a:prstGeom prst="rect">
            <a:avLst/>
          </a:prstGeom>
          <a:noFill/>
          <a:ln/>
        </p:spPr>
        <p:txBody>
          <a:bodyPr wrap="square" lIns="0" tIns="0" rIns="0" bIns="0" rtlCol="0" anchor="t"/>
          <a:lstStyle/>
          <a:p>
            <a:pPr algn="ctr" indent="0" marL="0">
              <a:lnSpc>
                <a:spcPct val="100000"/>
              </a:lnSpc>
              <a:buNone/>
            </a:pPr>
            <a:r>
              <a:rPr lang="ko-KR" altLang="en-US" sz="2200" b="1" dirty="0">
                <a:solidFill>
                  <a:srgbClr val="007C83"/>
                </a:solidFill>
                <a:latin typeface="Pretendard" pitchFamily="34" charset="0"/>
                <a:ea typeface="Pretendard" pitchFamily="34" charset="-122"/>
                <a:cs typeface="Pretendard" pitchFamily="34" charset="-120"/>
              </a:rPr>
              <a:t>앞 구간 · 학습</a:t>
            </a:r>
            <a:endParaRPr lang="ko-KR" sz="2200" dirty="0"/>
          </a:p>
        </p:txBody>
      </p:sp>
      <p:sp>
        <p:nvSpPr>
          <p:cNvPr id="8" name="Shape 6"/>
          <p:cNvSpPr/>
          <p:nvPr/>
        </p:nvSpPr>
        <p:spPr>
          <a:xfrm>
            <a:off x="5239512" y="3163824"/>
            <a:ext cx="1362456" cy="0"/>
          </a:xfrm>
          <a:prstGeom prst="line">
            <a:avLst/>
          </a:prstGeom>
          <a:noFill/>
          <a:ln w="22860">
            <a:solidFill>
              <a:srgbClr val="647986"/>
            </a:solidFill>
            <a:prstDash val="solid"/>
          </a:ln>
        </p:spPr>
      </p:sp>
      <p:sp>
        <p:nvSpPr>
          <p:cNvPr id="9" name="Text 7"/>
          <p:cNvSpPr/>
          <p:nvPr/>
        </p:nvSpPr>
        <p:spPr>
          <a:xfrm>
            <a:off x="5184648" y="3419856"/>
            <a:ext cx="1527048" cy="365760"/>
          </a:xfrm>
          <a:prstGeom prst="rect">
            <a:avLst/>
          </a:prstGeom>
          <a:noFill/>
          <a:ln/>
        </p:spPr>
        <p:txBody>
          <a:bodyPr wrap="square" lIns="0" tIns="0" rIns="0" bIns="0" rtlCol="0" anchor="t"/>
          <a:lstStyle/>
          <a:p>
            <a:pPr algn="ctr" indent="0" marL="0">
              <a:lnSpc>
                <a:spcPct val="100000"/>
              </a:lnSpc>
              <a:buNone/>
            </a:pPr>
            <a:r>
              <a:rPr lang="ko-KR" altLang="en-US" sz="1400" dirty="0">
                <a:solidFill>
                  <a:srgbClr val="647986"/>
                </a:solidFill>
                <a:latin typeface="Pretendard" pitchFamily="34" charset="0"/>
                <a:ea typeface="Pretendard" pitchFamily="34" charset="-122"/>
                <a:cs typeface="Pretendard" pitchFamily="34" charset="-120"/>
              </a:rPr>
              <a:t>1초 이상 간격</a:t>
            </a:r>
            <a:endParaRPr lang="ko-KR" sz="1400" dirty="0"/>
          </a:p>
        </p:txBody>
      </p:sp>
      <p:sp>
        <p:nvSpPr>
          <p:cNvPr id="10" name="Shape 8"/>
          <p:cNvSpPr/>
          <p:nvPr/>
        </p:nvSpPr>
        <p:spPr>
          <a:xfrm>
            <a:off x="6803136" y="2871216"/>
            <a:ext cx="4562856" cy="594360"/>
          </a:xfrm>
          <a:prstGeom prst="roundRect">
            <a:avLst>
              <a:gd name="adj" fmla="val 15385"/>
            </a:avLst>
          </a:prstGeom>
          <a:solidFill>
            <a:srgbClr val="EAF0F7"/>
          </a:solidFill>
          <a:ln w="12700">
            <a:solidFill>
              <a:srgbClr val="EAF0F7"/>
            </a:solidFill>
            <a:prstDash val="solid"/>
          </a:ln>
        </p:spPr>
      </p:sp>
      <p:sp>
        <p:nvSpPr>
          <p:cNvPr id="11" name="Text 9"/>
          <p:cNvSpPr/>
          <p:nvPr/>
        </p:nvSpPr>
        <p:spPr>
          <a:xfrm>
            <a:off x="6976872" y="3035808"/>
            <a:ext cx="4215384" cy="349250"/>
          </a:xfrm>
          <a:prstGeom prst="rect">
            <a:avLst/>
          </a:prstGeom>
          <a:noFill/>
          <a:ln/>
        </p:spPr>
        <p:txBody>
          <a:bodyPr wrap="square" lIns="0" tIns="0" rIns="0" bIns="0" rtlCol="0" anchor="t"/>
          <a:lstStyle/>
          <a:p>
            <a:pPr algn="ctr" indent="0" marL="0">
              <a:lnSpc>
                <a:spcPct val="100000"/>
              </a:lnSpc>
              <a:buNone/>
            </a:pPr>
            <a:r>
              <a:rPr lang="ko-KR" altLang="en-US" sz="2200" b="1" dirty="0">
                <a:solidFill>
                  <a:srgbClr val="35659B"/>
                </a:solidFill>
                <a:latin typeface="Pretendard" pitchFamily="34" charset="0"/>
                <a:ea typeface="Pretendard" pitchFamily="34" charset="-122"/>
                <a:cs typeface="Pretendard" pitchFamily="34" charset="-120"/>
              </a:rPr>
              <a:t>뒤 구간 · 개발 평가</a:t>
            </a:r>
            <a:endParaRPr lang="ko-KR" sz="2200" dirty="0"/>
          </a:p>
        </p:txBody>
      </p:sp>
      <p:sp>
        <p:nvSpPr>
          <p:cNvPr id="12" name="Shape 10"/>
          <p:cNvSpPr/>
          <p:nvPr/>
        </p:nvSpPr>
        <p:spPr>
          <a:xfrm>
            <a:off x="694944" y="3895344"/>
            <a:ext cx="10799064" cy="475488"/>
          </a:xfrm>
          <a:prstGeom prst="roundRect">
            <a:avLst>
              <a:gd name="adj" fmla="val 19231"/>
            </a:avLst>
          </a:prstGeom>
          <a:solidFill>
            <a:srgbClr val="17313B"/>
          </a:solidFill>
          <a:ln w="12700">
            <a:solidFill>
              <a:srgbClr val="17313B"/>
            </a:solidFill>
            <a:prstDash val="solid"/>
          </a:ln>
        </p:spPr>
      </p:sp>
      <p:sp>
        <p:nvSpPr>
          <p:cNvPr id="13" name="Text 11"/>
          <p:cNvSpPr/>
          <p:nvPr/>
        </p:nvSpPr>
        <p:spPr>
          <a:xfrm>
            <a:off x="813816" y="4014216"/>
            <a:ext cx="2615184" cy="274320"/>
          </a:xfrm>
          <a:prstGeom prst="rect">
            <a:avLst/>
          </a:prstGeom>
          <a:noFill/>
          <a:ln/>
        </p:spPr>
        <p:txBody>
          <a:bodyPr wrap="square" lIns="0" tIns="0" rIns="0" bIns="0" rtlCol="0" anchor="t"/>
          <a:lstStyle/>
          <a:p>
            <a:pPr algn="l" indent="0" marL="0">
              <a:lnSpc>
                <a:spcPct val="100000"/>
              </a:lnSpc>
              <a:buNone/>
            </a:pPr>
            <a:r>
              <a:rPr lang="ko-KR" altLang="en-US" sz="1500" b="1" dirty="0">
                <a:solidFill>
                  <a:srgbClr val="FFFFFF"/>
                </a:solidFill>
                <a:latin typeface="Pretendard" pitchFamily="34" charset="0"/>
                <a:ea typeface="Pretendard" pitchFamily="34" charset="-122"/>
                <a:cs typeface="Pretendard" pitchFamily="34" charset="-120"/>
              </a:rPr>
              <a:t>구성</a:t>
            </a:r>
            <a:endParaRPr lang="ko-KR" sz="1500" dirty="0"/>
          </a:p>
        </p:txBody>
      </p:sp>
      <p:sp>
        <p:nvSpPr>
          <p:cNvPr id="14" name="Text 12"/>
          <p:cNvSpPr/>
          <p:nvPr/>
        </p:nvSpPr>
        <p:spPr>
          <a:xfrm>
            <a:off x="3666744" y="4014216"/>
            <a:ext cx="7708392" cy="274320"/>
          </a:xfrm>
          <a:prstGeom prst="rect">
            <a:avLst/>
          </a:prstGeom>
          <a:noFill/>
          <a:ln/>
        </p:spPr>
        <p:txBody>
          <a:bodyPr wrap="square" lIns="0" tIns="0" rIns="0" bIns="0" rtlCol="0" anchor="t"/>
          <a:lstStyle/>
          <a:p>
            <a:pPr algn="l" indent="0" marL="0">
              <a:lnSpc>
                <a:spcPct val="100000"/>
              </a:lnSpc>
              <a:buNone/>
            </a:pPr>
            <a:r>
              <a:rPr lang="ko-KR" altLang="en-US" sz="1500" b="1" dirty="0">
                <a:solidFill>
                  <a:srgbClr val="FFFFFF"/>
                </a:solidFill>
                <a:latin typeface="Pretendard" pitchFamily="34" charset="0"/>
                <a:ea typeface="Pretendard" pitchFamily="34" charset="-122"/>
                <a:cs typeface="Pretendard" pitchFamily="34" charset="-120"/>
              </a:rPr>
              <a:t>학습 및 평가</a:t>
            </a:r>
            <a:endParaRPr lang="ko-KR" sz="1500" dirty="0"/>
          </a:p>
        </p:txBody>
      </p:sp>
      <p:sp>
        <p:nvSpPr>
          <p:cNvPr id="15" name="Shape 13"/>
          <p:cNvSpPr/>
          <p:nvPr/>
        </p:nvSpPr>
        <p:spPr>
          <a:xfrm>
            <a:off x="694944" y="4370832"/>
            <a:ext cx="10799064" cy="484632"/>
          </a:xfrm>
          <a:prstGeom prst="roundRect">
            <a:avLst>
              <a:gd name="adj" fmla="val 18868"/>
            </a:avLst>
          </a:prstGeom>
          <a:solidFill>
            <a:srgbClr val="F1F5F6"/>
          </a:solidFill>
          <a:ln w="12700">
            <a:solidFill>
              <a:srgbClr val="F1F5F6"/>
            </a:solidFill>
            <a:prstDash val="solid"/>
          </a:ln>
        </p:spPr>
      </p:sp>
      <p:sp>
        <p:nvSpPr>
          <p:cNvPr id="16" name="Text 14"/>
          <p:cNvSpPr/>
          <p:nvPr/>
        </p:nvSpPr>
        <p:spPr>
          <a:xfrm>
            <a:off x="813816" y="4517136"/>
            <a:ext cx="2615184" cy="320040"/>
          </a:xfrm>
          <a:prstGeom prst="rect">
            <a:avLst/>
          </a:prstGeom>
          <a:noFill/>
          <a:ln/>
        </p:spPr>
        <p:txBody>
          <a:bodyPr wrap="square" lIns="0" tIns="0" rIns="0" bIns="0" rtlCol="0" anchor="t"/>
          <a:lstStyle/>
          <a:p>
            <a:pPr algn="l" indent="0" marL="0">
              <a:lnSpc>
                <a:spcPct val="100000"/>
              </a:lnSpc>
              <a:buNone/>
            </a:pPr>
            <a:r>
              <a:rPr lang="ko-KR" altLang="en-US" sz="1700" dirty="0">
                <a:solidFill>
                  <a:srgbClr val="17313B"/>
                </a:solidFill>
                <a:latin typeface="Pretendard" pitchFamily="34" charset="0"/>
                <a:ea typeface="Pretendard" pitchFamily="34" charset="-122"/>
                <a:cs typeface="Pretendard" pitchFamily="34" charset="-120"/>
              </a:rPr>
              <a:t>파형 분리 모델</a:t>
            </a:r>
            <a:endParaRPr lang="ko-KR" sz="1700" dirty="0"/>
          </a:p>
        </p:txBody>
      </p:sp>
      <p:sp>
        <p:nvSpPr>
          <p:cNvPr id="17" name="Text 15"/>
          <p:cNvSpPr/>
          <p:nvPr/>
        </p:nvSpPr>
        <p:spPr>
          <a:xfrm>
            <a:off x="3666744" y="4517136"/>
            <a:ext cx="7708392" cy="320040"/>
          </a:xfrm>
          <a:prstGeom prst="rect">
            <a:avLst/>
          </a:prstGeom>
          <a:noFill/>
          <a:ln/>
        </p:spPr>
        <p:txBody>
          <a:bodyPr wrap="square" lIns="0" tIns="0" rIns="0" bIns="0" rtlCol="0" anchor="t"/>
          <a:lstStyle/>
          <a:p>
            <a:pPr algn="l" indent="0" marL="0">
              <a:lnSpc>
                <a:spcPct val="100000"/>
              </a:lnSpc>
              <a:buNone/>
            </a:pPr>
            <a:r>
              <a:rPr lang="ko-KR" altLang="en-US" sz="1700" dirty="0">
                <a:solidFill>
                  <a:srgbClr val="17313B"/>
                </a:solidFill>
                <a:latin typeface="Pretendard" pitchFamily="34" charset="0"/>
                <a:ea typeface="Pretendard" pitchFamily="34" charset="-122"/>
                <a:cs typeface="Pretendard" pitchFamily="34" charset="-120"/>
              </a:rPr>
              <a:t>100 epoch 학습 → 검증으로 epoch 99 선택</a:t>
            </a:r>
            <a:endParaRPr lang="ko-KR" sz="1700" dirty="0"/>
          </a:p>
        </p:txBody>
      </p:sp>
      <p:sp>
        <p:nvSpPr>
          <p:cNvPr id="18" name="Shape 16"/>
          <p:cNvSpPr/>
          <p:nvPr/>
        </p:nvSpPr>
        <p:spPr>
          <a:xfrm>
            <a:off x="694944" y="4855464"/>
            <a:ext cx="10799064" cy="484632"/>
          </a:xfrm>
          <a:prstGeom prst="roundRect">
            <a:avLst>
              <a:gd name="adj" fmla="val 18868"/>
            </a:avLst>
          </a:prstGeom>
          <a:solidFill>
            <a:srgbClr val="FFFFFF"/>
          </a:solidFill>
          <a:ln w="12700">
            <a:solidFill>
              <a:srgbClr val="FFFFFF"/>
            </a:solidFill>
            <a:prstDash val="solid"/>
          </a:ln>
        </p:spPr>
      </p:sp>
      <p:sp>
        <p:nvSpPr>
          <p:cNvPr id="19" name="Text 17"/>
          <p:cNvSpPr/>
          <p:nvPr/>
        </p:nvSpPr>
        <p:spPr>
          <a:xfrm>
            <a:off x="813816" y="5001768"/>
            <a:ext cx="2615184" cy="320040"/>
          </a:xfrm>
          <a:prstGeom prst="rect">
            <a:avLst/>
          </a:prstGeom>
          <a:noFill/>
          <a:ln/>
        </p:spPr>
        <p:txBody>
          <a:bodyPr wrap="square" lIns="0" tIns="0" rIns="0" bIns="0" rtlCol="0" anchor="t"/>
          <a:lstStyle/>
          <a:p>
            <a:pPr algn="l" indent="0" marL="0">
              <a:lnSpc>
                <a:spcPct val="100000"/>
              </a:lnSpc>
              <a:buNone/>
            </a:pPr>
            <a:r>
              <a:rPr lang="ko-KR" altLang="en-US" sz="1700" dirty="0">
                <a:solidFill>
                  <a:srgbClr val="17313B"/>
                </a:solidFill>
                <a:latin typeface="Pretendard" pitchFamily="34" charset="0"/>
                <a:ea typeface="Pretendard" pitchFamily="34" charset="-122"/>
                <a:cs typeface="Pretendard" pitchFamily="34" charset="-120"/>
              </a:rPr>
              <a:t>신호 연결 모델</a:t>
            </a:r>
            <a:endParaRPr lang="ko-KR" sz="1700" dirty="0"/>
          </a:p>
        </p:txBody>
      </p:sp>
      <p:sp>
        <p:nvSpPr>
          <p:cNvPr id="20" name="Text 18"/>
          <p:cNvSpPr/>
          <p:nvPr/>
        </p:nvSpPr>
        <p:spPr>
          <a:xfrm>
            <a:off x="3666744" y="5001768"/>
            <a:ext cx="7708392" cy="320040"/>
          </a:xfrm>
          <a:prstGeom prst="rect">
            <a:avLst/>
          </a:prstGeom>
          <a:noFill/>
          <a:ln/>
        </p:spPr>
        <p:txBody>
          <a:bodyPr wrap="square" lIns="0" tIns="0" rIns="0" bIns="0" rtlCol="0" anchor="t"/>
          <a:lstStyle/>
          <a:p>
            <a:pPr algn="l" indent="0" marL="0">
              <a:lnSpc>
                <a:spcPct val="100000"/>
              </a:lnSpc>
              <a:buNone/>
            </a:pPr>
            <a:r>
              <a:rPr lang="ko-KR" altLang="en-US" sz="1700" dirty="0">
                <a:solidFill>
                  <a:srgbClr val="17313B"/>
                </a:solidFill>
                <a:latin typeface="Pretendard" pitchFamily="34" charset="0"/>
                <a:ea typeface="Pretendard" pitchFamily="34" charset="-122"/>
                <a:cs typeface="Pretendard" pitchFamily="34" charset="-120"/>
              </a:rPr>
              <a:t>분리 모델을 고정하고 50 epoch 학습</a:t>
            </a:r>
            <a:endParaRPr lang="ko-KR" sz="1700" dirty="0"/>
          </a:p>
        </p:txBody>
      </p:sp>
      <p:sp>
        <p:nvSpPr>
          <p:cNvPr id="21" name="Shape 19"/>
          <p:cNvSpPr/>
          <p:nvPr/>
        </p:nvSpPr>
        <p:spPr>
          <a:xfrm>
            <a:off x="694944" y="5340096"/>
            <a:ext cx="10799064" cy="484632"/>
          </a:xfrm>
          <a:prstGeom prst="roundRect">
            <a:avLst>
              <a:gd name="adj" fmla="val 18868"/>
            </a:avLst>
          </a:prstGeom>
          <a:solidFill>
            <a:srgbClr val="F1F5F6"/>
          </a:solidFill>
          <a:ln w="12700">
            <a:solidFill>
              <a:srgbClr val="F1F5F6"/>
            </a:solidFill>
            <a:prstDash val="solid"/>
          </a:ln>
        </p:spPr>
      </p:sp>
      <p:sp>
        <p:nvSpPr>
          <p:cNvPr id="22" name="Text 20"/>
          <p:cNvSpPr/>
          <p:nvPr/>
        </p:nvSpPr>
        <p:spPr>
          <a:xfrm>
            <a:off x="813816" y="5486400"/>
            <a:ext cx="2615184" cy="320040"/>
          </a:xfrm>
          <a:prstGeom prst="rect">
            <a:avLst/>
          </a:prstGeom>
          <a:noFill/>
          <a:ln/>
        </p:spPr>
        <p:txBody>
          <a:bodyPr wrap="square" lIns="0" tIns="0" rIns="0" bIns="0" rtlCol="0" anchor="t"/>
          <a:lstStyle/>
          <a:p>
            <a:pPr algn="l" indent="0" marL="0">
              <a:lnSpc>
                <a:spcPct val="100000"/>
              </a:lnSpc>
              <a:buNone/>
            </a:pPr>
            <a:r>
              <a:rPr lang="ko-KR" altLang="en-US" sz="1700" dirty="0">
                <a:solidFill>
                  <a:srgbClr val="17313B"/>
                </a:solidFill>
                <a:latin typeface="Pretendard" pitchFamily="34" charset="0"/>
                <a:ea typeface="Pretendard" pitchFamily="34" charset="-122"/>
                <a:cs typeface="Pretendard" pitchFamily="34" charset="-120"/>
              </a:rPr>
              <a:t>전체 구간 평가</a:t>
            </a:r>
            <a:endParaRPr lang="ko-KR" sz="1700" dirty="0"/>
          </a:p>
        </p:txBody>
      </p:sp>
      <p:sp>
        <p:nvSpPr>
          <p:cNvPr id="23" name="Text 21"/>
          <p:cNvSpPr/>
          <p:nvPr/>
        </p:nvSpPr>
        <p:spPr>
          <a:xfrm>
            <a:off x="3666744" y="5486400"/>
            <a:ext cx="7708392" cy="320040"/>
          </a:xfrm>
          <a:prstGeom prst="rect">
            <a:avLst/>
          </a:prstGeom>
          <a:noFill/>
          <a:ln/>
        </p:spPr>
        <p:txBody>
          <a:bodyPr wrap="square" lIns="0" tIns="0" rIns="0" bIns="0" rtlCol="0" anchor="t"/>
          <a:lstStyle/>
          <a:p>
            <a:pPr algn="l" indent="0" marL="0">
              <a:lnSpc>
                <a:spcPct val="100000"/>
              </a:lnSpc>
              <a:buNone/>
            </a:pPr>
            <a:r>
              <a:rPr lang="ko-KR" altLang="en-US" sz="1700" dirty="0">
                <a:solidFill>
                  <a:srgbClr val="17313B"/>
                </a:solidFill>
                <a:latin typeface="Pretendard" pitchFamily="34" charset="0"/>
                <a:ea typeface="Pretendard" pitchFamily="34" charset="-122"/>
                <a:cs typeface="Pretendard" pitchFamily="34" charset="-120"/>
              </a:rPr>
              <a:t>약 20.9 ms · 두 신호 12조건 / 세 신호 7조건</a:t>
            </a:r>
            <a:endParaRPr lang="ko-KR" sz="1700" dirty="0"/>
          </a:p>
        </p:txBody>
      </p:sp>
      <p:sp>
        <p:nvSpPr>
          <p:cNvPr id="24" name="Text 22"/>
          <p:cNvSpPr/>
          <p:nvPr/>
        </p:nvSpPr>
        <p:spPr>
          <a:xfrm>
            <a:off x="713232" y="5952744"/>
            <a:ext cx="10808208" cy="411480"/>
          </a:xfrm>
          <a:prstGeom prst="rect">
            <a:avLst/>
          </a:prstGeom>
          <a:noFill/>
          <a:ln/>
        </p:spPr>
        <p:txBody>
          <a:bodyPr wrap="square" lIns="0" tIns="0" rIns="0" bIns="0" rtlCol="0" anchor="t"/>
          <a:lstStyle/>
          <a:p>
            <a:pPr algn="l" indent="0" marL="0">
              <a:lnSpc>
                <a:spcPct val="100000"/>
              </a:lnSpc>
              <a:buNone/>
            </a:pPr>
            <a:r>
              <a:rPr lang="ko-KR" altLang="en-US" sz="1400" dirty="0">
                <a:solidFill>
                  <a:srgbClr val="647986"/>
                </a:solidFill>
                <a:latin typeface="Pretendard" pitchFamily="34" charset="0"/>
                <a:ea typeface="Pretendard" pitchFamily="34" charset="-122"/>
                <a:cs typeface="Pretendard" pitchFamily="34" charset="-120"/>
              </a:rPr>
              <a:t>핵심 지표: 복원 오차 NMSE ↓ · 복소 SI-SDR ↑ · 최약 신호의 NMSE ↓</a:t>
            </a:r>
            <a:endParaRPr lang="ko-KR" sz="1400" dirty="0"/>
          </a:p>
        </p:txBody>
      </p:sp>
      <p:sp>
        <p:nvSpPr>
          <p:cNvPr id="25" name="Text 23"/>
          <p:cNvSpPr/>
          <p:nvPr/>
        </p:nvSpPr>
        <p:spPr>
          <a:xfrm>
            <a:off x="11000232" y="6409944"/>
            <a:ext cx="566928" cy="274320"/>
          </a:xfrm>
          <a:prstGeom prst="rect">
            <a:avLst/>
          </a:prstGeom>
          <a:noFill/>
          <a:ln/>
        </p:spPr>
        <p:txBody>
          <a:bodyPr wrap="square" lIns="0" tIns="0" rIns="0" bIns="0" rtlCol="0" anchor="t"/>
          <a:lstStyle/>
          <a:p>
            <a:pPr algn="r" indent="0" marL="0">
              <a:lnSpc>
                <a:spcPct val="100000"/>
              </a:lnSpc>
              <a:buNone/>
            </a:pPr>
            <a:r>
              <a:rPr lang="ko-KR" altLang="en-US" sz="1200" dirty="0">
                <a:solidFill>
                  <a:srgbClr val="647986"/>
                </a:solidFill>
                <a:latin typeface="Pretendard" pitchFamily="34" charset="0"/>
                <a:ea typeface="Pretendard" pitchFamily="34" charset="-122"/>
                <a:cs typeface="Pretendard" pitchFamily="34" charset="-120"/>
              </a:rPr>
              <a:t>08</a:t>
            </a:r>
            <a:endParaRPr lang="ko-KR"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292608"/>
            <a:ext cx="10881360" cy="274320"/>
          </a:xfrm>
          <a:prstGeom prst="rect">
            <a:avLst/>
          </a:prstGeom>
          <a:noFill/>
          <a:ln/>
        </p:spPr>
        <p:txBody>
          <a:bodyPr wrap="square" lIns="0" tIns="0" rIns="0" bIns="0" rtlCol="0" anchor="t"/>
          <a:lstStyle/>
          <a:p>
            <a:pPr algn="l" indent="0" marL="0">
              <a:lnSpc>
                <a:spcPct val="100000"/>
              </a:lnSpc>
              <a:buNone/>
            </a:pPr>
            <a:r>
              <a:rPr lang="ko-KR" altLang="en-US" sz="1300" dirty="0">
                <a:solidFill>
                  <a:srgbClr val="007C83"/>
                </a:solidFill>
                <a:latin typeface="Pretendard" pitchFamily="34" charset="0"/>
                <a:ea typeface="Pretendard" pitchFamily="34" charset="-122"/>
                <a:cs typeface="Pretendard" pitchFamily="34" charset="-120"/>
              </a:rPr>
              <a:t>결과 ① 전체 복원 성능</a:t>
            </a:r>
            <a:endParaRPr lang="ko-KR" sz="1300" dirty="0"/>
          </a:p>
        </p:txBody>
      </p:sp>
      <p:sp>
        <p:nvSpPr>
          <p:cNvPr id="3" name="Text 1"/>
          <p:cNvSpPr/>
          <p:nvPr/>
        </p:nvSpPr>
        <p:spPr>
          <a:xfrm>
            <a:off x="594360" y="832104"/>
            <a:ext cx="10972800" cy="649224"/>
          </a:xfrm>
          <a:prstGeom prst="rect">
            <a:avLst/>
          </a:prstGeom>
          <a:noFill/>
          <a:ln/>
        </p:spPr>
        <p:txBody>
          <a:bodyPr wrap="square" lIns="0" tIns="0" rIns="0" bIns="0" rtlCol="0" anchor="t"/>
          <a:lstStyle/>
          <a:p>
            <a:pPr algn="l" indent="0" marL="0">
              <a:lnSpc>
                <a:spcPct val="100000"/>
              </a:lnSpc>
              <a:buNone/>
            </a:pPr>
            <a:r>
              <a:rPr lang="ko-KR" altLang="en-US" sz="3100" b="1" dirty="0">
                <a:solidFill>
                  <a:srgbClr val="17313B"/>
                </a:solidFill>
                <a:latin typeface="Pretendard" pitchFamily="34" charset="0"/>
                <a:ea typeface="Pretendard" pitchFamily="34" charset="-122"/>
                <a:cs typeface="Pretendard" pitchFamily="34" charset="-120"/>
              </a:rPr>
              <a:t>학습 연결로 긴 구간의 복원 오차 감소</a:t>
            </a:r>
            <a:endParaRPr lang="ko-KR" sz="3100" dirty="0"/>
          </a:p>
        </p:txBody>
      </p:sp>
      <p:sp>
        <p:nvSpPr>
          <p:cNvPr id="4" name="Text 2"/>
          <p:cNvSpPr/>
          <p:nvPr/>
        </p:nvSpPr>
        <p:spPr>
          <a:xfrm>
            <a:off x="594360" y="1609344"/>
            <a:ext cx="10972800" cy="402336"/>
          </a:xfrm>
          <a:prstGeom prst="rect">
            <a:avLst/>
          </a:prstGeom>
          <a:noFill/>
          <a:ln/>
        </p:spPr>
        <p:txBody>
          <a:bodyPr wrap="square" lIns="0" tIns="0" rIns="0" bIns="0" rtlCol="0" anchor="t"/>
          <a:lstStyle/>
          <a:p>
            <a:pPr algn="l" indent="0" marL="0">
              <a:lnSpc>
                <a:spcPct val="100000"/>
              </a:lnSpc>
              <a:buNone/>
            </a:pPr>
            <a:r>
              <a:rPr lang="ko-KR" altLang="en-US" sz="1800" dirty="0">
                <a:solidFill>
                  <a:srgbClr val="647986"/>
                </a:solidFill>
                <a:latin typeface="Pretendard" pitchFamily="34" charset="0"/>
                <a:ea typeface="Pretendard" pitchFamily="34" charset="-122"/>
                <a:cs typeface="Pretendard" pitchFamily="34" charset="-120"/>
              </a:rPr>
              <a:t>같은 U-Net 출력에서 연결 방법만 변경 · 전체 평가 조건의 평균 NMSE</a:t>
            </a:r>
            <a:endParaRPr lang="ko-KR" sz="1800" dirty="0"/>
          </a:p>
        </p:txBody>
      </p:sp>
      <p:graphicFrame>
        <p:nvGraphicFramePr>
          <p:cNvPr id="5" name="Chart 0" descr=""/>
          <p:cNvGraphicFramePr/>
          <p:nvPr/>
        </p:nvGraphicFramePr>
        <p:xfrm>
          <a:off x="704088" y="2340864"/>
          <a:ext cx="7306056" cy="3502152"/>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247888" y="2468880"/>
            <a:ext cx="3209544" cy="3236976"/>
          </a:xfrm>
          <a:prstGeom prst="roundRect">
            <a:avLst>
              <a:gd name="adj" fmla="val 2849"/>
            </a:avLst>
          </a:prstGeom>
          <a:solidFill>
            <a:srgbClr val="E7F3F2"/>
          </a:solidFill>
          <a:ln w="12700">
            <a:solidFill>
              <a:srgbClr val="E7F3F2"/>
            </a:solidFill>
            <a:prstDash val="solid"/>
          </a:ln>
        </p:spPr>
      </p:sp>
      <p:sp>
        <p:nvSpPr>
          <p:cNvPr id="7" name="Text 4"/>
          <p:cNvSpPr/>
          <p:nvPr/>
        </p:nvSpPr>
        <p:spPr>
          <a:xfrm>
            <a:off x="8449056" y="2706624"/>
            <a:ext cx="2816352" cy="566928"/>
          </a:xfrm>
          <a:prstGeom prst="rect">
            <a:avLst/>
          </a:prstGeom>
          <a:noFill/>
          <a:ln/>
        </p:spPr>
        <p:txBody>
          <a:bodyPr wrap="square" lIns="0" tIns="0" rIns="0" bIns="0" rtlCol="0" anchor="t"/>
          <a:lstStyle/>
          <a:p>
            <a:pPr algn="l" indent="0" marL="0">
              <a:lnSpc>
                <a:spcPct val="100000"/>
              </a:lnSpc>
              <a:buNone/>
            </a:pPr>
            <a:r>
              <a:rPr lang="ko-KR" altLang="en-US" sz="1800" b="1" dirty="0">
                <a:solidFill>
                  <a:srgbClr val="007C83"/>
                </a:solidFill>
                <a:latin typeface="Pretendard" pitchFamily="34" charset="0"/>
                <a:ea typeface="Pretendard" pitchFamily="34" charset="-122"/>
                <a:cs typeface="Pretendard" pitchFamily="34" charset="-120"/>
              </a:rPr>
              <a:t>주파수 분포 연결 대비</a:t>
            </a:r>
            <a:endParaRPr lang="ko-KR" sz="1800" dirty="0"/>
          </a:p>
        </p:txBody>
      </p:sp>
      <p:sp>
        <p:nvSpPr>
          <p:cNvPr id="8" name="Text 5"/>
          <p:cNvSpPr/>
          <p:nvPr/>
        </p:nvSpPr>
        <p:spPr>
          <a:xfrm>
            <a:off x="8449056" y="3575304"/>
            <a:ext cx="2816352" cy="460375"/>
          </a:xfrm>
          <a:prstGeom prst="rect">
            <a:avLst/>
          </a:prstGeom>
          <a:noFill/>
          <a:ln/>
        </p:spPr>
        <p:txBody>
          <a:bodyPr wrap="square" lIns="0" tIns="0" rIns="0" bIns="0" rtlCol="0" anchor="t"/>
          <a:lstStyle/>
          <a:p>
            <a:pPr algn="l" indent="0" marL="0">
              <a:lnSpc>
                <a:spcPct val="100000"/>
              </a:lnSpc>
              <a:buNone/>
            </a:pPr>
            <a:r>
              <a:rPr lang="ko-KR" altLang="en-US" sz="2900" b="1" dirty="0">
                <a:solidFill>
                  <a:srgbClr val="007C83"/>
                </a:solidFill>
                <a:latin typeface="Pretendard" pitchFamily="34" charset="0"/>
                <a:ea typeface="Pretendard" pitchFamily="34" charset="-122"/>
                <a:cs typeface="Pretendard" pitchFamily="34" charset="-120"/>
              </a:rPr>
              <a:t>37.6% 감소</a:t>
            </a:r>
            <a:endParaRPr lang="ko-KR" sz="2900" dirty="0"/>
          </a:p>
        </p:txBody>
      </p:sp>
      <p:sp>
        <p:nvSpPr>
          <p:cNvPr id="9" name="Text 6"/>
          <p:cNvSpPr/>
          <p:nvPr/>
        </p:nvSpPr>
        <p:spPr>
          <a:xfrm>
            <a:off x="8449056" y="4078224"/>
            <a:ext cx="2816352" cy="274320"/>
          </a:xfrm>
          <a:prstGeom prst="rect">
            <a:avLst/>
          </a:prstGeom>
          <a:noFill/>
          <a:ln/>
        </p:spPr>
        <p:txBody>
          <a:bodyPr wrap="square" lIns="0" tIns="0" rIns="0" bIns="0" rtlCol="0" anchor="t"/>
          <a:lstStyle/>
          <a:p>
            <a:pPr algn="l" indent="0" marL="0">
              <a:lnSpc>
                <a:spcPct val="100000"/>
              </a:lnSpc>
              <a:buNone/>
            </a:pPr>
            <a:r>
              <a:rPr lang="ko-KR" altLang="en-US" sz="1700" dirty="0">
                <a:solidFill>
                  <a:srgbClr val="17313B"/>
                </a:solidFill>
                <a:latin typeface="Pretendard" pitchFamily="34" charset="0"/>
                <a:ea typeface="Pretendard" pitchFamily="34" charset="-122"/>
                <a:cs typeface="Pretendard" pitchFamily="34" charset="-120"/>
              </a:rPr>
              <a:t>두 신호 평균 NMSE</a:t>
            </a:r>
            <a:endParaRPr lang="ko-KR" sz="1700" dirty="0"/>
          </a:p>
        </p:txBody>
      </p:sp>
      <p:sp>
        <p:nvSpPr>
          <p:cNvPr id="10" name="Text 7"/>
          <p:cNvSpPr/>
          <p:nvPr/>
        </p:nvSpPr>
        <p:spPr>
          <a:xfrm>
            <a:off x="8449056" y="4700016"/>
            <a:ext cx="2816352" cy="460375"/>
          </a:xfrm>
          <a:prstGeom prst="rect">
            <a:avLst/>
          </a:prstGeom>
          <a:noFill/>
          <a:ln/>
        </p:spPr>
        <p:txBody>
          <a:bodyPr wrap="square" lIns="0" tIns="0" rIns="0" bIns="0" rtlCol="0" anchor="t"/>
          <a:lstStyle/>
          <a:p>
            <a:pPr algn="l" indent="0" marL="0">
              <a:lnSpc>
                <a:spcPct val="100000"/>
              </a:lnSpc>
              <a:buNone/>
            </a:pPr>
            <a:r>
              <a:rPr lang="ko-KR" altLang="en-US" sz="2900" b="1" dirty="0">
                <a:solidFill>
                  <a:srgbClr val="007C83"/>
                </a:solidFill>
                <a:latin typeface="Pretendard" pitchFamily="34" charset="0"/>
                <a:ea typeface="Pretendard" pitchFamily="34" charset="-122"/>
                <a:cs typeface="Pretendard" pitchFamily="34" charset="-120"/>
              </a:rPr>
              <a:t>50.6% 감소</a:t>
            </a:r>
            <a:endParaRPr lang="ko-KR" sz="2900" dirty="0"/>
          </a:p>
        </p:txBody>
      </p:sp>
      <p:sp>
        <p:nvSpPr>
          <p:cNvPr id="11" name="Text 8"/>
          <p:cNvSpPr/>
          <p:nvPr/>
        </p:nvSpPr>
        <p:spPr>
          <a:xfrm>
            <a:off x="8449056" y="5212080"/>
            <a:ext cx="2816352" cy="274320"/>
          </a:xfrm>
          <a:prstGeom prst="rect">
            <a:avLst/>
          </a:prstGeom>
          <a:noFill/>
          <a:ln/>
        </p:spPr>
        <p:txBody>
          <a:bodyPr wrap="square" lIns="0" tIns="0" rIns="0" bIns="0" rtlCol="0" anchor="t"/>
          <a:lstStyle/>
          <a:p>
            <a:pPr algn="l" indent="0" marL="0">
              <a:lnSpc>
                <a:spcPct val="100000"/>
              </a:lnSpc>
              <a:buNone/>
            </a:pPr>
            <a:r>
              <a:rPr lang="ko-KR" altLang="en-US" sz="1700" dirty="0">
                <a:solidFill>
                  <a:srgbClr val="17313B"/>
                </a:solidFill>
                <a:latin typeface="Pretendard" pitchFamily="34" charset="0"/>
                <a:ea typeface="Pretendard" pitchFamily="34" charset="-122"/>
                <a:cs typeface="Pretendard" pitchFamily="34" charset="-120"/>
              </a:rPr>
              <a:t>세 신호 평균 NMSE</a:t>
            </a:r>
            <a:endParaRPr lang="ko-KR" sz="1700" dirty="0"/>
          </a:p>
        </p:txBody>
      </p:sp>
      <p:sp>
        <p:nvSpPr>
          <p:cNvPr id="12" name="Text 9"/>
          <p:cNvSpPr/>
          <p:nvPr/>
        </p:nvSpPr>
        <p:spPr>
          <a:xfrm>
            <a:off x="713232" y="5952744"/>
            <a:ext cx="10808208" cy="411480"/>
          </a:xfrm>
          <a:prstGeom prst="rect">
            <a:avLst/>
          </a:prstGeom>
          <a:noFill/>
          <a:ln/>
        </p:spPr>
        <p:txBody>
          <a:bodyPr wrap="square" lIns="0" tIns="0" rIns="0" bIns="0" rtlCol="0" anchor="t"/>
          <a:lstStyle/>
          <a:p>
            <a:pPr algn="l" indent="0" marL="0">
              <a:lnSpc>
                <a:spcPct val="100000"/>
              </a:lnSpc>
              <a:buNone/>
            </a:pPr>
            <a:r>
              <a:rPr lang="ko-KR" altLang="en-US" sz="1400" dirty="0">
                <a:solidFill>
                  <a:srgbClr val="647986"/>
                </a:solidFill>
                <a:latin typeface="Pretendard" pitchFamily="34" charset="0"/>
                <a:ea typeface="Pretendard" pitchFamily="34" charset="-122"/>
                <a:cs typeface="Pretendard" pitchFamily="34" charset="-120"/>
              </a:rPr>
              <a:t>동일 녹음의 미학습 시간 구간 · 두 신호 12조건 / 세 신호 7조건 · NMSE는 낮을수록 좋음</a:t>
            </a:r>
            <a:endParaRPr lang="ko-KR" sz="1400" dirty="0"/>
          </a:p>
        </p:txBody>
      </p:sp>
      <p:sp>
        <p:nvSpPr>
          <p:cNvPr id="13" name="Text 10"/>
          <p:cNvSpPr/>
          <p:nvPr/>
        </p:nvSpPr>
        <p:spPr>
          <a:xfrm>
            <a:off x="11000232" y="6409944"/>
            <a:ext cx="566928" cy="274320"/>
          </a:xfrm>
          <a:prstGeom prst="rect">
            <a:avLst/>
          </a:prstGeom>
          <a:noFill/>
          <a:ln/>
        </p:spPr>
        <p:txBody>
          <a:bodyPr wrap="square" lIns="0" tIns="0" rIns="0" bIns="0" rtlCol="0" anchor="t"/>
          <a:lstStyle/>
          <a:p>
            <a:pPr algn="r" indent="0" marL="0">
              <a:lnSpc>
                <a:spcPct val="100000"/>
              </a:lnSpc>
              <a:buNone/>
            </a:pPr>
            <a:r>
              <a:rPr lang="ko-KR" altLang="en-US" sz="1200" dirty="0">
                <a:solidFill>
                  <a:srgbClr val="647986"/>
                </a:solidFill>
                <a:latin typeface="Pretendard" pitchFamily="34" charset="0"/>
                <a:ea typeface="Pretendard" pitchFamily="34" charset="-122"/>
                <a:cs typeface="Pretendard" pitchFamily="34" charset="-120"/>
              </a:rPr>
              <a:t>09</a:t>
            </a:r>
            <a:endParaRPr lang="ko-KR"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292608"/>
            <a:ext cx="10881360" cy="274320"/>
          </a:xfrm>
          <a:prstGeom prst="rect">
            <a:avLst/>
          </a:prstGeom>
          <a:noFill/>
          <a:ln/>
        </p:spPr>
        <p:txBody>
          <a:bodyPr wrap="square" lIns="0" tIns="0" rIns="0" bIns="0" rtlCol="0" anchor="t"/>
          <a:lstStyle/>
          <a:p>
            <a:pPr algn="l" indent="0" marL="0">
              <a:lnSpc>
                <a:spcPct val="100000"/>
              </a:lnSpc>
              <a:buNone/>
            </a:pPr>
            <a:r>
              <a:rPr lang="ko-KR" altLang="en-US" sz="1300" dirty="0">
                <a:solidFill>
                  <a:srgbClr val="007C83"/>
                </a:solidFill>
                <a:latin typeface="Pretendard" pitchFamily="34" charset="0"/>
                <a:ea typeface="Pretendard" pitchFamily="34" charset="-122"/>
                <a:cs typeface="Pretendard" pitchFamily="34" charset="-120"/>
              </a:rPr>
              <a:t>결과 ② 보완 지표</a:t>
            </a:r>
            <a:endParaRPr lang="ko-KR" sz="1300" dirty="0"/>
          </a:p>
        </p:txBody>
      </p:sp>
      <p:sp>
        <p:nvSpPr>
          <p:cNvPr id="3" name="Text 1"/>
          <p:cNvSpPr/>
          <p:nvPr/>
        </p:nvSpPr>
        <p:spPr>
          <a:xfrm>
            <a:off x="594360" y="832104"/>
            <a:ext cx="10972800" cy="649224"/>
          </a:xfrm>
          <a:prstGeom prst="rect">
            <a:avLst/>
          </a:prstGeom>
          <a:noFill/>
          <a:ln/>
        </p:spPr>
        <p:txBody>
          <a:bodyPr wrap="square" lIns="0" tIns="0" rIns="0" bIns="0" rtlCol="0" anchor="t"/>
          <a:lstStyle/>
          <a:p>
            <a:pPr algn="l" indent="0" marL="0">
              <a:lnSpc>
                <a:spcPct val="100000"/>
              </a:lnSpc>
              <a:buNone/>
            </a:pPr>
            <a:r>
              <a:rPr lang="ko-KR" altLang="en-US" sz="3100" b="1" dirty="0">
                <a:solidFill>
                  <a:srgbClr val="17313B"/>
                </a:solidFill>
                <a:latin typeface="Pretendard" pitchFamily="34" charset="0"/>
                <a:ea typeface="Pretendard" pitchFamily="34" charset="-122"/>
                <a:cs typeface="Pretendard" pitchFamily="34" charset="-120"/>
              </a:rPr>
              <a:t>파형 유사도와 약한 신호의 평균 오차도 개선</a:t>
            </a:r>
            <a:endParaRPr lang="ko-KR" sz="3100" dirty="0"/>
          </a:p>
        </p:txBody>
      </p:sp>
      <p:sp>
        <p:nvSpPr>
          <p:cNvPr id="4" name="Text 2"/>
          <p:cNvSpPr/>
          <p:nvPr/>
        </p:nvSpPr>
        <p:spPr>
          <a:xfrm>
            <a:off x="594360" y="1609344"/>
            <a:ext cx="10972800" cy="402336"/>
          </a:xfrm>
          <a:prstGeom prst="rect">
            <a:avLst/>
          </a:prstGeom>
          <a:noFill/>
          <a:ln/>
        </p:spPr>
        <p:txBody>
          <a:bodyPr wrap="square" lIns="0" tIns="0" rIns="0" bIns="0" rtlCol="0" anchor="t"/>
          <a:lstStyle/>
          <a:p>
            <a:pPr algn="l" indent="0" marL="0">
              <a:lnSpc>
                <a:spcPct val="100000"/>
              </a:lnSpc>
              <a:buNone/>
            </a:pPr>
            <a:r>
              <a:rPr lang="ko-KR" altLang="en-US" sz="1800" dirty="0">
                <a:solidFill>
                  <a:srgbClr val="647986"/>
                </a:solidFill>
                <a:latin typeface="Pretendard" pitchFamily="34" charset="0"/>
                <a:ea typeface="Pretendard" pitchFamily="34" charset="-122"/>
                <a:cs typeface="Pretendard" pitchFamily="34" charset="-120"/>
              </a:rPr>
              <a:t>같은 평가 조건에서 주파수 분포 연결과 학습 연결 비교</a:t>
            </a:r>
            <a:endParaRPr lang="ko-KR" sz="1800" dirty="0"/>
          </a:p>
        </p:txBody>
      </p:sp>
      <p:sp>
        <p:nvSpPr>
          <p:cNvPr id="5" name="Shape 3"/>
          <p:cNvSpPr/>
          <p:nvPr/>
        </p:nvSpPr>
        <p:spPr>
          <a:xfrm>
            <a:off x="694944" y="2459736"/>
            <a:ext cx="10808208" cy="475488"/>
          </a:xfrm>
          <a:prstGeom prst="roundRect">
            <a:avLst>
              <a:gd name="adj" fmla="val 19231"/>
            </a:avLst>
          </a:prstGeom>
          <a:solidFill>
            <a:srgbClr val="17313B"/>
          </a:solidFill>
          <a:ln w="12700">
            <a:solidFill>
              <a:srgbClr val="17313B"/>
            </a:solidFill>
            <a:prstDash val="solid"/>
          </a:ln>
        </p:spPr>
      </p:sp>
      <p:sp>
        <p:nvSpPr>
          <p:cNvPr id="6" name="Text 4"/>
          <p:cNvSpPr/>
          <p:nvPr/>
        </p:nvSpPr>
        <p:spPr>
          <a:xfrm>
            <a:off x="813816" y="2578608"/>
            <a:ext cx="2779776" cy="274320"/>
          </a:xfrm>
          <a:prstGeom prst="rect">
            <a:avLst/>
          </a:prstGeom>
          <a:noFill/>
          <a:ln/>
        </p:spPr>
        <p:txBody>
          <a:bodyPr wrap="square" lIns="0" tIns="0" rIns="0" bIns="0" rtlCol="0" anchor="t"/>
          <a:lstStyle/>
          <a:p>
            <a:pPr algn="l" indent="0" marL="0">
              <a:lnSpc>
                <a:spcPct val="100000"/>
              </a:lnSpc>
              <a:buNone/>
            </a:pPr>
            <a:r>
              <a:rPr lang="ko-KR" altLang="en-US" sz="1500" b="1" dirty="0">
                <a:solidFill>
                  <a:srgbClr val="FFFFFF"/>
                </a:solidFill>
                <a:latin typeface="Pretendard" pitchFamily="34" charset="0"/>
                <a:ea typeface="Pretendard" pitchFamily="34" charset="-122"/>
                <a:cs typeface="Pretendard" pitchFamily="34" charset="-120"/>
              </a:rPr>
              <a:t>평가 지표</a:t>
            </a:r>
            <a:endParaRPr lang="ko-KR" sz="1500" dirty="0"/>
          </a:p>
        </p:txBody>
      </p:sp>
      <p:sp>
        <p:nvSpPr>
          <p:cNvPr id="7" name="Text 5"/>
          <p:cNvSpPr/>
          <p:nvPr/>
        </p:nvSpPr>
        <p:spPr>
          <a:xfrm>
            <a:off x="3831336" y="2578608"/>
            <a:ext cx="1133856" cy="274320"/>
          </a:xfrm>
          <a:prstGeom prst="rect">
            <a:avLst/>
          </a:prstGeom>
          <a:noFill/>
          <a:ln/>
        </p:spPr>
        <p:txBody>
          <a:bodyPr wrap="square" lIns="0" tIns="0" rIns="0" bIns="0" rtlCol="0" anchor="t"/>
          <a:lstStyle/>
          <a:p>
            <a:pPr algn="l" indent="0" marL="0">
              <a:lnSpc>
                <a:spcPct val="100000"/>
              </a:lnSpc>
              <a:buNone/>
            </a:pPr>
            <a:r>
              <a:rPr lang="ko-KR" altLang="en-US" sz="1500" b="1" dirty="0">
                <a:solidFill>
                  <a:srgbClr val="FFFFFF"/>
                </a:solidFill>
                <a:latin typeface="Pretendard" pitchFamily="34" charset="0"/>
                <a:ea typeface="Pretendard" pitchFamily="34" charset="-122"/>
                <a:cs typeface="Pretendard" pitchFamily="34" charset="-120"/>
              </a:rPr>
              <a:t>신호 수</a:t>
            </a:r>
            <a:endParaRPr lang="ko-KR" sz="1500" dirty="0"/>
          </a:p>
        </p:txBody>
      </p:sp>
      <p:sp>
        <p:nvSpPr>
          <p:cNvPr id="8" name="Text 6"/>
          <p:cNvSpPr/>
          <p:nvPr/>
        </p:nvSpPr>
        <p:spPr>
          <a:xfrm>
            <a:off x="5202936" y="2578608"/>
            <a:ext cx="2962656" cy="274320"/>
          </a:xfrm>
          <a:prstGeom prst="rect">
            <a:avLst/>
          </a:prstGeom>
          <a:noFill/>
          <a:ln/>
        </p:spPr>
        <p:txBody>
          <a:bodyPr wrap="square" lIns="0" tIns="0" rIns="0" bIns="0" rtlCol="0" anchor="t"/>
          <a:lstStyle/>
          <a:p>
            <a:pPr algn="l" indent="0" marL="0">
              <a:lnSpc>
                <a:spcPct val="100000"/>
              </a:lnSpc>
              <a:buNone/>
            </a:pPr>
            <a:r>
              <a:rPr lang="ko-KR" altLang="en-US" sz="1500" b="1" dirty="0">
                <a:solidFill>
                  <a:srgbClr val="FFFFFF"/>
                </a:solidFill>
                <a:latin typeface="Pretendard" pitchFamily="34" charset="0"/>
                <a:ea typeface="Pretendard" pitchFamily="34" charset="-122"/>
                <a:cs typeface="Pretendard" pitchFamily="34" charset="-120"/>
              </a:rPr>
              <a:t>주파수 분포 연결</a:t>
            </a:r>
            <a:endParaRPr lang="ko-KR" sz="1500" dirty="0"/>
          </a:p>
        </p:txBody>
      </p:sp>
      <p:sp>
        <p:nvSpPr>
          <p:cNvPr id="9" name="Text 7"/>
          <p:cNvSpPr/>
          <p:nvPr/>
        </p:nvSpPr>
        <p:spPr>
          <a:xfrm>
            <a:off x="8403336" y="2578608"/>
            <a:ext cx="2980944" cy="274320"/>
          </a:xfrm>
          <a:prstGeom prst="rect">
            <a:avLst/>
          </a:prstGeom>
          <a:noFill/>
          <a:ln/>
        </p:spPr>
        <p:txBody>
          <a:bodyPr wrap="square" lIns="0" tIns="0" rIns="0" bIns="0" rtlCol="0" anchor="t"/>
          <a:lstStyle/>
          <a:p>
            <a:pPr algn="l" indent="0" marL="0">
              <a:lnSpc>
                <a:spcPct val="100000"/>
              </a:lnSpc>
              <a:buNone/>
            </a:pPr>
            <a:r>
              <a:rPr lang="ko-KR" altLang="en-US" sz="1500" b="1" dirty="0">
                <a:solidFill>
                  <a:srgbClr val="FFFFFF"/>
                </a:solidFill>
                <a:latin typeface="Pretendard" pitchFamily="34" charset="0"/>
                <a:ea typeface="Pretendard" pitchFamily="34" charset="-122"/>
                <a:cs typeface="Pretendard" pitchFamily="34" charset="-120"/>
              </a:rPr>
              <a:t>학습 연결</a:t>
            </a:r>
            <a:endParaRPr lang="ko-KR" sz="1500" dirty="0"/>
          </a:p>
        </p:txBody>
      </p:sp>
      <p:sp>
        <p:nvSpPr>
          <p:cNvPr id="10" name="Shape 8"/>
          <p:cNvSpPr/>
          <p:nvPr/>
        </p:nvSpPr>
        <p:spPr>
          <a:xfrm>
            <a:off x="694944" y="2935224"/>
            <a:ext cx="10808208" cy="640080"/>
          </a:xfrm>
          <a:prstGeom prst="roundRect">
            <a:avLst>
              <a:gd name="adj" fmla="val 14286"/>
            </a:avLst>
          </a:prstGeom>
          <a:solidFill>
            <a:srgbClr val="F1F5F6"/>
          </a:solidFill>
          <a:ln w="12700">
            <a:solidFill>
              <a:srgbClr val="F1F5F6"/>
            </a:solidFill>
            <a:prstDash val="solid"/>
          </a:ln>
        </p:spPr>
      </p:sp>
      <p:sp>
        <p:nvSpPr>
          <p:cNvPr id="11" name="Text 9"/>
          <p:cNvSpPr/>
          <p:nvPr/>
        </p:nvSpPr>
        <p:spPr>
          <a:xfrm>
            <a:off x="813816" y="3081528"/>
            <a:ext cx="2779776" cy="475488"/>
          </a:xfrm>
          <a:prstGeom prst="rect">
            <a:avLst/>
          </a:prstGeom>
          <a:noFill/>
          <a:ln/>
        </p:spPr>
        <p:txBody>
          <a:bodyPr wrap="square" lIns="0" tIns="0" rIns="0" bIns="0" rtlCol="0" anchor="t"/>
          <a:lstStyle/>
          <a:p>
            <a:pPr algn="l" indent="0" marL="0">
              <a:lnSpc>
                <a:spcPct val="100000"/>
              </a:lnSpc>
              <a:buNone/>
            </a:pPr>
            <a:r>
              <a:rPr lang="ko-KR" altLang="en-US" sz="2100" dirty="0">
                <a:solidFill>
                  <a:srgbClr val="17313B"/>
                </a:solidFill>
                <a:latin typeface="Pretendard" pitchFamily="34" charset="0"/>
                <a:ea typeface="Pretendard" pitchFamily="34" charset="-122"/>
                <a:cs typeface="Pretendard" pitchFamily="34" charset="-120"/>
              </a:rPr>
              <a:t>복소 SI-SDR ↑</a:t>
            </a:r>
            <a:endParaRPr lang="ko-KR" sz="2100" dirty="0"/>
          </a:p>
        </p:txBody>
      </p:sp>
      <p:sp>
        <p:nvSpPr>
          <p:cNvPr id="12" name="Text 10"/>
          <p:cNvSpPr/>
          <p:nvPr/>
        </p:nvSpPr>
        <p:spPr>
          <a:xfrm>
            <a:off x="3831336" y="3081528"/>
            <a:ext cx="1133856" cy="475488"/>
          </a:xfrm>
          <a:prstGeom prst="rect">
            <a:avLst/>
          </a:prstGeom>
          <a:noFill/>
          <a:ln/>
        </p:spPr>
        <p:txBody>
          <a:bodyPr wrap="square" lIns="0" tIns="0" rIns="0" bIns="0" rtlCol="0" anchor="t"/>
          <a:lstStyle/>
          <a:p>
            <a:pPr algn="l" indent="0" marL="0">
              <a:lnSpc>
                <a:spcPct val="100000"/>
              </a:lnSpc>
              <a:buNone/>
            </a:pPr>
            <a:r>
              <a:rPr lang="ko-KR" altLang="en-US" sz="2100" dirty="0">
                <a:solidFill>
                  <a:srgbClr val="17313B"/>
                </a:solidFill>
                <a:latin typeface="Pretendard" pitchFamily="34" charset="0"/>
                <a:ea typeface="Pretendard" pitchFamily="34" charset="-122"/>
                <a:cs typeface="Pretendard" pitchFamily="34" charset="-120"/>
              </a:rPr>
              <a:t>2개</a:t>
            </a:r>
            <a:endParaRPr lang="ko-KR" sz="2100" dirty="0"/>
          </a:p>
        </p:txBody>
      </p:sp>
      <p:sp>
        <p:nvSpPr>
          <p:cNvPr id="13" name="Text 11"/>
          <p:cNvSpPr/>
          <p:nvPr/>
        </p:nvSpPr>
        <p:spPr>
          <a:xfrm>
            <a:off x="5202936" y="3081528"/>
            <a:ext cx="2962656" cy="475488"/>
          </a:xfrm>
          <a:prstGeom prst="rect">
            <a:avLst/>
          </a:prstGeom>
          <a:noFill/>
          <a:ln/>
        </p:spPr>
        <p:txBody>
          <a:bodyPr wrap="square" lIns="0" tIns="0" rIns="0" bIns="0" rtlCol="0" anchor="t"/>
          <a:lstStyle/>
          <a:p>
            <a:pPr algn="l" indent="0" marL="0">
              <a:lnSpc>
                <a:spcPct val="100000"/>
              </a:lnSpc>
              <a:buNone/>
            </a:pPr>
            <a:r>
              <a:rPr lang="ko-KR" altLang="en-US" sz="2100" dirty="0">
                <a:solidFill>
                  <a:srgbClr val="17313B"/>
                </a:solidFill>
                <a:latin typeface="Pretendard" pitchFamily="34" charset="0"/>
                <a:ea typeface="Pretendard" pitchFamily="34" charset="-122"/>
                <a:cs typeface="Pretendard" pitchFamily="34" charset="-120"/>
              </a:rPr>
              <a:t>8.29 dB</a:t>
            </a:r>
            <a:endParaRPr lang="ko-KR" sz="2100" dirty="0"/>
          </a:p>
        </p:txBody>
      </p:sp>
      <p:sp>
        <p:nvSpPr>
          <p:cNvPr id="14" name="Text 12"/>
          <p:cNvSpPr/>
          <p:nvPr/>
        </p:nvSpPr>
        <p:spPr>
          <a:xfrm>
            <a:off x="8403336" y="3081528"/>
            <a:ext cx="2980944" cy="475488"/>
          </a:xfrm>
          <a:prstGeom prst="rect">
            <a:avLst/>
          </a:prstGeom>
          <a:noFill/>
          <a:ln/>
        </p:spPr>
        <p:txBody>
          <a:bodyPr wrap="square" lIns="0" tIns="0" rIns="0" bIns="0" rtlCol="0" anchor="t"/>
          <a:lstStyle/>
          <a:p>
            <a:pPr algn="l" indent="0" marL="0">
              <a:lnSpc>
                <a:spcPct val="100000"/>
              </a:lnSpc>
              <a:buNone/>
            </a:pPr>
            <a:r>
              <a:rPr lang="ko-KR" altLang="en-US" sz="2100" dirty="0">
                <a:solidFill>
                  <a:srgbClr val="17313B"/>
                </a:solidFill>
                <a:latin typeface="Pretendard" pitchFamily="34" charset="0"/>
                <a:ea typeface="Pretendard" pitchFamily="34" charset="-122"/>
                <a:cs typeface="Pretendard" pitchFamily="34" charset="-120"/>
              </a:rPr>
              <a:t>10.42 dB</a:t>
            </a:r>
            <a:endParaRPr lang="ko-KR" sz="2100" dirty="0"/>
          </a:p>
        </p:txBody>
      </p:sp>
      <p:sp>
        <p:nvSpPr>
          <p:cNvPr id="15" name="Shape 13"/>
          <p:cNvSpPr/>
          <p:nvPr/>
        </p:nvSpPr>
        <p:spPr>
          <a:xfrm>
            <a:off x="694944" y="3575304"/>
            <a:ext cx="10808208" cy="640080"/>
          </a:xfrm>
          <a:prstGeom prst="roundRect">
            <a:avLst>
              <a:gd name="adj" fmla="val 14286"/>
            </a:avLst>
          </a:prstGeom>
          <a:solidFill>
            <a:srgbClr val="E7F3F2"/>
          </a:solidFill>
          <a:ln w="12700">
            <a:solidFill>
              <a:srgbClr val="E7F3F2"/>
            </a:solidFill>
            <a:prstDash val="solid"/>
          </a:ln>
        </p:spPr>
      </p:sp>
      <p:sp>
        <p:nvSpPr>
          <p:cNvPr id="16" name="Text 14"/>
          <p:cNvSpPr/>
          <p:nvPr/>
        </p:nvSpPr>
        <p:spPr>
          <a:xfrm>
            <a:off x="813816" y="3721608"/>
            <a:ext cx="2779776" cy="475488"/>
          </a:xfrm>
          <a:prstGeom prst="rect">
            <a:avLst/>
          </a:prstGeom>
          <a:noFill/>
          <a:ln/>
        </p:spPr>
        <p:txBody>
          <a:bodyPr wrap="square" lIns="0" tIns="0" rIns="0" bIns="0" rtlCol="0" anchor="t"/>
          <a:lstStyle/>
          <a:p>
            <a:pPr algn="l" indent="0" marL="0">
              <a:lnSpc>
                <a:spcPct val="100000"/>
              </a:lnSpc>
              <a:buNone/>
            </a:pPr>
            <a:r>
              <a:rPr lang="ko-KR" altLang="en-US" sz="2100" b="1" dirty="0">
                <a:solidFill>
                  <a:srgbClr val="17313B"/>
                </a:solidFill>
                <a:latin typeface="Pretendard" pitchFamily="34" charset="0"/>
                <a:ea typeface="Pretendard" pitchFamily="34" charset="-122"/>
                <a:cs typeface="Pretendard" pitchFamily="34" charset="-120"/>
              </a:rPr>
              <a:t>복소 SI-SDR ↑</a:t>
            </a:r>
            <a:endParaRPr lang="ko-KR" sz="2100" dirty="0"/>
          </a:p>
        </p:txBody>
      </p:sp>
      <p:sp>
        <p:nvSpPr>
          <p:cNvPr id="17" name="Text 15"/>
          <p:cNvSpPr/>
          <p:nvPr/>
        </p:nvSpPr>
        <p:spPr>
          <a:xfrm>
            <a:off x="3831336" y="3721608"/>
            <a:ext cx="1133856" cy="475488"/>
          </a:xfrm>
          <a:prstGeom prst="rect">
            <a:avLst/>
          </a:prstGeom>
          <a:noFill/>
          <a:ln/>
        </p:spPr>
        <p:txBody>
          <a:bodyPr wrap="square" lIns="0" tIns="0" rIns="0" bIns="0" rtlCol="0" anchor="t"/>
          <a:lstStyle/>
          <a:p>
            <a:pPr algn="l" indent="0" marL="0">
              <a:lnSpc>
                <a:spcPct val="100000"/>
              </a:lnSpc>
              <a:buNone/>
            </a:pPr>
            <a:r>
              <a:rPr lang="ko-KR" altLang="en-US" sz="2100" b="1" dirty="0">
                <a:solidFill>
                  <a:srgbClr val="17313B"/>
                </a:solidFill>
                <a:latin typeface="Pretendard" pitchFamily="34" charset="0"/>
                <a:ea typeface="Pretendard" pitchFamily="34" charset="-122"/>
                <a:cs typeface="Pretendard" pitchFamily="34" charset="-120"/>
              </a:rPr>
              <a:t>3개</a:t>
            </a:r>
            <a:endParaRPr lang="ko-KR" sz="2100" dirty="0"/>
          </a:p>
        </p:txBody>
      </p:sp>
      <p:sp>
        <p:nvSpPr>
          <p:cNvPr id="18" name="Text 16"/>
          <p:cNvSpPr/>
          <p:nvPr/>
        </p:nvSpPr>
        <p:spPr>
          <a:xfrm>
            <a:off x="5202936" y="3721608"/>
            <a:ext cx="2962656" cy="475488"/>
          </a:xfrm>
          <a:prstGeom prst="rect">
            <a:avLst/>
          </a:prstGeom>
          <a:noFill/>
          <a:ln/>
        </p:spPr>
        <p:txBody>
          <a:bodyPr wrap="square" lIns="0" tIns="0" rIns="0" bIns="0" rtlCol="0" anchor="t"/>
          <a:lstStyle/>
          <a:p>
            <a:pPr algn="l" indent="0" marL="0">
              <a:lnSpc>
                <a:spcPct val="100000"/>
              </a:lnSpc>
              <a:buNone/>
            </a:pPr>
            <a:r>
              <a:rPr lang="ko-KR" altLang="en-US" sz="2100" b="1" dirty="0">
                <a:solidFill>
                  <a:srgbClr val="17313B"/>
                </a:solidFill>
                <a:latin typeface="Pretendard" pitchFamily="34" charset="0"/>
                <a:ea typeface="Pretendard" pitchFamily="34" charset="-122"/>
                <a:cs typeface="Pretendard" pitchFamily="34" charset="-120"/>
              </a:rPr>
              <a:t>4.08 dB</a:t>
            </a:r>
            <a:endParaRPr lang="ko-KR" sz="2100" dirty="0"/>
          </a:p>
        </p:txBody>
      </p:sp>
      <p:sp>
        <p:nvSpPr>
          <p:cNvPr id="19" name="Text 17"/>
          <p:cNvSpPr/>
          <p:nvPr/>
        </p:nvSpPr>
        <p:spPr>
          <a:xfrm>
            <a:off x="8403336" y="3721608"/>
            <a:ext cx="2980944" cy="475488"/>
          </a:xfrm>
          <a:prstGeom prst="rect">
            <a:avLst/>
          </a:prstGeom>
          <a:noFill/>
          <a:ln/>
        </p:spPr>
        <p:txBody>
          <a:bodyPr wrap="square" lIns="0" tIns="0" rIns="0" bIns="0" rtlCol="0" anchor="t"/>
          <a:lstStyle/>
          <a:p>
            <a:pPr algn="l" indent="0" marL="0">
              <a:lnSpc>
                <a:spcPct val="100000"/>
              </a:lnSpc>
              <a:buNone/>
            </a:pPr>
            <a:r>
              <a:rPr lang="ko-KR" altLang="en-US" sz="2100" b="1" dirty="0">
                <a:solidFill>
                  <a:srgbClr val="17313B"/>
                </a:solidFill>
                <a:latin typeface="Pretendard" pitchFamily="34" charset="0"/>
                <a:ea typeface="Pretendard" pitchFamily="34" charset="-122"/>
                <a:cs typeface="Pretendard" pitchFamily="34" charset="-120"/>
              </a:rPr>
              <a:t>7.13 dB</a:t>
            </a:r>
            <a:endParaRPr lang="ko-KR" sz="2100" dirty="0"/>
          </a:p>
        </p:txBody>
      </p:sp>
      <p:sp>
        <p:nvSpPr>
          <p:cNvPr id="20" name="Shape 18"/>
          <p:cNvSpPr/>
          <p:nvPr/>
        </p:nvSpPr>
        <p:spPr>
          <a:xfrm>
            <a:off x="694944" y="4215384"/>
            <a:ext cx="10808208" cy="640080"/>
          </a:xfrm>
          <a:prstGeom prst="roundRect">
            <a:avLst>
              <a:gd name="adj" fmla="val 14286"/>
            </a:avLst>
          </a:prstGeom>
          <a:solidFill>
            <a:srgbClr val="F1F5F6"/>
          </a:solidFill>
          <a:ln w="12700">
            <a:solidFill>
              <a:srgbClr val="F1F5F6"/>
            </a:solidFill>
            <a:prstDash val="solid"/>
          </a:ln>
        </p:spPr>
      </p:sp>
      <p:sp>
        <p:nvSpPr>
          <p:cNvPr id="21" name="Text 19"/>
          <p:cNvSpPr/>
          <p:nvPr/>
        </p:nvSpPr>
        <p:spPr>
          <a:xfrm>
            <a:off x="813816" y="4361688"/>
            <a:ext cx="2779776" cy="475488"/>
          </a:xfrm>
          <a:prstGeom prst="rect">
            <a:avLst/>
          </a:prstGeom>
          <a:noFill/>
          <a:ln/>
        </p:spPr>
        <p:txBody>
          <a:bodyPr wrap="square" lIns="0" tIns="0" rIns="0" bIns="0" rtlCol="0" anchor="t"/>
          <a:lstStyle/>
          <a:p>
            <a:pPr algn="l" indent="0" marL="0">
              <a:lnSpc>
                <a:spcPct val="100000"/>
              </a:lnSpc>
              <a:buNone/>
            </a:pPr>
            <a:r>
              <a:rPr lang="ko-KR" altLang="en-US" sz="2100" dirty="0">
                <a:solidFill>
                  <a:srgbClr val="17313B"/>
                </a:solidFill>
                <a:latin typeface="Pretendard" pitchFamily="34" charset="0"/>
                <a:ea typeface="Pretendard" pitchFamily="34" charset="-122"/>
                <a:cs typeface="Pretendard" pitchFamily="34" charset="-120"/>
              </a:rPr>
              <a:t>최약 신호 NMSE ↓</a:t>
            </a:r>
            <a:endParaRPr lang="ko-KR" sz="2100" dirty="0"/>
          </a:p>
        </p:txBody>
      </p:sp>
      <p:sp>
        <p:nvSpPr>
          <p:cNvPr id="22" name="Text 20"/>
          <p:cNvSpPr/>
          <p:nvPr/>
        </p:nvSpPr>
        <p:spPr>
          <a:xfrm>
            <a:off x="3831336" y="4361688"/>
            <a:ext cx="1133856" cy="475488"/>
          </a:xfrm>
          <a:prstGeom prst="rect">
            <a:avLst/>
          </a:prstGeom>
          <a:noFill/>
          <a:ln/>
        </p:spPr>
        <p:txBody>
          <a:bodyPr wrap="square" lIns="0" tIns="0" rIns="0" bIns="0" rtlCol="0" anchor="t"/>
          <a:lstStyle/>
          <a:p>
            <a:pPr algn="l" indent="0" marL="0">
              <a:lnSpc>
                <a:spcPct val="100000"/>
              </a:lnSpc>
              <a:buNone/>
            </a:pPr>
            <a:r>
              <a:rPr lang="ko-KR" altLang="en-US" sz="2100" dirty="0">
                <a:solidFill>
                  <a:srgbClr val="17313B"/>
                </a:solidFill>
                <a:latin typeface="Pretendard" pitchFamily="34" charset="0"/>
                <a:ea typeface="Pretendard" pitchFamily="34" charset="-122"/>
                <a:cs typeface="Pretendard" pitchFamily="34" charset="-120"/>
              </a:rPr>
              <a:t>2개</a:t>
            </a:r>
            <a:endParaRPr lang="ko-KR" sz="2100" dirty="0"/>
          </a:p>
        </p:txBody>
      </p:sp>
      <p:sp>
        <p:nvSpPr>
          <p:cNvPr id="23" name="Text 21"/>
          <p:cNvSpPr/>
          <p:nvPr/>
        </p:nvSpPr>
        <p:spPr>
          <a:xfrm>
            <a:off x="5202936" y="4361688"/>
            <a:ext cx="2962656" cy="475488"/>
          </a:xfrm>
          <a:prstGeom prst="rect">
            <a:avLst/>
          </a:prstGeom>
          <a:noFill/>
          <a:ln/>
        </p:spPr>
        <p:txBody>
          <a:bodyPr wrap="square" lIns="0" tIns="0" rIns="0" bIns="0" rtlCol="0" anchor="t"/>
          <a:lstStyle/>
          <a:p>
            <a:pPr algn="l" indent="0" marL="0">
              <a:lnSpc>
                <a:spcPct val="100000"/>
              </a:lnSpc>
              <a:buNone/>
            </a:pPr>
            <a:r>
              <a:rPr lang="ko-KR" altLang="en-US" sz="2100" dirty="0">
                <a:solidFill>
                  <a:srgbClr val="17313B"/>
                </a:solidFill>
                <a:latin typeface="Pretendard" pitchFamily="34" charset="0"/>
                <a:ea typeface="Pretendard" pitchFamily="34" charset="-122"/>
                <a:cs typeface="Pretendard" pitchFamily="34" charset="-120"/>
              </a:rPr>
              <a:t>0.369</a:t>
            </a:r>
            <a:endParaRPr lang="ko-KR" sz="2100" dirty="0"/>
          </a:p>
        </p:txBody>
      </p:sp>
      <p:sp>
        <p:nvSpPr>
          <p:cNvPr id="24" name="Text 22"/>
          <p:cNvSpPr/>
          <p:nvPr/>
        </p:nvSpPr>
        <p:spPr>
          <a:xfrm>
            <a:off x="8403336" y="4361688"/>
            <a:ext cx="2980944" cy="475488"/>
          </a:xfrm>
          <a:prstGeom prst="rect">
            <a:avLst/>
          </a:prstGeom>
          <a:noFill/>
          <a:ln/>
        </p:spPr>
        <p:txBody>
          <a:bodyPr wrap="square" lIns="0" tIns="0" rIns="0" bIns="0" rtlCol="0" anchor="t"/>
          <a:lstStyle/>
          <a:p>
            <a:pPr algn="l" indent="0" marL="0">
              <a:lnSpc>
                <a:spcPct val="100000"/>
              </a:lnSpc>
              <a:buNone/>
            </a:pPr>
            <a:r>
              <a:rPr lang="ko-KR" altLang="en-US" sz="2100" dirty="0">
                <a:solidFill>
                  <a:srgbClr val="17313B"/>
                </a:solidFill>
                <a:latin typeface="Pretendard" pitchFamily="34" charset="0"/>
                <a:ea typeface="Pretendard" pitchFamily="34" charset="-122"/>
                <a:cs typeface="Pretendard" pitchFamily="34" charset="-120"/>
              </a:rPr>
              <a:t>0.228</a:t>
            </a:r>
            <a:endParaRPr lang="ko-KR" sz="2100" dirty="0"/>
          </a:p>
        </p:txBody>
      </p:sp>
      <p:sp>
        <p:nvSpPr>
          <p:cNvPr id="25" name="Shape 23"/>
          <p:cNvSpPr/>
          <p:nvPr/>
        </p:nvSpPr>
        <p:spPr>
          <a:xfrm>
            <a:off x="694944" y="4855464"/>
            <a:ext cx="10808208" cy="640080"/>
          </a:xfrm>
          <a:prstGeom prst="roundRect">
            <a:avLst>
              <a:gd name="adj" fmla="val 14286"/>
            </a:avLst>
          </a:prstGeom>
          <a:solidFill>
            <a:srgbClr val="E7F3F2"/>
          </a:solidFill>
          <a:ln w="12700">
            <a:solidFill>
              <a:srgbClr val="E7F3F2"/>
            </a:solidFill>
            <a:prstDash val="solid"/>
          </a:ln>
        </p:spPr>
      </p:sp>
      <p:sp>
        <p:nvSpPr>
          <p:cNvPr id="26" name="Text 24"/>
          <p:cNvSpPr/>
          <p:nvPr/>
        </p:nvSpPr>
        <p:spPr>
          <a:xfrm>
            <a:off x="813816" y="5001768"/>
            <a:ext cx="2779776" cy="475488"/>
          </a:xfrm>
          <a:prstGeom prst="rect">
            <a:avLst/>
          </a:prstGeom>
          <a:noFill/>
          <a:ln/>
        </p:spPr>
        <p:txBody>
          <a:bodyPr wrap="square" lIns="0" tIns="0" rIns="0" bIns="0" rtlCol="0" anchor="t"/>
          <a:lstStyle/>
          <a:p>
            <a:pPr algn="l" indent="0" marL="0">
              <a:lnSpc>
                <a:spcPct val="100000"/>
              </a:lnSpc>
              <a:buNone/>
            </a:pPr>
            <a:r>
              <a:rPr lang="ko-KR" altLang="en-US" sz="2100" b="1" dirty="0">
                <a:solidFill>
                  <a:srgbClr val="17313B"/>
                </a:solidFill>
                <a:latin typeface="Pretendard" pitchFamily="34" charset="0"/>
                <a:ea typeface="Pretendard" pitchFamily="34" charset="-122"/>
                <a:cs typeface="Pretendard" pitchFamily="34" charset="-120"/>
              </a:rPr>
              <a:t>최약 신호 NMSE ↓</a:t>
            </a:r>
            <a:endParaRPr lang="ko-KR" sz="2100" dirty="0"/>
          </a:p>
        </p:txBody>
      </p:sp>
      <p:sp>
        <p:nvSpPr>
          <p:cNvPr id="27" name="Text 25"/>
          <p:cNvSpPr/>
          <p:nvPr/>
        </p:nvSpPr>
        <p:spPr>
          <a:xfrm>
            <a:off x="3831336" y="5001768"/>
            <a:ext cx="1133856" cy="475488"/>
          </a:xfrm>
          <a:prstGeom prst="rect">
            <a:avLst/>
          </a:prstGeom>
          <a:noFill/>
          <a:ln/>
        </p:spPr>
        <p:txBody>
          <a:bodyPr wrap="square" lIns="0" tIns="0" rIns="0" bIns="0" rtlCol="0" anchor="t"/>
          <a:lstStyle/>
          <a:p>
            <a:pPr algn="l" indent="0" marL="0">
              <a:lnSpc>
                <a:spcPct val="100000"/>
              </a:lnSpc>
              <a:buNone/>
            </a:pPr>
            <a:r>
              <a:rPr lang="ko-KR" altLang="en-US" sz="2100" b="1" dirty="0">
                <a:solidFill>
                  <a:srgbClr val="17313B"/>
                </a:solidFill>
                <a:latin typeface="Pretendard" pitchFamily="34" charset="0"/>
                <a:ea typeface="Pretendard" pitchFamily="34" charset="-122"/>
                <a:cs typeface="Pretendard" pitchFamily="34" charset="-120"/>
              </a:rPr>
              <a:t>3개</a:t>
            </a:r>
            <a:endParaRPr lang="ko-KR" sz="2100" dirty="0"/>
          </a:p>
        </p:txBody>
      </p:sp>
      <p:sp>
        <p:nvSpPr>
          <p:cNvPr id="28" name="Text 26"/>
          <p:cNvSpPr/>
          <p:nvPr/>
        </p:nvSpPr>
        <p:spPr>
          <a:xfrm>
            <a:off x="5202936" y="5001768"/>
            <a:ext cx="2962656" cy="475488"/>
          </a:xfrm>
          <a:prstGeom prst="rect">
            <a:avLst/>
          </a:prstGeom>
          <a:noFill/>
          <a:ln/>
        </p:spPr>
        <p:txBody>
          <a:bodyPr wrap="square" lIns="0" tIns="0" rIns="0" bIns="0" rtlCol="0" anchor="t"/>
          <a:lstStyle/>
          <a:p>
            <a:pPr algn="l" indent="0" marL="0">
              <a:lnSpc>
                <a:spcPct val="100000"/>
              </a:lnSpc>
              <a:buNone/>
            </a:pPr>
            <a:r>
              <a:rPr lang="ko-KR" altLang="en-US" sz="2100" b="1" dirty="0">
                <a:solidFill>
                  <a:srgbClr val="17313B"/>
                </a:solidFill>
                <a:latin typeface="Pretendard" pitchFamily="34" charset="0"/>
                <a:ea typeface="Pretendard" pitchFamily="34" charset="-122"/>
                <a:cs typeface="Pretendard" pitchFamily="34" charset="-120"/>
              </a:rPr>
              <a:t>1.044</a:t>
            </a:r>
            <a:endParaRPr lang="ko-KR" sz="2100" dirty="0"/>
          </a:p>
        </p:txBody>
      </p:sp>
      <p:sp>
        <p:nvSpPr>
          <p:cNvPr id="29" name="Text 27"/>
          <p:cNvSpPr/>
          <p:nvPr/>
        </p:nvSpPr>
        <p:spPr>
          <a:xfrm>
            <a:off x="8403336" y="5001768"/>
            <a:ext cx="2980944" cy="475488"/>
          </a:xfrm>
          <a:prstGeom prst="rect">
            <a:avLst/>
          </a:prstGeom>
          <a:noFill/>
          <a:ln/>
        </p:spPr>
        <p:txBody>
          <a:bodyPr wrap="square" lIns="0" tIns="0" rIns="0" bIns="0" rtlCol="0" anchor="t"/>
          <a:lstStyle/>
          <a:p>
            <a:pPr algn="l" indent="0" marL="0">
              <a:lnSpc>
                <a:spcPct val="100000"/>
              </a:lnSpc>
              <a:buNone/>
            </a:pPr>
            <a:r>
              <a:rPr lang="ko-KR" altLang="en-US" sz="2100" b="1" dirty="0">
                <a:solidFill>
                  <a:srgbClr val="17313B"/>
                </a:solidFill>
                <a:latin typeface="Pretendard" pitchFamily="34" charset="0"/>
                <a:ea typeface="Pretendard" pitchFamily="34" charset="-122"/>
                <a:cs typeface="Pretendard" pitchFamily="34" charset="-120"/>
              </a:rPr>
              <a:t>0.439</a:t>
            </a:r>
            <a:endParaRPr lang="ko-KR" sz="2100" dirty="0"/>
          </a:p>
        </p:txBody>
      </p:sp>
      <p:sp>
        <p:nvSpPr>
          <p:cNvPr id="30" name="Text 28"/>
          <p:cNvSpPr/>
          <p:nvPr/>
        </p:nvSpPr>
        <p:spPr>
          <a:xfrm>
            <a:off x="713232" y="5952744"/>
            <a:ext cx="10808208" cy="411480"/>
          </a:xfrm>
          <a:prstGeom prst="rect">
            <a:avLst/>
          </a:prstGeom>
          <a:noFill/>
          <a:ln/>
        </p:spPr>
        <p:txBody>
          <a:bodyPr wrap="square" lIns="0" tIns="0" rIns="0" bIns="0" rtlCol="0" anchor="t"/>
          <a:lstStyle/>
          <a:p>
            <a:pPr algn="l" indent="0" marL="0">
              <a:lnSpc>
                <a:spcPct val="100000"/>
              </a:lnSpc>
              <a:buNone/>
            </a:pPr>
            <a:r>
              <a:rPr lang="ko-KR" altLang="en-US" sz="1400" dirty="0">
                <a:solidFill>
                  <a:srgbClr val="647986"/>
                </a:solidFill>
                <a:latin typeface="Pretendard" pitchFamily="34" charset="0"/>
                <a:ea typeface="Pretendard" pitchFamily="34" charset="-122"/>
                <a:cs typeface="Pretendard" pitchFamily="34" charset="-120"/>
              </a:rPr>
              <a:t>동일 녹음의 미학습 시간 구간 · 전체 조건 평균 · 크기 오차와 파형 유사도를 함께 확인</a:t>
            </a:r>
            <a:endParaRPr lang="ko-KR" sz="1400" dirty="0"/>
          </a:p>
        </p:txBody>
      </p:sp>
      <p:sp>
        <p:nvSpPr>
          <p:cNvPr id="31" name="Text 29"/>
          <p:cNvSpPr/>
          <p:nvPr/>
        </p:nvSpPr>
        <p:spPr>
          <a:xfrm>
            <a:off x="11000232" y="6409944"/>
            <a:ext cx="566928" cy="274320"/>
          </a:xfrm>
          <a:prstGeom prst="rect">
            <a:avLst/>
          </a:prstGeom>
          <a:noFill/>
          <a:ln/>
        </p:spPr>
        <p:txBody>
          <a:bodyPr wrap="square" lIns="0" tIns="0" rIns="0" bIns="0" rtlCol="0" anchor="t"/>
          <a:lstStyle/>
          <a:p>
            <a:pPr algn="r" indent="0" marL="0">
              <a:lnSpc>
                <a:spcPct val="100000"/>
              </a:lnSpc>
              <a:buNone/>
            </a:pPr>
            <a:r>
              <a:rPr lang="ko-KR" altLang="en-US" sz="1200" dirty="0">
                <a:solidFill>
                  <a:srgbClr val="647986"/>
                </a:solidFill>
                <a:latin typeface="Pretendard" pitchFamily="34" charset="0"/>
                <a:ea typeface="Pretendard" pitchFamily="34" charset="-122"/>
                <a:cs typeface="Pretendard" pitchFamily="34" charset="-120"/>
              </a:rPr>
              <a:t>10</a:t>
            </a:r>
            <a:endParaRPr lang="ko-KR"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292608"/>
            <a:ext cx="10881360" cy="274320"/>
          </a:xfrm>
          <a:prstGeom prst="rect">
            <a:avLst/>
          </a:prstGeom>
          <a:noFill/>
          <a:ln/>
        </p:spPr>
        <p:txBody>
          <a:bodyPr wrap="square" lIns="0" tIns="0" rIns="0" bIns="0" rtlCol="0" anchor="t"/>
          <a:lstStyle/>
          <a:p>
            <a:pPr algn="l" indent="0" marL="0">
              <a:lnSpc>
                <a:spcPct val="100000"/>
              </a:lnSpc>
              <a:buNone/>
            </a:pPr>
            <a:r>
              <a:rPr lang="ko-KR" altLang="en-US" sz="1300" dirty="0">
                <a:solidFill>
                  <a:srgbClr val="007C83"/>
                </a:solidFill>
                <a:latin typeface="Pretendard" pitchFamily="34" charset="0"/>
                <a:ea typeface="Pretendard" pitchFamily="34" charset="-122"/>
                <a:cs typeface="Pretendard" pitchFamily="34" charset="-120"/>
              </a:rPr>
              <a:t>결과 ③ 시간에 따른 복원</a:t>
            </a:r>
            <a:endParaRPr lang="ko-KR" sz="1300" dirty="0"/>
          </a:p>
        </p:txBody>
      </p:sp>
      <p:sp>
        <p:nvSpPr>
          <p:cNvPr id="3" name="Text 1"/>
          <p:cNvSpPr/>
          <p:nvPr/>
        </p:nvSpPr>
        <p:spPr>
          <a:xfrm>
            <a:off x="594360" y="832104"/>
            <a:ext cx="10972800" cy="649224"/>
          </a:xfrm>
          <a:prstGeom prst="rect">
            <a:avLst/>
          </a:prstGeom>
          <a:noFill/>
          <a:ln/>
        </p:spPr>
        <p:txBody>
          <a:bodyPr wrap="square" lIns="0" tIns="0" rIns="0" bIns="0" rtlCol="0" anchor="t"/>
          <a:lstStyle/>
          <a:p>
            <a:pPr algn="l" indent="0" marL="0">
              <a:lnSpc>
                <a:spcPct val="100000"/>
              </a:lnSpc>
              <a:buNone/>
            </a:pPr>
            <a:r>
              <a:rPr lang="ko-KR" altLang="en-US" sz="3100" b="1" dirty="0">
                <a:solidFill>
                  <a:srgbClr val="17313B"/>
                </a:solidFill>
                <a:latin typeface="Pretendard" pitchFamily="34" charset="0"/>
                <a:ea typeface="Pretendard" pitchFamily="34" charset="-122"/>
                <a:cs typeface="Pretendard" pitchFamily="34" charset="-120"/>
              </a:rPr>
              <a:t>같은 신호의 송신 구간을 연속적으로 복원</a:t>
            </a:r>
            <a:endParaRPr lang="ko-KR" sz="3100" dirty="0"/>
          </a:p>
        </p:txBody>
      </p:sp>
      <p:sp>
        <p:nvSpPr>
          <p:cNvPr id="4" name="Text 2"/>
          <p:cNvSpPr/>
          <p:nvPr/>
        </p:nvSpPr>
        <p:spPr>
          <a:xfrm>
            <a:off x="594360" y="1609344"/>
            <a:ext cx="10972800" cy="402336"/>
          </a:xfrm>
          <a:prstGeom prst="rect">
            <a:avLst/>
          </a:prstGeom>
          <a:noFill/>
          <a:ln/>
        </p:spPr>
        <p:txBody>
          <a:bodyPr wrap="square" lIns="0" tIns="0" rIns="0" bIns="0" rtlCol="0" anchor="t"/>
          <a:lstStyle/>
          <a:p>
            <a:pPr algn="l" indent="0" marL="0">
              <a:lnSpc>
                <a:spcPct val="100000"/>
              </a:lnSpc>
              <a:buNone/>
            </a:pPr>
            <a:r>
              <a:rPr lang="ko-KR" altLang="en-US" sz="1800" dirty="0">
                <a:solidFill>
                  <a:srgbClr val="647986"/>
                </a:solidFill>
                <a:latin typeface="Pretendard" pitchFamily="34" charset="0"/>
                <a:ea typeface="Pretendard" pitchFamily="34" charset="-122"/>
                <a:cs typeface="Pretendard" pitchFamily="34" charset="-120"/>
              </a:rPr>
              <a:t>세 신호의 동일 전력 혼합 예시 · 약 20.9 ms 전체 구간</a:t>
            </a:r>
            <a:endParaRPr lang="ko-KR" sz="1800" dirty="0"/>
          </a:p>
        </p:txBody>
      </p:sp>
      <p:pic>
        <p:nvPicPr>
          <p:cNvPr id="5" name="Image 0" descr="/home/pyj/문서/GitHub/Drone_RF_Estimation/experiments/presentation_results_20261013/assets/full_power_B07.png">    </p:cNvPr>
          <p:cNvPicPr>
            <a:picLocks noChangeAspect="1"/>
          </p:cNvPicPr>
          <p:nvPr/>
        </p:nvPicPr>
        <p:blipFill>
          <a:blip r:embed="rId1"/>
          <a:stretch>
            <a:fillRect/>
          </a:stretch>
        </p:blipFill>
        <p:spPr>
          <a:xfrm>
            <a:off x="649224" y="2221992"/>
            <a:ext cx="10908792" cy="3703320"/>
          </a:xfrm>
          <a:prstGeom prst="rect">
            <a:avLst/>
          </a:prstGeom>
        </p:spPr>
      </p:pic>
      <p:sp>
        <p:nvSpPr>
          <p:cNvPr id="6" name="Text 3"/>
          <p:cNvSpPr/>
          <p:nvPr/>
        </p:nvSpPr>
        <p:spPr>
          <a:xfrm>
            <a:off x="713232" y="5952744"/>
            <a:ext cx="10808208" cy="411480"/>
          </a:xfrm>
          <a:prstGeom prst="rect">
            <a:avLst/>
          </a:prstGeom>
          <a:noFill/>
          <a:ln/>
        </p:spPr>
        <p:txBody>
          <a:bodyPr wrap="square" lIns="0" tIns="0" rIns="0" bIns="0" rtlCol="0" anchor="t"/>
          <a:lstStyle/>
          <a:p>
            <a:pPr algn="l" indent="0" marL="0">
              <a:lnSpc>
                <a:spcPct val="100000"/>
              </a:lnSpc>
              <a:buNone/>
            </a:pPr>
            <a:r>
              <a:rPr lang="ko-KR" altLang="en-US" sz="1400" dirty="0">
                <a:solidFill>
                  <a:srgbClr val="647986"/>
                </a:solidFill>
                <a:latin typeface="Pretendard" pitchFamily="34" charset="0"/>
                <a:ea typeface="Pretendard" pitchFamily="34" charset="-122"/>
                <a:cs typeface="Pretendard" pitchFamily="34" charset="-120"/>
              </a:rPr>
              <a:t>검정: 정답 · 회색: 그대로 연결 · 청록: 학습 연결  |  신호별 정답 평균 전력으로 정규화</a:t>
            </a:r>
            <a:endParaRPr lang="ko-KR" sz="1400" dirty="0"/>
          </a:p>
        </p:txBody>
      </p:sp>
      <p:sp>
        <p:nvSpPr>
          <p:cNvPr id="7" name="Text 4"/>
          <p:cNvSpPr/>
          <p:nvPr/>
        </p:nvSpPr>
        <p:spPr>
          <a:xfrm>
            <a:off x="11000232" y="6409944"/>
            <a:ext cx="566928" cy="274320"/>
          </a:xfrm>
          <a:prstGeom prst="rect">
            <a:avLst/>
          </a:prstGeom>
          <a:noFill/>
          <a:ln/>
        </p:spPr>
        <p:txBody>
          <a:bodyPr wrap="square" lIns="0" tIns="0" rIns="0" bIns="0" rtlCol="0" anchor="t"/>
          <a:lstStyle/>
          <a:p>
            <a:pPr algn="r" indent="0" marL="0">
              <a:lnSpc>
                <a:spcPct val="100000"/>
              </a:lnSpc>
              <a:buNone/>
            </a:pPr>
            <a:r>
              <a:rPr lang="ko-KR" altLang="en-US" sz="1200" dirty="0">
                <a:solidFill>
                  <a:srgbClr val="647986"/>
                </a:solidFill>
                <a:latin typeface="Pretendard" pitchFamily="34" charset="0"/>
                <a:ea typeface="Pretendard" pitchFamily="34" charset="-122"/>
                <a:cs typeface="Pretendard" pitchFamily="34" charset="-120"/>
              </a:rPr>
              <a:t>11</a:t>
            </a:r>
            <a:endParaRPr lang="ko-KR"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292608"/>
            <a:ext cx="10881360" cy="274320"/>
          </a:xfrm>
          <a:prstGeom prst="rect">
            <a:avLst/>
          </a:prstGeom>
          <a:noFill/>
          <a:ln/>
        </p:spPr>
        <p:txBody>
          <a:bodyPr wrap="square" lIns="0" tIns="0" rIns="0" bIns="0" rtlCol="0" anchor="t"/>
          <a:lstStyle/>
          <a:p>
            <a:pPr algn="l" indent="0" marL="0">
              <a:lnSpc>
                <a:spcPct val="100000"/>
              </a:lnSpc>
              <a:buNone/>
            </a:pPr>
            <a:r>
              <a:rPr lang="ko-KR" altLang="en-US" sz="1300" dirty="0">
                <a:solidFill>
                  <a:srgbClr val="007C83"/>
                </a:solidFill>
                <a:latin typeface="Pretendard" pitchFamily="34" charset="0"/>
                <a:ea typeface="Pretendard" pitchFamily="34" charset="-122"/>
                <a:cs typeface="Pretendard" pitchFamily="34" charset="-120"/>
              </a:rPr>
              <a:t>결과 ④ 실제 파형</a:t>
            </a:r>
            <a:endParaRPr lang="ko-KR" sz="1300" dirty="0"/>
          </a:p>
        </p:txBody>
      </p:sp>
      <p:sp>
        <p:nvSpPr>
          <p:cNvPr id="3" name="Text 1"/>
          <p:cNvSpPr/>
          <p:nvPr/>
        </p:nvSpPr>
        <p:spPr>
          <a:xfrm>
            <a:off x="594360" y="832104"/>
            <a:ext cx="10972800" cy="649224"/>
          </a:xfrm>
          <a:prstGeom prst="rect">
            <a:avLst/>
          </a:prstGeom>
          <a:noFill/>
          <a:ln/>
        </p:spPr>
        <p:txBody>
          <a:bodyPr wrap="square" lIns="0" tIns="0" rIns="0" bIns="0" rtlCol="0" anchor="t"/>
          <a:lstStyle/>
          <a:p>
            <a:pPr algn="l" indent="0" marL="0">
              <a:lnSpc>
                <a:spcPct val="100000"/>
              </a:lnSpc>
              <a:buNone/>
            </a:pPr>
            <a:r>
              <a:rPr lang="ko-KR" altLang="en-US" sz="3100" b="1" dirty="0">
                <a:solidFill>
                  <a:srgbClr val="17313B"/>
                </a:solidFill>
                <a:latin typeface="Pretendard" pitchFamily="34" charset="0"/>
                <a:ea typeface="Pretendard" pitchFamily="34" charset="-122"/>
                <a:cs typeface="Pretendard" pitchFamily="34" charset="-120"/>
              </a:rPr>
              <a:t>두 신호의 I·Q 복원 예시</a:t>
            </a:r>
            <a:endParaRPr lang="ko-KR" sz="3100" dirty="0"/>
          </a:p>
        </p:txBody>
      </p:sp>
      <p:sp>
        <p:nvSpPr>
          <p:cNvPr id="4" name="Text 2"/>
          <p:cNvSpPr/>
          <p:nvPr/>
        </p:nvSpPr>
        <p:spPr>
          <a:xfrm>
            <a:off x="594360" y="1609344"/>
            <a:ext cx="10972800" cy="402336"/>
          </a:xfrm>
          <a:prstGeom prst="rect">
            <a:avLst/>
          </a:prstGeom>
          <a:noFill/>
          <a:ln/>
        </p:spPr>
        <p:txBody>
          <a:bodyPr wrap="square" lIns="0" tIns="0" rIns="0" bIns="0" rtlCol="0" anchor="t"/>
          <a:lstStyle/>
          <a:p>
            <a:pPr algn="l" indent="0" marL="0">
              <a:lnSpc>
                <a:spcPct val="100000"/>
              </a:lnSpc>
              <a:buNone/>
            </a:pPr>
            <a:r>
              <a:rPr lang="ko-KR" altLang="en-US" sz="1800" dirty="0">
                <a:solidFill>
                  <a:srgbClr val="647986"/>
                </a:solidFill>
                <a:latin typeface="Pretendard" pitchFamily="34" charset="0"/>
                <a:ea typeface="Pretendard" pitchFamily="34" charset="-122"/>
                <a:cs typeface="Pretendard" pitchFamily="34" charset="-120"/>
              </a:rPr>
              <a:t>Avata2 + Mavic3 Pro · Avata2의 전력은 Mavic3 Pro의 1/10</a:t>
            </a:r>
            <a:endParaRPr lang="ko-KR" sz="1800" dirty="0"/>
          </a:p>
        </p:txBody>
      </p:sp>
      <p:sp>
        <p:nvSpPr>
          <p:cNvPr id="5" name="Shape 3"/>
          <p:cNvSpPr/>
          <p:nvPr/>
        </p:nvSpPr>
        <p:spPr>
          <a:xfrm>
            <a:off x="777240" y="2139696"/>
            <a:ext cx="283464" cy="0"/>
          </a:xfrm>
          <a:prstGeom prst="line">
            <a:avLst/>
          </a:prstGeom>
          <a:noFill/>
          <a:ln w="21590">
            <a:solidFill>
              <a:srgbClr val="17313B"/>
            </a:solidFill>
            <a:prstDash val="solid"/>
          </a:ln>
        </p:spPr>
      </p:sp>
      <p:sp>
        <p:nvSpPr>
          <p:cNvPr id="6" name="Text 4"/>
          <p:cNvSpPr/>
          <p:nvPr/>
        </p:nvSpPr>
        <p:spPr>
          <a:xfrm>
            <a:off x="1179576" y="2029968"/>
            <a:ext cx="2907792" cy="292608"/>
          </a:xfrm>
          <a:prstGeom prst="rect">
            <a:avLst/>
          </a:prstGeom>
          <a:noFill/>
          <a:ln/>
        </p:spPr>
        <p:txBody>
          <a:bodyPr wrap="square" lIns="0" tIns="0" rIns="0" bIns="0" rtlCol="0" anchor="t"/>
          <a:lstStyle/>
          <a:p>
            <a:pPr algn="l" indent="0" marL="0">
              <a:lnSpc>
                <a:spcPct val="100000"/>
              </a:lnSpc>
              <a:buNone/>
            </a:pPr>
            <a:r>
              <a:rPr lang="ko-KR" altLang="en-US" sz="1600" b="1" dirty="0">
                <a:solidFill>
                  <a:srgbClr val="17313B"/>
                </a:solidFill>
                <a:latin typeface="Pretendard" pitchFamily="34" charset="0"/>
                <a:ea typeface="Pretendard" pitchFamily="34" charset="-122"/>
                <a:cs typeface="Pretendard" pitchFamily="34" charset="-120"/>
              </a:rPr>
              <a:t>정답: 섞기 전 신호</a:t>
            </a:r>
            <a:endParaRPr lang="ko-KR" sz="1600" dirty="0"/>
          </a:p>
        </p:txBody>
      </p:sp>
      <p:sp>
        <p:nvSpPr>
          <p:cNvPr id="7" name="Shape 5"/>
          <p:cNvSpPr/>
          <p:nvPr/>
        </p:nvSpPr>
        <p:spPr>
          <a:xfrm>
            <a:off x="4370832" y="2139696"/>
            <a:ext cx="283464" cy="0"/>
          </a:xfrm>
          <a:prstGeom prst="line">
            <a:avLst/>
          </a:prstGeom>
          <a:noFill/>
          <a:ln w="21590">
            <a:solidFill>
              <a:srgbClr val="007C83"/>
            </a:solidFill>
            <a:prstDash val="dash"/>
          </a:ln>
        </p:spPr>
      </p:sp>
      <p:sp>
        <p:nvSpPr>
          <p:cNvPr id="8" name="Text 6"/>
          <p:cNvSpPr/>
          <p:nvPr/>
        </p:nvSpPr>
        <p:spPr>
          <a:xfrm>
            <a:off x="4773168" y="2029968"/>
            <a:ext cx="3200400" cy="292608"/>
          </a:xfrm>
          <a:prstGeom prst="rect">
            <a:avLst/>
          </a:prstGeom>
          <a:noFill/>
          <a:ln/>
        </p:spPr>
        <p:txBody>
          <a:bodyPr wrap="square" lIns="0" tIns="0" rIns="0" bIns="0" rtlCol="0" anchor="t"/>
          <a:lstStyle/>
          <a:p>
            <a:pPr algn="l" indent="0" marL="0">
              <a:lnSpc>
                <a:spcPct val="100000"/>
              </a:lnSpc>
              <a:buNone/>
            </a:pPr>
            <a:r>
              <a:rPr lang="ko-KR" altLang="en-US" sz="1600" b="1" dirty="0">
                <a:solidFill>
                  <a:srgbClr val="007C83"/>
                </a:solidFill>
                <a:latin typeface="Pretendard" pitchFamily="34" charset="0"/>
                <a:ea typeface="Pretendard" pitchFamily="34" charset="-122"/>
                <a:cs typeface="Pretendard" pitchFamily="34" charset="-120"/>
              </a:rPr>
              <a:t>복원: 모델이 되찾은 신호</a:t>
            </a:r>
            <a:endParaRPr lang="ko-KR" sz="1600" dirty="0"/>
          </a:p>
        </p:txBody>
      </p:sp>
      <p:sp>
        <p:nvSpPr>
          <p:cNvPr id="9" name="Shape 7"/>
          <p:cNvSpPr/>
          <p:nvPr/>
        </p:nvSpPr>
        <p:spPr>
          <a:xfrm>
            <a:off x="8558784" y="2139696"/>
            <a:ext cx="283464" cy="0"/>
          </a:xfrm>
          <a:prstGeom prst="line">
            <a:avLst/>
          </a:prstGeom>
          <a:noFill/>
          <a:ln w="21590">
            <a:solidFill>
              <a:srgbClr val="BA4A00"/>
            </a:solidFill>
            <a:prstDash val="solid"/>
          </a:ln>
        </p:spPr>
      </p:sp>
      <p:sp>
        <p:nvSpPr>
          <p:cNvPr id="10" name="Text 8"/>
          <p:cNvSpPr/>
          <p:nvPr/>
        </p:nvSpPr>
        <p:spPr>
          <a:xfrm>
            <a:off x="8961120" y="2029968"/>
            <a:ext cx="2286000" cy="292608"/>
          </a:xfrm>
          <a:prstGeom prst="rect">
            <a:avLst/>
          </a:prstGeom>
          <a:noFill/>
          <a:ln/>
        </p:spPr>
        <p:txBody>
          <a:bodyPr wrap="square" lIns="0" tIns="0" rIns="0" bIns="0" rtlCol="0" anchor="t"/>
          <a:lstStyle/>
          <a:p>
            <a:pPr algn="l" indent="0" marL="0">
              <a:lnSpc>
                <a:spcPct val="100000"/>
              </a:lnSpc>
              <a:buNone/>
            </a:pPr>
            <a:r>
              <a:rPr lang="ko-KR" altLang="en-US" sz="1600" b="1" dirty="0">
                <a:solidFill>
                  <a:srgbClr val="BA4A00"/>
                </a:solidFill>
                <a:latin typeface="Pretendard" pitchFamily="34" charset="0"/>
                <a:ea typeface="Pretendard" pitchFamily="34" charset="-122"/>
                <a:cs typeface="Pretendard" pitchFamily="34" charset="-120"/>
              </a:rPr>
              <a:t>오차 = 복원 − 정답</a:t>
            </a:r>
            <a:endParaRPr lang="ko-KR" sz="1600" dirty="0"/>
          </a:p>
        </p:txBody>
      </p:sp>
      <p:sp>
        <p:nvSpPr>
          <p:cNvPr id="11" name="Text 9"/>
          <p:cNvSpPr/>
          <p:nvPr/>
        </p:nvSpPr>
        <p:spPr>
          <a:xfrm>
            <a:off x="905256" y="2468880"/>
            <a:ext cx="5074920" cy="269875"/>
          </a:xfrm>
          <a:prstGeom prst="rect">
            <a:avLst/>
          </a:prstGeom>
          <a:noFill/>
          <a:ln/>
        </p:spPr>
        <p:txBody>
          <a:bodyPr wrap="square" lIns="0" tIns="0" rIns="0" bIns="0" rtlCol="0" anchor="t"/>
          <a:lstStyle/>
          <a:p>
            <a:pPr algn="l" indent="0" marL="0">
              <a:lnSpc>
                <a:spcPct val="100000"/>
              </a:lnSpc>
              <a:buNone/>
            </a:pPr>
            <a:r>
              <a:rPr lang="ko-KR" altLang="en-US" sz="1700" b="1" dirty="0">
                <a:solidFill>
                  <a:srgbClr val="17313B"/>
                </a:solidFill>
                <a:latin typeface="Pretendard" pitchFamily="34" charset="0"/>
                <a:ea typeface="Pretendard" pitchFamily="34" charset="-122"/>
                <a:cs typeface="Pretendard" pitchFamily="34" charset="-120"/>
              </a:rPr>
              <a:t>AVATA2 · 실수부 I</a:t>
            </a:r>
            <a:endParaRPr lang="ko-KR" sz="1700" dirty="0"/>
          </a:p>
        </p:txBody>
      </p:sp>
      <p:sp>
        <p:nvSpPr>
          <p:cNvPr id="12" name="Shape 10"/>
          <p:cNvSpPr/>
          <p:nvPr/>
        </p:nvSpPr>
        <p:spPr>
          <a:xfrm>
            <a:off x="905256" y="2788920"/>
            <a:ext cx="5074920" cy="594360"/>
          </a:xfrm>
          <a:prstGeom prst="rect">
            <a:avLst>
              <a:gd name="adj" fmla="val 15385"/>
            </a:avLst>
          </a:prstGeom>
          <a:solidFill>
            <a:srgbClr val="FFFFFF"/>
          </a:solidFill>
          <a:ln w="12700">
            <a:solidFill>
              <a:srgbClr val="DAE3E7"/>
            </a:solidFill>
            <a:prstDash val="solid"/>
          </a:ln>
        </p:spPr>
      </p:sp>
      <p:sp>
        <p:nvSpPr>
          <p:cNvPr id="13" name="Shape 11"/>
          <p:cNvSpPr/>
          <p:nvPr/>
        </p:nvSpPr>
        <p:spPr>
          <a:xfrm>
            <a:off x="905256" y="3086100"/>
            <a:ext cx="5074920" cy="0"/>
          </a:xfrm>
          <a:prstGeom prst="line">
            <a:avLst/>
          </a:prstGeom>
          <a:noFill/>
          <a:ln w="8255">
            <a:solidFill>
              <a:srgbClr val="DAE3E7"/>
            </a:solidFill>
            <a:prstDash val="solid"/>
          </a:ln>
        </p:spPr>
      </p:sp>
      <p:sp>
        <p:nvSpPr>
          <p:cNvPr id="14" name="wave_0"/>
          <p:cNvSpPr/>
          <p:nvPr/>
        </p:nvSpPr>
        <p:spPr>
          <a:xfrm>
            <a:off x="882396" y="2803361"/>
            <a:ext cx="5120640" cy="542113"/>
          </a:xfrm>
          <a:custGeom>
            <a:avLst/>
            <a:gdLst/>
            <a:ahLst/>
            <a:cxnLst/>
            <a:rect l="l" t="t" r="r" b="b"/>
            <a:pathLst>
              <a:path w="5120640" h="542113" fill="none" stroke="1" extrusionOk="0">
                <a:moveTo>
                  <a:pt x="22860" y="461648"/>
                </a:moveTo>
                <a:lnTo>
                  <a:pt x="32791" y="433904"/>
                </a:lnTo>
                <a:lnTo>
                  <a:pt x="42723" y="405513"/>
                </a:lnTo>
                <a:lnTo>
                  <a:pt x="52654" y="431444"/>
                </a:lnTo>
                <a:lnTo>
                  <a:pt x="62585" y="446400"/>
                </a:lnTo>
                <a:lnTo>
                  <a:pt x="72517" y="405551"/>
                </a:lnTo>
                <a:lnTo>
                  <a:pt x="82448" y="363113"/>
                </a:lnTo>
                <a:lnTo>
                  <a:pt x="92379" y="361152"/>
                </a:lnTo>
                <a:lnTo>
                  <a:pt x="102311" y="370561"/>
                </a:lnTo>
                <a:lnTo>
                  <a:pt x="112242" y="360016"/>
                </a:lnTo>
                <a:lnTo>
                  <a:pt x="122174" y="328798"/>
                </a:lnTo>
                <a:lnTo>
                  <a:pt x="132105" y="284162"/>
                </a:lnTo>
                <a:lnTo>
                  <a:pt x="142036" y="241672"/>
                </a:lnTo>
                <a:lnTo>
                  <a:pt x="151968" y="214195"/>
                </a:lnTo>
                <a:lnTo>
                  <a:pt x="161899" y="189409"/>
                </a:lnTo>
                <a:lnTo>
                  <a:pt x="171830" y="164293"/>
                </a:lnTo>
                <a:lnTo>
                  <a:pt x="181762" y="168656"/>
                </a:lnTo>
                <a:lnTo>
                  <a:pt x="191693" y="202442"/>
                </a:lnTo>
                <a:lnTo>
                  <a:pt x="201624" y="214633"/>
                </a:lnTo>
                <a:lnTo>
                  <a:pt x="211556" y="186547"/>
                </a:lnTo>
                <a:lnTo>
                  <a:pt x="221487" y="151849"/>
                </a:lnTo>
                <a:lnTo>
                  <a:pt x="231418" y="122322"/>
                </a:lnTo>
                <a:lnTo>
                  <a:pt x="241350" y="95764"/>
                </a:lnTo>
                <a:lnTo>
                  <a:pt x="251281" y="112321"/>
                </a:lnTo>
                <a:lnTo>
                  <a:pt x="261212" y="186726"/>
                </a:lnTo>
                <a:lnTo>
                  <a:pt x="271144" y="238849"/>
                </a:lnTo>
                <a:lnTo>
                  <a:pt x="281075" y="205359"/>
                </a:lnTo>
                <a:lnTo>
                  <a:pt x="291006" y="142854"/>
                </a:lnTo>
                <a:lnTo>
                  <a:pt x="300938" y="126045"/>
                </a:lnTo>
                <a:lnTo>
                  <a:pt x="310869" y="140892"/>
                </a:lnTo>
                <a:lnTo>
                  <a:pt x="320801" y="145428"/>
                </a:lnTo>
                <a:lnTo>
                  <a:pt x="330732" y="132432"/>
                </a:lnTo>
                <a:lnTo>
                  <a:pt x="340663" y="101566"/>
                </a:lnTo>
                <a:lnTo>
                  <a:pt x="350595" y="66339"/>
                </a:lnTo>
                <a:lnTo>
                  <a:pt x="360526" y="73389"/>
                </a:lnTo>
                <a:lnTo>
                  <a:pt x="370457" y="131946"/>
                </a:lnTo>
                <a:lnTo>
                  <a:pt x="380389" y="183131"/>
                </a:lnTo>
                <a:lnTo>
                  <a:pt x="390320" y="200915"/>
                </a:lnTo>
                <a:lnTo>
                  <a:pt x="400251" y="228511"/>
                </a:lnTo>
                <a:lnTo>
                  <a:pt x="410183" y="277635"/>
                </a:lnTo>
                <a:lnTo>
                  <a:pt x="420114" y="306571"/>
                </a:lnTo>
                <a:lnTo>
                  <a:pt x="430045" y="308424"/>
                </a:lnTo>
                <a:lnTo>
                  <a:pt x="439977" y="311347"/>
                </a:lnTo>
                <a:lnTo>
                  <a:pt x="449908" y="317409"/>
                </a:lnTo>
                <a:lnTo>
                  <a:pt x="459839" y="328351"/>
                </a:lnTo>
                <a:lnTo>
                  <a:pt x="469771" y="362762"/>
                </a:lnTo>
                <a:lnTo>
                  <a:pt x="479702" y="392082"/>
                </a:lnTo>
                <a:lnTo>
                  <a:pt x="489633" y="367509"/>
                </a:lnTo>
                <a:lnTo>
                  <a:pt x="499565" y="327527"/>
                </a:lnTo>
                <a:lnTo>
                  <a:pt x="509496" y="342514"/>
                </a:lnTo>
                <a:lnTo>
                  <a:pt x="519428" y="377801"/>
                </a:lnTo>
                <a:lnTo>
                  <a:pt x="529359" y="361153"/>
                </a:lnTo>
                <a:lnTo>
                  <a:pt x="539290" y="319261"/>
                </a:lnTo>
                <a:lnTo>
                  <a:pt x="549222" y="303955"/>
                </a:lnTo>
                <a:lnTo>
                  <a:pt x="559153" y="289763"/>
                </a:lnTo>
                <a:lnTo>
                  <a:pt x="569084" y="263277"/>
                </a:lnTo>
                <a:lnTo>
                  <a:pt x="579016" y="271376"/>
                </a:lnTo>
                <a:lnTo>
                  <a:pt x="588947" y="301951"/>
                </a:lnTo>
                <a:lnTo>
                  <a:pt x="598878" y="288718"/>
                </a:lnTo>
                <a:lnTo>
                  <a:pt x="608810" y="263464"/>
                </a:lnTo>
                <a:lnTo>
                  <a:pt x="618741" y="309432"/>
                </a:lnTo>
                <a:lnTo>
                  <a:pt x="628672" y="382104"/>
                </a:lnTo>
                <a:lnTo>
                  <a:pt x="638604" y="376324"/>
                </a:lnTo>
                <a:lnTo>
                  <a:pt x="648535" y="312196"/>
                </a:lnTo>
                <a:lnTo>
                  <a:pt x="658466" y="273508"/>
                </a:lnTo>
                <a:lnTo>
                  <a:pt x="668398" y="262376"/>
                </a:lnTo>
                <a:lnTo>
                  <a:pt x="678329" y="261248"/>
                </a:lnTo>
                <a:lnTo>
                  <a:pt x="688260" y="300000"/>
                </a:lnTo>
                <a:lnTo>
                  <a:pt x="698192" y="355396"/>
                </a:lnTo>
                <a:lnTo>
                  <a:pt x="708123" y="346229"/>
                </a:lnTo>
                <a:lnTo>
                  <a:pt x="718055" y="285253"/>
                </a:lnTo>
                <a:lnTo>
                  <a:pt x="727986" y="263943"/>
                </a:lnTo>
                <a:lnTo>
                  <a:pt x="737917" y="284117"/>
                </a:lnTo>
                <a:lnTo>
                  <a:pt x="747849" y="279444"/>
                </a:lnTo>
                <a:lnTo>
                  <a:pt x="757780" y="260720"/>
                </a:lnTo>
                <a:lnTo>
                  <a:pt x="767711" y="274921"/>
                </a:lnTo>
                <a:lnTo>
                  <a:pt x="777643" y="294674"/>
                </a:lnTo>
                <a:lnTo>
                  <a:pt x="787574" y="284973"/>
                </a:lnTo>
                <a:lnTo>
                  <a:pt x="797505" y="282642"/>
                </a:lnTo>
                <a:lnTo>
                  <a:pt x="807437" y="312287"/>
                </a:lnTo>
                <a:lnTo>
                  <a:pt x="817368" y="333855"/>
                </a:lnTo>
                <a:lnTo>
                  <a:pt x="827299" y="330186"/>
                </a:lnTo>
                <a:lnTo>
                  <a:pt x="837231" y="337162"/>
                </a:lnTo>
                <a:lnTo>
                  <a:pt x="847162" y="369464"/>
                </a:lnTo>
                <a:lnTo>
                  <a:pt x="857093" y="408116"/>
                </a:lnTo>
                <a:lnTo>
                  <a:pt x="867025" y="440203"/>
                </a:lnTo>
                <a:lnTo>
                  <a:pt x="876956" y="447553"/>
                </a:lnTo>
                <a:lnTo>
                  <a:pt x="886887" y="412714"/>
                </a:lnTo>
                <a:lnTo>
                  <a:pt x="896819" y="367857"/>
                </a:lnTo>
                <a:lnTo>
                  <a:pt x="906750" y="357271"/>
                </a:lnTo>
                <a:lnTo>
                  <a:pt x="916682" y="354821"/>
                </a:lnTo>
                <a:lnTo>
                  <a:pt x="926613" y="311686"/>
                </a:lnTo>
                <a:lnTo>
                  <a:pt x="936544" y="248913"/>
                </a:lnTo>
                <a:lnTo>
                  <a:pt x="946476" y="209964"/>
                </a:lnTo>
                <a:lnTo>
                  <a:pt x="956407" y="187241"/>
                </a:lnTo>
                <a:lnTo>
                  <a:pt x="966338" y="173005"/>
                </a:lnTo>
                <a:lnTo>
                  <a:pt x="976270" y="190195"/>
                </a:lnTo>
                <a:lnTo>
                  <a:pt x="986201" y="217187"/>
                </a:lnTo>
                <a:lnTo>
                  <a:pt x="996132" y="195314"/>
                </a:lnTo>
                <a:lnTo>
                  <a:pt x="1006064" y="141873"/>
                </a:lnTo>
                <a:lnTo>
                  <a:pt x="1015995" y="132944"/>
                </a:lnTo>
                <a:lnTo>
                  <a:pt x="1025926" y="171039"/>
                </a:lnTo>
                <a:lnTo>
                  <a:pt x="1035858" y="194359"/>
                </a:lnTo>
                <a:lnTo>
                  <a:pt x="1045789" y="196285"/>
                </a:lnTo>
                <a:lnTo>
                  <a:pt x="1055720" y="217274"/>
                </a:lnTo>
                <a:lnTo>
                  <a:pt x="1065652" y="253590"/>
                </a:lnTo>
                <a:lnTo>
                  <a:pt x="1075583" y="273254"/>
                </a:lnTo>
                <a:lnTo>
                  <a:pt x="1085514" y="280041"/>
                </a:lnTo>
                <a:lnTo>
                  <a:pt x="1095446" y="294541"/>
                </a:lnTo>
                <a:lnTo>
                  <a:pt x="1105377" y="319941"/>
                </a:lnTo>
                <a:lnTo>
                  <a:pt x="1115309" y="357617"/>
                </a:lnTo>
                <a:lnTo>
                  <a:pt x="1125240" y="403875"/>
                </a:lnTo>
                <a:lnTo>
                  <a:pt x="1135171" y="430386"/>
                </a:lnTo>
                <a:lnTo>
                  <a:pt x="1145103" y="416564"/>
                </a:lnTo>
                <a:lnTo>
                  <a:pt x="1155034" y="379114"/>
                </a:lnTo>
                <a:lnTo>
                  <a:pt x="1164965" y="339356"/>
                </a:lnTo>
                <a:lnTo>
                  <a:pt x="1174897" y="307668"/>
                </a:lnTo>
                <a:lnTo>
                  <a:pt x="1184828" y="305927"/>
                </a:lnTo>
                <a:lnTo>
                  <a:pt x="1194759" y="335694"/>
                </a:lnTo>
                <a:lnTo>
                  <a:pt x="1204691" y="342286"/>
                </a:lnTo>
                <a:lnTo>
                  <a:pt x="1214622" y="294735"/>
                </a:lnTo>
                <a:lnTo>
                  <a:pt x="1224553" y="256494"/>
                </a:lnTo>
                <a:lnTo>
                  <a:pt x="1234485" y="283419"/>
                </a:lnTo>
                <a:lnTo>
                  <a:pt x="1244416" y="323943"/>
                </a:lnTo>
                <a:lnTo>
                  <a:pt x="1254347" y="320744"/>
                </a:lnTo>
                <a:lnTo>
                  <a:pt x="1264279" y="318499"/>
                </a:lnTo>
                <a:lnTo>
                  <a:pt x="1274210" y="368778"/>
                </a:lnTo>
                <a:lnTo>
                  <a:pt x="1284141" y="430793"/>
                </a:lnTo>
                <a:lnTo>
                  <a:pt x="1294073" y="457851"/>
                </a:lnTo>
                <a:lnTo>
                  <a:pt x="1304004" y="475391"/>
                </a:lnTo>
                <a:lnTo>
                  <a:pt x="1313936" y="503544"/>
                </a:lnTo>
                <a:lnTo>
                  <a:pt x="1323867" y="511619"/>
                </a:lnTo>
                <a:lnTo>
                  <a:pt x="1333798" y="492652"/>
                </a:lnTo>
                <a:lnTo>
                  <a:pt x="1343730" y="477208"/>
                </a:lnTo>
                <a:lnTo>
                  <a:pt x="1353661" y="463489"/>
                </a:lnTo>
                <a:lnTo>
                  <a:pt x="1363592" y="434039"/>
                </a:lnTo>
                <a:lnTo>
                  <a:pt x="1373524" y="414112"/>
                </a:lnTo>
                <a:lnTo>
                  <a:pt x="1383455" y="417967"/>
                </a:lnTo>
                <a:lnTo>
                  <a:pt x="1393386" y="397775"/>
                </a:lnTo>
                <a:lnTo>
                  <a:pt x="1403318" y="331109"/>
                </a:lnTo>
                <a:lnTo>
                  <a:pt x="1413249" y="271266"/>
                </a:lnTo>
                <a:lnTo>
                  <a:pt x="1423180" y="245394"/>
                </a:lnTo>
                <a:lnTo>
                  <a:pt x="1433112" y="216364"/>
                </a:lnTo>
                <a:lnTo>
                  <a:pt x="1443043" y="184207"/>
                </a:lnTo>
                <a:lnTo>
                  <a:pt x="1452974" y="188242"/>
                </a:lnTo>
                <a:lnTo>
                  <a:pt x="1462906" y="200668"/>
                </a:lnTo>
                <a:lnTo>
                  <a:pt x="1472837" y="170466"/>
                </a:lnTo>
                <a:lnTo>
                  <a:pt x="1482768" y="141634"/>
                </a:lnTo>
                <a:lnTo>
                  <a:pt x="1492700" y="165218"/>
                </a:lnTo>
                <a:lnTo>
                  <a:pt x="1502631" y="173043"/>
                </a:lnTo>
                <a:lnTo>
                  <a:pt x="1512563" y="113769"/>
                </a:lnTo>
                <a:lnTo>
                  <a:pt x="1522494" y="91070"/>
                </a:lnTo>
                <a:lnTo>
                  <a:pt x="1532425" y="182286"/>
                </a:lnTo>
                <a:lnTo>
                  <a:pt x="1542357" y="275396"/>
                </a:lnTo>
                <a:lnTo>
                  <a:pt x="1552288" y="264026"/>
                </a:lnTo>
                <a:lnTo>
                  <a:pt x="1562219" y="221315"/>
                </a:lnTo>
                <a:lnTo>
                  <a:pt x="1572151" y="224531"/>
                </a:lnTo>
                <a:lnTo>
                  <a:pt x="1582082" y="219111"/>
                </a:lnTo>
                <a:lnTo>
                  <a:pt x="1592013" y="185500"/>
                </a:lnTo>
                <a:lnTo>
                  <a:pt x="1601945" y="207445"/>
                </a:lnTo>
                <a:lnTo>
                  <a:pt x="1611876" y="277224"/>
                </a:lnTo>
                <a:lnTo>
                  <a:pt x="1621807" y="275354"/>
                </a:lnTo>
                <a:lnTo>
                  <a:pt x="1631739" y="201350"/>
                </a:lnTo>
                <a:lnTo>
                  <a:pt x="1641670" y="180925"/>
                </a:lnTo>
                <a:lnTo>
                  <a:pt x="1651601" y="227493"/>
                </a:lnTo>
                <a:lnTo>
                  <a:pt x="1661533" y="234160"/>
                </a:lnTo>
                <a:lnTo>
                  <a:pt x="1671464" y="184754"/>
                </a:lnTo>
                <a:lnTo>
                  <a:pt x="1681395" y="155291"/>
                </a:lnTo>
                <a:lnTo>
                  <a:pt x="1691327" y="152462"/>
                </a:lnTo>
                <a:lnTo>
                  <a:pt x="1701258" y="135201"/>
                </a:lnTo>
                <a:lnTo>
                  <a:pt x="1711190" y="127491"/>
                </a:lnTo>
                <a:lnTo>
                  <a:pt x="1721121" y="168035"/>
                </a:lnTo>
                <a:lnTo>
                  <a:pt x="1731052" y="230259"/>
                </a:lnTo>
                <a:lnTo>
                  <a:pt x="1740984" y="279415"/>
                </a:lnTo>
                <a:lnTo>
                  <a:pt x="1750915" y="314180"/>
                </a:lnTo>
                <a:lnTo>
                  <a:pt x="1760846" y="317877"/>
                </a:lnTo>
                <a:lnTo>
                  <a:pt x="1770778" y="274965"/>
                </a:lnTo>
                <a:lnTo>
                  <a:pt x="1780709" y="233482"/>
                </a:lnTo>
                <a:lnTo>
                  <a:pt x="1790640" y="251004"/>
                </a:lnTo>
                <a:lnTo>
                  <a:pt x="1800572" y="306886"/>
                </a:lnTo>
                <a:lnTo>
                  <a:pt x="1810503" y="342467"/>
                </a:lnTo>
                <a:lnTo>
                  <a:pt x="1820434" y="335935"/>
                </a:lnTo>
                <a:lnTo>
                  <a:pt x="1830366" y="295458"/>
                </a:lnTo>
                <a:lnTo>
                  <a:pt x="1840297" y="247461"/>
                </a:lnTo>
                <a:lnTo>
                  <a:pt x="1850228" y="239439"/>
                </a:lnTo>
                <a:lnTo>
                  <a:pt x="1860160" y="279472"/>
                </a:lnTo>
                <a:lnTo>
                  <a:pt x="1870091" y="301327"/>
                </a:lnTo>
                <a:lnTo>
                  <a:pt x="1880023" y="263557"/>
                </a:lnTo>
                <a:lnTo>
                  <a:pt x="1889954" y="223577"/>
                </a:lnTo>
                <a:lnTo>
                  <a:pt x="1899885" y="243246"/>
                </a:lnTo>
                <a:lnTo>
                  <a:pt x="1909817" y="295365"/>
                </a:lnTo>
                <a:lnTo>
                  <a:pt x="1919748" y="321865"/>
                </a:lnTo>
                <a:lnTo>
                  <a:pt x="1929679" y="313793"/>
                </a:lnTo>
                <a:lnTo>
                  <a:pt x="1939611" y="299423"/>
                </a:lnTo>
                <a:lnTo>
                  <a:pt x="1949542" y="306233"/>
                </a:lnTo>
                <a:lnTo>
                  <a:pt x="1959473" y="335877"/>
                </a:lnTo>
                <a:lnTo>
                  <a:pt x="1969405" y="351832"/>
                </a:lnTo>
                <a:lnTo>
                  <a:pt x="1979336" y="329072"/>
                </a:lnTo>
                <a:lnTo>
                  <a:pt x="1989267" y="309052"/>
                </a:lnTo>
                <a:lnTo>
                  <a:pt x="1999199" y="332643"/>
                </a:lnTo>
                <a:lnTo>
                  <a:pt x="2009130" y="358221"/>
                </a:lnTo>
                <a:lnTo>
                  <a:pt x="2019061" y="343130"/>
                </a:lnTo>
                <a:lnTo>
                  <a:pt x="2028993" y="331051"/>
                </a:lnTo>
                <a:lnTo>
                  <a:pt x="2038924" y="350547"/>
                </a:lnTo>
                <a:lnTo>
                  <a:pt x="2048855" y="340916"/>
                </a:lnTo>
                <a:lnTo>
                  <a:pt x="2058787" y="288278"/>
                </a:lnTo>
                <a:lnTo>
                  <a:pt x="2068718" y="284826"/>
                </a:lnTo>
                <a:lnTo>
                  <a:pt x="2078650" y="349788"/>
                </a:lnTo>
                <a:lnTo>
                  <a:pt x="2088581" y="369587"/>
                </a:lnTo>
                <a:lnTo>
                  <a:pt x="2098512" y="302733"/>
                </a:lnTo>
                <a:lnTo>
                  <a:pt x="2108444" y="249080"/>
                </a:lnTo>
                <a:lnTo>
                  <a:pt x="2118375" y="256348"/>
                </a:lnTo>
                <a:lnTo>
                  <a:pt x="2128306" y="264807"/>
                </a:lnTo>
                <a:lnTo>
                  <a:pt x="2138238" y="271074"/>
                </a:lnTo>
                <a:lnTo>
                  <a:pt x="2148169" y="329724"/>
                </a:lnTo>
                <a:lnTo>
                  <a:pt x="2158100" y="389814"/>
                </a:lnTo>
                <a:lnTo>
                  <a:pt x="2168032" y="349251"/>
                </a:lnTo>
                <a:lnTo>
                  <a:pt x="2177963" y="260453"/>
                </a:lnTo>
                <a:lnTo>
                  <a:pt x="2187894" y="270512"/>
                </a:lnTo>
                <a:lnTo>
                  <a:pt x="2197826" y="371399"/>
                </a:lnTo>
                <a:lnTo>
                  <a:pt x="2207757" y="407070"/>
                </a:lnTo>
                <a:lnTo>
                  <a:pt x="2217688" y="326888"/>
                </a:lnTo>
                <a:lnTo>
                  <a:pt x="2227620" y="256557"/>
                </a:lnTo>
                <a:lnTo>
                  <a:pt x="2237551" y="289982"/>
                </a:lnTo>
                <a:lnTo>
                  <a:pt x="2247482" y="350958"/>
                </a:lnTo>
                <a:lnTo>
                  <a:pt x="2257414" y="325497"/>
                </a:lnTo>
                <a:lnTo>
                  <a:pt x="2267345" y="237940"/>
                </a:lnTo>
                <a:lnTo>
                  <a:pt x="2277277" y="199281"/>
                </a:lnTo>
                <a:lnTo>
                  <a:pt x="2287208" y="225082"/>
                </a:lnTo>
                <a:lnTo>
                  <a:pt x="2297139" y="222942"/>
                </a:lnTo>
                <a:lnTo>
                  <a:pt x="2307071" y="158613"/>
                </a:lnTo>
                <a:lnTo>
                  <a:pt x="2317002" y="107992"/>
                </a:lnTo>
                <a:lnTo>
                  <a:pt x="2326933" y="119408"/>
                </a:lnTo>
                <a:lnTo>
                  <a:pt x="2336865" y="147439"/>
                </a:lnTo>
                <a:lnTo>
                  <a:pt x="2346796" y="154137"/>
                </a:lnTo>
                <a:lnTo>
                  <a:pt x="2356727" y="160054"/>
                </a:lnTo>
                <a:lnTo>
                  <a:pt x="2366659" y="172891"/>
                </a:lnTo>
                <a:lnTo>
                  <a:pt x="2376590" y="172038"/>
                </a:lnTo>
                <a:lnTo>
                  <a:pt x="2386521" y="170029"/>
                </a:lnTo>
                <a:lnTo>
                  <a:pt x="2396453" y="197122"/>
                </a:lnTo>
                <a:lnTo>
                  <a:pt x="2406384" y="237564"/>
                </a:lnTo>
                <a:lnTo>
                  <a:pt x="2416315" y="253872"/>
                </a:lnTo>
                <a:lnTo>
                  <a:pt x="2426247" y="245419"/>
                </a:lnTo>
                <a:lnTo>
                  <a:pt x="2436178" y="237336"/>
                </a:lnTo>
                <a:lnTo>
                  <a:pt x="2446109" y="252187"/>
                </a:lnTo>
                <a:lnTo>
                  <a:pt x="2456041" y="302573"/>
                </a:lnTo>
                <a:lnTo>
                  <a:pt x="2465972" y="360395"/>
                </a:lnTo>
                <a:lnTo>
                  <a:pt x="2475904" y="361130"/>
                </a:lnTo>
                <a:lnTo>
                  <a:pt x="2485835" y="297748"/>
                </a:lnTo>
                <a:lnTo>
                  <a:pt x="2495766" y="250310"/>
                </a:lnTo>
                <a:lnTo>
                  <a:pt x="2505698" y="264567"/>
                </a:lnTo>
                <a:lnTo>
                  <a:pt x="2515629" y="289744"/>
                </a:lnTo>
                <a:lnTo>
                  <a:pt x="2525560" y="286738"/>
                </a:lnTo>
                <a:lnTo>
                  <a:pt x="2535492" y="287604"/>
                </a:lnTo>
                <a:lnTo>
                  <a:pt x="2545423" y="307810"/>
                </a:lnTo>
                <a:lnTo>
                  <a:pt x="2555354" y="316423"/>
                </a:lnTo>
                <a:lnTo>
                  <a:pt x="2565286" y="314741"/>
                </a:lnTo>
                <a:lnTo>
                  <a:pt x="2575217" y="333879"/>
                </a:lnTo>
                <a:lnTo>
                  <a:pt x="2585148" y="360819"/>
                </a:lnTo>
                <a:lnTo>
                  <a:pt x="2595080" y="366123"/>
                </a:lnTo>
                <a:lnTo>
                  <a:pt x="2605011" y="368813"/>
                </a:lnTo>
                <a:lnTo>
                  <a:pt x="2614942" y="389117"/>
                </a:lnTo>
                <a:lnTo>
                  <a:pt x="2624874" y="398111"/>
                </a:lnTo>
                <a:lnTo>
                  <a:pt x="2634805" y="381527"/>
                </a:lnTo>
                <a:lnTo>
                  <a:pt x="2644736" y="376807"/>
                </a:lnTo>
                <a:lnTo>
                  <a:pt x="2654668" y="400662"/>
                </a:lnTo>
                <a:lnTo>
                  <a:pt x="2664599" y="420131"/>
                </a:lnTo>
                <a:lnTo>
                  <a:pt x="2674531" y="414591"/>
                </a:lnTo>
                <a:lnTo>
                  <a:pt x="2684462" y="390356"/>
                </a:lnTo>
                <a:lnTo>
                  <a:pt x="2694393" y="345616"/>
                </a:lnTo>
                <a:lnTo>
                  <a:pt x="2704325" y="291713"/>
                </a:lnTo>
                <a:lnTo>
                  <a:pt x="2714256" y="272758"/>
                </a:lnTo>
                <a:lnTo>
                  <a:pt x="2724187" y="302839"/>
                </a:lnTo>
                <a:lnTo>
                  <a:pt x="2734119" y="334369"/>
                </a:lnTo>
                <a:lnTo>
                  <a:pt x="2744050" y="331177"/>
                </a:lnTo>
                <a:lnTo>
                  <a:pt x="2753981" y="311539"/>
                </a:lnTo>
                <a:lnTo>
                  <a:pt x="2763913" y="296578"/>
                </a:lnTo>
                <a:lnTo>
                  <a:pt x="2773844" y="283748"/>
                </a:lnTo>
                <a:lnTo>
                  <a:pt x="2783775" y="278843"/>
                </a:lnTo>
                <a:lnTo>
                  <a:pt x="2793707" y="292509"/>
                </a:lnTo>
                <a:lnTo>
                  <a:pt x="2803638" y="312602"/>
                </a:lnTo>
                <a:lnTo>
                  <a:pt x="2813569" y="326451"/>
                </a:lnTo>
                <a:lnTo>
                  <a:pt x="2823501" y="343365"/>
                </a:lnTo>
                <a:lnTo>
                  <a:pt x="2833432" y="361342"/>
                </a:lnTo>
                <a:lnTo>
                  <a:pt x="2843363" y="356422"/>
                </a:lnTo>
                <a:lnTo>
                  <a:pt x="2853295" y="334237"/>
                </a:lnTo>
                <a:lnTo>
                  <a:pt x="2863226" y="340571"/>
                </a:lnTo>
                <a:lnTo>
                  <a:pt x="2873158" y="391320"/>
                </a:lnTo>
                <a:lnTo>
                  <a:pt x="2883089" y="437137"/>
                </a:lnTo>
                <a:lnTo>
                  <a:pt x="2893020" y="427525"/>
                </a:lnTo>
                <a:lnTo>
                  <a:pt x="2902952" y="379519"/>
                </a:lnTo>
                <a:lnTo>
                  <a:pt x="2912883" y="351835"/>
                </a:lnTo>
                <a:lnTo>
                  <a:pt x="2922814" y="362807"/>
                </a:lnTo>
                <a:lnTo>
                  <a:pt x="2932746" y="368805"/>
                </a:lnTo>
                <a:lnTo>
                  <a:pt x="2942677" y="335253"/>
                </a:lnTo>
                <a:lnTo>
                  <a:pt x="2952608" y="291358"/>
                </a:lnTo>
                <a:lnTo>
                  <a:pt x="2962540" y="279355"/>
                </a:lnTo>
                <a:lnTo>
                  <a:pt x="2972471" y="283713"/>
                </a:lnTo>
                <a:lnTo>
                  <a:pt x="2982402" y="260242"/>
                </a:lnTo>
                <a:lnTo>
                  <a:pt x="2992334" y="208172"/>
                </a:lnTo>
                <a:lnTo>
                  <a:pt x="3002265" y="164286"/>
                </a:lnTo>
                <a:lnTo>
                  <a:pt x="3012196" y="148445"/>
                </a:lnTo>
                <a:lnTo>
                  <a:pt x="3022128" y="150470"/>
                </a:lnTo>
                <a:lnTo>
                  <a:pt x="3032059" y="147739"/>
                </a:lnTo>
                <a:lnTo>
                  <a:pt x="3041990" y="122465"/>
                </a:lnTo>
                <a:lnTo>
                  <a:pt x="3051922" y="88910"/>
                </a:lnTo>
                <a:lnTo>
                  <a:pt x="3061853" y="88518"/>
                </a:lnTo>
                <a:lnTo>
                  <a:pt x="3071785" y="122685"/>
                </a:lnTo>
                <a:lnTo>
                  <a:pt x="3081716" y="134629"/>
                </a:lnTo>
                <a:lnTo>
                  <a:pt x="3091647" y="105005"/>
                </a:lnTo>
                <a:lnTo>
                  <a:pt x="3101579" y="97815"/>
                </a:lnTo>
                <a:lnTo>
                  <a:pt x="3111510" y="152040"/>
                </a:lnTo>
                <a:lnTo>
                  <a:pt x="3121441" y="206804"/>
                </a:lnTo>
                <a:lnTo>
                  <a:pt x="3131373" y="201219"/>
                </a:lnTo>
                <a:lnTo>
                  <a:pt x="3141304" y="172045"/>
                </a:lnTo>
                <a:lnTo>
                  <a:pt x="3151235" y="187306"/>
                </a:lnTo>
                <a:lnTo>
                  <a:pt x="3161167" y="244994"/>
                </a:lnTo>
                <a:lnTo>
                  <a:pt x="3171098" y="288732"/>
                </a:lnTo>
                <a:lnTo>
                  <a:pt x="3181029" y="283419"/>
                </a:lnTo>
                <a:lnTo>
                  <a:pt x="3190961" y="248819"/>
                </a:lnTo>
                <a:lnTo>
                  <a:pt x="3200892" y="236431"/>
                </a:lnTo>
                <a:lnTo>
                  <a:pt x="3210823" y="271331"/>
                </a:lnTo>
                <a:lnTo>
                  <a:pt x="3220755" y="319987"/>
                </a:lnTo>
                <a:lnTo>
                  <a:pt x="3230686" y="344102"/>
                </a:lnTo>
                <a:lnTo>
                  <a:pt x="3240617" y="361432"/>
                </a:lnTo>
                <a:lnTo>
                  <a:pt x="3250549" y="397910"/>
                </a:lnTo>
                <a:lnTo>
                  <a:pt x="3260480" y="419070"/>
                </a:lnTo>
                <a:lnTo>
                  <a:pt x="3270412" y="385894"/>
                </a:lnTo>
                <a:lnTo>
                  <a:pt x="3280343" y="336429"/>
                </a:lnTo>
                <a:lnTo>
                  <a:pt x="3290274" y="330076"/>
                </a:lnTo>
                <a:lnTo>
                  <a:pt x="3300206" y="353385"/>
                </a:lnTo>
                <a:lnTo>
                  <a:pt x="3310137" y="355974"/>
                </a:lnTo>
                <a:lnTo>
                  <a:pt x="3320068" y="336582"/>
                </a:lnTo>
                <a:lnTo>
                  <a:pt x="3330000" y="328018"/>
                </a:lnTo>
                <a:lnTo>
                  <a:pt x="3339931" y="332345"/>
                </a:lnTo>
                <a:lnTo>
                  <a:pt x="3349862" y="320966"/>
                </a:lnTo>
                <a:lnTo>
                  <a:pt x="3359794" y="279090"/>
                </a:lnTo>
                <a:lnTo>
                  <a:pt x="3369725" y="225165"/>
                </a:lnTo>
                <a:lnTo>
                  <a:pt x="3379656" y="191750"/>
                </a:lnTo>
                <a:lnTo>
                  <a:pt x="3389588" y="185947"/>
                </a:lnTo>
                <a:lnTo>
                  <a:pt x="3399519" y="175071"/>
                </a:lnTo>
                <a:lnTo>
                  <a:pt x="3409450" y="133693"/>
                </a:lnTo>
                <a:lnTo>
                  <a:pt x="3419382" y="86614"/>
                </a:lnTo>
                <a:lnTo>
                  <a:pt x="3429313" y="66403"/>
                </a:lnTo>
                <a:lnTo>
                  <a:pt x="3439245" y="57128"/>
                </a:lnTo>
                <a:lnTo>
                  <a:pt x="3449176" y="33337"/>
                </a:lnTo>
                <a:lnTo>
                  <a:pt x="3459107" y="22860"/>
                </a:lnTo>
                <a:lnTo>
                  <a:pt x="3469039" y="66988"/>
                </a:lnTo>
                <a:lnTo>
                  <a:pt x="3478970" y="140468"/>
                </a:lnTo>
                <a:lnTo>
                  <a:pt x="3488901" y="175431"/>
                </a:lnTo>
                <a:lnTo>
                  <a:pt x="3498833" y="161498"/>
                </a:lnTo>
                <a:lnTo>
                  <a:pt x="3508764" y="166237"/>
                </a:lnTo>
                <a:lnTo>
                  <a:pt x="3518695" y="235174"/>
                </a:lnTo>
                <a:lnTo>
                  <a:pt x="3528627" y="315786"/>
                </a:lnTo>
                <a:lnTo>
                  <a:pt x="3538558" y="334505"/>
                </a:lnTo>
                <a:lnTo>
                  <a:pt x="3548489" y="321392"/>
                </a:lnTo>
                <a:lnTo>
                  <a:pt x="3558421" y="367957"/>
                </a:lnTo>
                <a:lnTo>
                  <a:pt x="3568352" y="467612"/>
                </a:lnTo>
                <a:lnTo>
                  <a:pt x="3578283" y="519253"/>
                </a:lnTo>
                <a:lnTo>
                  <a:pt x="3588215" y="500146"/>
                </a:lnTo>
                <a:lnTo>
                  <a:pt x="3598146" y="491109"/>
                </a:lnTo>
                <a:lnTo>
                  <a:pt x="3608077" y="512414"/>
                </a:lnTo>
                <a:lnTo>
                  <a:pt x="3618009" y="496237"/>
                </a:lnTo>
                <a:lnTo>
                  <a:pt x="3627940" y="438765"/>
                </a:lnTo>
                <a:lnTo>
                  <a:pt x="3637872" y="412415"/>
                </a:lnTo>
                <a:lnTo>
                  <a:pt x="3647803" y="423175"/>
                </a:lnTo>
                <a:lnTo>
                  <a:pt x="3657734" y="416198"/>
                </a:lnTo>
                <a:lnTo>
                  <a:pt x="3667666" y="397777"/>
                </a:lnTo>
                <a:lnTo>
                  <a:pt x="3677597" y="401793"/>
                </a:lnTo>
                <a:lnTo>
                  <a:pt x="3687528" y="395732"/>
                </a:lnTo>
                <a:lnTo>
                  <a:pt x="3697460" y="354992"/>
                </a:lnTo>
                <a:lnTo>
                  <a:pt x="3707391" y="335183"/>
                </a:lnTo>
                <a:lnTo>
                  <a:pt x="3717322" y="358396"/>
                </a:lnTo>
                <a:lnTo>
                  <a:pt x="3727254" y="354866"/>
                </a:lnTo>
                <a:lnTo>
                  <a:pt x="3737185" y="301340"/>
                </a:lnTo>
                <a:lnTo>
                  <a:pt x="3747116" y="266101"/>
                </a:lnTo>
                <a:lnTo>
                  <a:pt x="3757048" y="267335"/>
                </a:lnTo>
                <a:lnTo>
                  <a:pt x="3766979" y="253856"/>
                </a:lnTo>
                <a:lnTo>
                  <a:pt x="3776910" y="239297"/>
                </a:lnTo>
                <a:lnTo>
                  <a:pt x="3786842" y="282349"/>
                </a:lnTo>
                <a:lnTo>
                  <a:pt x="3796773" y="351826"/>
                </a:lnTo>
                <a:lnTo>
                  <a:pt x="3806704" y="371381"/>
                </a:lnTo>
                <a:lnTo>
                  <a:pt x="3816636" y="349673"/>
                </a:lnTo>
                <a:lnTo>
                  <a:pt x="3826567" y="336424"/>
                </a:lnTo>
                <a:lnTo>
                  <a:pt x="3836499" y="331231"/>
                </a:lnTo>
                <a:lnTo>
                  <a:pt x="3846430" y="328501"/>
                </a:lnTo>
                <a:lnTo>
                  <a:pt x="3856361" y="342564"/>
                </a:lnTo>
                <a:lnTo>
                  <a:pt x="3866293" y="340414"/>
                </a:lnTo>
                <a:lnTo>
                  <a:pt x="3876224" y="283801"/>
                </a:lnTo>
                <a:lnTo>
                  <a:pt x="3886155" y="237492"/>
                </a:lnTo>
                <a:lnTo>
                  <a:pt x="3896087" y="278130"/>
                </a:lnTo>
                <a:lnTo>
                  <a:pt x="3906018" y="335180"/>
                </a:lnTo>
                <a:lnTo>
                  <a:pt x="3915949" y="294503"/>
                </a:lnTo>
                <a:lnTo>
                  <a:pt x="3925881" y="193811"/>
                </a:lnTo>
                <a:lnTo>
                  <a:pt x="3935812" y="144589"/>
                </a:lnTo>
                <a:lnTo>
                  <a:pt x="3945743" y="146131"/>
                </a:lnTo>
                <a:lnTo>
                  <a:pt x="3955675" y="135248"/>
                </a:lnTo>
                <a:lnTo>
                  <a:pt x="3965606" y="120753"/>
                </a:lnTo>
                <a:lnTo>
                  <a:pt x="3975537" y="129522"/>
                </a:lnTo>
                <a:lnTo>
                  <a:pt x="3985469" y="123522"/>
                </a:lnTo>
                <a:lnTo>
                  <a:pt x="3995400" y="82294"/>
                </a:lnTo>
                <a:lnTo>
                  <a:pt x="4005331" y="61577"/>
                </a:lnTo>
                <a:lnTo>
                  <a:pt x="4015263" y="87795"/>
                </a:lnTo>
                <a:lnTo>
                  <a:pt x="4025194" y="105103"/>
                </a:lnTo>
                <a:lnTo>
                  <a:pt x="4035126" y="89078"/>
                </a:lnTo>
                <a:lnTo>
                  <a:pt x="4045057" y="98985"/>
                </a:lnTo>
                <a:lnTo>
                  <a:pt x="4054988" y="160247"/>
                </a:lnTo>
                <a:lnTo>
                  <a:pt x="4064920" y="202762"/>
                </a:lnTo>
                <a:lnTo>
                  <a:pt x="4074851" y="179197"/>
                </a:lnTo>
                <a:lnTo>
                  <a:pt x="4084782" y="155464"/>
                </a:lnTo>
                <a:lnTo>
                  <a:pt x="4094714" y="210487"/>
                </a:lnTo>
                <a:lnTo>
                  <a:pt x="4104645" y="306747"/>
                </a:lnTo>
                <a:lnTo>
                  <a:pt x="4114576" y="340549"/>
                </a:lnTo>
                <a:lnTo>
                  <a:pt x="4124508" y="293086"/>
                </a:lnTo>
                <a:lnTo>
                  <a:pt x="4134439" y="252305"/>
                </a:lnTo>
                <a:lnTo>
                  <a:pt x="4144370" y="283143"/>
                </a:lnTo>
                <a:lnTo>
                  <a:pt x="4154302" y="348178"/>
                </a:lnTo>
                <a:lnTo>
                  <a:pt x="4164233" y="382859"/>
                </a:lnTo>
                <a:lnTo>
                  <a:pt x="4174164" y="389792"/>
                </a:lnTo>
                <a:lnTo>
                  <a:pt x="4184096" y="411968"/>
                </a:lnTo>
                <a:lnTo>
                  <a:pt x="4194027" y="449399"/>
                </a:lnTo>
                <a:lnTo>
                  <a:pt x="4203958" y="460052"/>
                </a:lnTo>
                <a:lnTo>
                  <a:pt x="4213890" y="436238"/>
                </a:lnTo>
                <a:lnTo>
                  <a:pt x="4223821" y="424273"/>
                </a:lnTo>
                <a:lnTo>
                  <a:pt x="4233753" y="449781"/>
                </a:lnTo>
                <a:lnTo>
                  <a:pt x="4243684" y="471774"/>
                </a:lnTo>
                <a:lnTo>
                  <a:pt x="4253615" y="447236"/>
                </a:lnTo>
                <a:lnTo>
                  <a:pt x="4263547" y="398123"/>
                </a:lnTo>
                <a:lnTo>
                  <a:pt x="4273478" y="368250"/>
                </a:lnTo>
                <a:lnTo>
                  <a:pt x="4283409" y="359901"/>
                </a:lnTo>
                <a:lnTo>
                  <a:pt x="4293341" y="362131"/>
                </a:lnTo>
                <a:lnTo>
                  <a:pt x="4303272" y="380161"/>
                </a:lnTo>
                <a:lnTo>
                  <a:pt x="4313203" y="386386"/>
                </a:lnTo>
                <a:lnTo>
                  <a:pt x="4323135" y="329903"/>
                </a:lnTo>
                <a:lnTo>
                  <a:pt x="4333066" y="247907"/>
                </a:lnTo>
                <a:lnTo>
                  <a:pt x="4342997" y="249190"/>
                </a:lnTo>
                <a:lnTo>
                  <a:pt x="4352929" y="328256"/>
                </a:lnTo>
                <a:lnTo>
                  <a:pt x="4362860" y="342664"/>
                </a:lnTo>
                <a:lnTo>
                  <a:pt x="4372791" y="240862"/>
                </a:lnTo>
                <a:lnTo>
                  <a:pt x="4382723" y="148583"/>
                </a:lnTo>
                <a:lnTo>
                  <a:pt x="4392654" y="160993"/>
                </a:lnTo>
                <a:lnTo>
                  <a:pt x="4402585" y="216154"/>
                </a:lnTo>
                <a:lnTo>
                  <a:pt x="4412517" y="234886"/>
                </a:lnTo>
                <a:lnTo>
                  <a:pt x="4422448" y="227654"/>
                </a:lnTo>
                <a:lnTo>
                  <a:pt x="4432380" y="219298"/>
                </a:lnTo>
                <a:lnTo>
                  <a:pt x="4442311" y="205404"/>
                </a:lnTo>
                <a:lnTo>
                  <a:pt x="4452242" y="201106"/>
                </a:lnTo>
                <a:lnTo>
                  <a:pt x="4462174" y="225997"/>
                </a:lnTo>
                <a:lnTo>
                  <a:pt x="4472105" y="256179"/>
                </a:lnTo>
                <a:lnTo>
                  <a:pt x="4482036" y="264881"/>
                </a:lnTo>
                <a:lnTo>
                  <a:pt x="4491968" y="262949"/>
                </a:lnTo>
                <a:lnTo>
                  <a:pt x="4501899" y="260891"/>
                </a:lnTo>
                <a:lnTo>
                  <a:pt x="4511830" y="262399"/>
                </a:lnTo>
                <a:lnTo>
                  <a:pt x="4521762" y="294325"/>
                </a:lnTo>
                <a:lnTo>
                  <a:pt x="4531693" y="357704"/>
                </a:lnTo>
                <a:lnTo>
                  <a:pt x="4541624" y="392340"/>
                </a:lnTo>
                <a:lnTo>
                  <a:pt x="4551556" y="377611"/>
                </a:lnTo>
                <a:lnTo>
                  <a:pt x="4561487" y="380741"/>
                </a:lnTo>
                <a:lnTo>
                  <a:pt x="4571418" y="424142"/>
                </a:lnTo>
                <a:lnTo>
                  <a:pt x="4581350" y="435596"/>
                </a:lnTo>
                <a:lnTo>
                  <a:pt x="4591281" y="398574"/>
                </a:lnTo>
                <a:lnTo>
                  <a:pt x="4601212" y="387102"/>
                </a:lnTo>
                <a:lnTo>
                  <a:pt x="4611144" y="403949"/>
                </a:lnTo>
                <a:lnTo>
                  <a:pt x="4621075" y="374303"/>
                </a:lnTo>
                <a:lnTo>
                  <a:pt x="4631007" y="319179"/>
                </a:lnTo>
                <a:lnTo>
                  <a:pt x="4640938" y="326236"/>
                </a:lnTo>
                <a:lnTo>
                  <a:pt x="4650869" y="357793"/>
                </a:lnTo>
                <a:lnTo>
                  <a:pt x="4660801" y="307217"/>
                </a:lnTo>
                <a:lnTo>
                  <a:pt x="4670732" y="214279"/>
                </a:lnTo>
                <a:lnTo>
                  <a:pt x="4680663" y="207331"/>
                </a:lnTo>
                <a:lnTo>
                  <a:pt x="4690595" y="277418"/>
                </a:lnTo>
                <a:lnTo>
                  <a:pt x="4700526" y="307725"/>
                </a:lnTo>
                <a:lnTo>
                  <a:pt x="4710457" y="270442"/>
                </a:lnTo>
                <a:lnTo>
                  <a:pt x="4720389" y="228342"/>
                </a:lnTo>
                <a:lnTo>
                  <a:pt x="4730320" y="208783"/>
                </a:lnTo>
                <a:lnTo>
                  <a:pt x="4740251" y="206467"/>
                </a:lnTo>
                <a:lnTo>
                  <a:pt x="4750183" y="235332"/>
                </a:lnTo>
                <a:lnTo>
                  <a:pt x="4760114" y="282280"/>
                </a:lnTo>
                <a:lnTo>
                  <a:pt x="4770045" y="288602"/>
                </a:lnTo>
                <a:lnTo>
                  <a:pt x="4779977" y="241003"/>
                </a:lnTo>
                <a:lnTo>
                  <a:pt x="4789908" y="202746"/>
                </a:lnTo>
                <a:lnTo>
                  <a:pt x="4799839" y="216632"/>
                </a:lnTo>
                <a:lnTo>
                  <a:pt x="4809771" y="253019"/>
                </a:lnTo>
                <a:lnTo>
                  <a:pt x="4819702" y="277956"/>
                </a:lnTo>
                <a:lnTo>
                  <a:pt x="4829634" y="303986"/>
                </a:lnTo>
                <a:lnTo>
                  <a:pt x="4839565" y="350180"/>
                </a:lnTo>
                <a:lnTo>
                  <a:pt x="4849496" y="401755"/>
                </a:lnTo>
                <a:lnTo>
                  <a:pt x="4859428" y="432760"/>
                </a:lnTo>
                <a:lnTo>
                  <a:pt x="4869359" y="441794"/>
                </a:lnTo>
                <a:lnTo>
                  <a:pt x="4879290" y="446629"/>
                </a:lnTo>
                <a:lnTo>
                  <a:pt x="4889222" y="457007"/>
                </a:lnTo>
                <a:lnTo>
                  <a:pt x="4899153" y="470064"/>
                </a:lnTo>
                <a:lnTo>
                  <a:pt x="4909084" y="484711"/>
                </a:lnTo>
                <a:lnTo>
                  <a:pt x="4919016" y="499125"/>
                </a:lnTo>
                <a:lnTo>
                  <a:pt x="4928947" y="499554"/>
                </a:lnTo>
                <a:lnTo>
                  <a:pt x="4938878" y="477274"/>
                </a:lnTo>
                <a:lnTo>
                  <a:pt x="4948810" y="448953"/>
                </a:lnTo>
                <a:lnTo>
                  <a:pt x="4958741" y="432082"/>
                </a:lnTo>
                <a:lnTo>
                  <a:pt x="4968672" y="416467"/>
                </a:lnTo>
                <a:lnTo>
                  <a:pt x="4978604" y="391928"/>
                </a:lnTo>
                <a:lnTo>
                  <a:pt x="4988535" y="376437"/>
                </a:lnTo>
                <a:lnTo>
                  <a:pt x="4998466" y="378403"/>
                </a:lnTo>
                <a:lnTo>
                  <a:pt x="5008398" y="366456"/>
                </a:lnTo>
                <a:lnTo>
                  <a:pt x="5018329" y="319589"/>
                </a:lnTo>
                <a:lnTo>
                  <a:pt x="5028261" y="269173"/>
                </a:lnTo>
                <a:lnTo>
                  <a:pt x="5038192" y="249247"/>
                </a:lnTo>
                <a:lnTo>
                  <a:pt x="5048123" y="245306"/>
                </a:lnTo>
                <a:lnTo>
                  <a:pt x="5058055" y="232554"/>
                </a:lnTo>
                <a:lnTo>
                  <a:pt x="5067986" y="224390"/>
                </a:lnTo>
                <a:lnTo>
                  <a:pt x="5077917" y="241576"/>
                </a:lnTo>
                <a:lnTo>
                  <a:pt x="5087849" y="266427"/>
                </a:lnTo>
                <a:lnTo>
                  <a:pt x="5097780" y="267414"/>
                </a:lnTo>
              </a:path>
            </a:pathLst>
          </a:custGeom>
          <a:solidFill>
            <a:srgbClr val="FFFFFF">
              <a:alpha val="0"/>
            </a:srgbClr>
          </a:solidFill>
          <a:ln w="13335" cap="rnd">
            <a:solidFill>
              <a:srgbClr val="17313B"/>
            </a:solidFill>
            <a:prstDash val="solid"/>
          </a:ln>
        </p:spPr>
      </p:sp>
      <p:sp>
        <p:nvSpPr>
          <p:cNvPr id="15" name="wave_1"/>
          <p:cNvSpPr/>
          <p:nvPr/>
        </p:nvSpPr>
        <p:spPr>
          <a:xfrm>
            <a:off x="882396" y="2819310"/>
            <a:ext cx="5120640" cy="518926"/>
          </a:xfrm>
          <a:custGeom>
            <a:avLst/>
            <a:gdLst/>
            <a:ahLst/>
            <a:cxnLst/>
            <a:rect l="l" t="t" r="r" b="b"/>
            <a:pathLst>
              <a:path w="5120640" h="518926" fill="none" stroke="1" extrusionOk="0">
                <a:moveTo>
                  <a:pt x="22860" y="434583"/>
                </a:moveTo>
                <a:lnTo>
                  <a:pt x="32791" y="418494"/>
                </a:lnTo>
                <a:lnTo>
                  <a:pt x="42723" y="393151"/>
                </a:lnTo>
                <a:lnTo>
                  <a:pt x="52654" y="410402"/>
                </a:lnTo>
                <a:lnTo>
                  <a:pt x="62585" y="423145"/>
                </a:lnTo>
                <a:lnTo>
                  <a:pt x="72517" y="392760"/>
                </a:lnTo>
                <a:lnTo>
                  <a:pt x="82448" y="362255"/>
                </a:lnTo>
                <a:lnTo>
                  <a:pt x="92379" y="365137"/>
                </a:lnTo>
                <a:lnTo>
                  <a:pt x="102311" y="369164"/>
                </a:lnTo>
                <a:lnTo>
                  <a:pt x="112242" y="343645"/>
                </a:lnTo>
                <a:lnTo>
                  <a:pt x="122174" y="301540"/>
                </a:lnTo>
                <a:lnTo>
                  <a:pt x="132105" y="264023"/>
                </a:lnTo>
                <a:lnTo>
                  <a:pt x="142036" y="235154"/>
                </a:lnTo>
                <a:lnTo>
                  <a:pt x="151968" y="207940"/>
                </a:lnTo>
                <a:lnTo>
                  <a:pt x="161899" y="176576"/>
                </a:lnTo>
                <a:lnTo>
                  <a:pt x="171830" y="154065"/>
                </a:lnTo>
                <a:lnTo>
                  <a:pt x="181762" y="162411"/>
                </a:lnTo>
                <a:lnTo>
                  <a:pt x="191693" y="189599"/>
                </a:lnTo>
                <a:lnTo>
                  <a:pt x="201624" y="196326"/>
                </a:lnTo>
                <a:lnTo>
                  <a:pt x="211556" y="175393"/>
                </a:lnTo>
                <a:lnTo>
                  <a:pt x="221487" y="149887"/>
                </a:lnTo>
                <a:lnTo>
                  <a:pt x="231418" y="122629"/>
                </a:lnTo>
                <a:lnTo>
                  <a:pt x="241350" y="95324"/>
                </a:lnTo>
                <a:lnTo>
                  <a:pt x="251281" y="104567"/>
                </a:lnTo>
                <a:lnTo>
                  <a:pt x="261212" y="160980"/>
                </a:lnTo>
                <a:lnTo>
                  <a:pt x="271144" y="201117"/>
                </a:lnTo>
                <a:lnTo>
                  <a:pt x="281075" y="174085"/>
                </a:lnTo>
                <a:lnTo>
                  <a:pt x="291006" y="118235"/>
                </a:lnTo>
                <a:lnTo>
                  <a:pt x="300938" y="95778"/>
                </a:lnTo>
                <a:lnTo>
                  <a:pt x="310869" y="113964"/>
                </a:lnTo>
                <a:lnTo>
                  <a:pt x="320801" y="140235"/>
                </a:lnTo>
                <a:lnTo>
                  <a:pt x="330732" y="136902"/>
                </a:lnTo>
                <a:lnTo>
                  <a:pt x="340663" y="87780"/>
                </a:lnTo>
                <a:lnTo>
                  <a:pt x="350595" y="37440"/>
                </a:lnTo>
                <a:lnTo>
                  <a:pt x="360526" y="54712"/>
                </a:lnTo>
                <a:lnTo>
                  <a:pt x="370457" y="124937"/>
                </a:lnTo>
                <a:lnTo>
                  <a:pt x="380389" y="167231"/>
                </a:lnTo>
                <a:lnTo>
                  <a:pt x="390320" y="172483"/>
                </a:lnTo>
                <a:lnTo>
                  <a:pt x="400251" y="202742"/>
                </a:lnTo>
                <a:lnTo>
                  <a:pt x="410183" y="257735"/>
                </a:lnTo>
                <a:lnTo>
                  <a:pt x="420114" y="280757"/>
                </a:lnTo>
                <a:lnTo>
                  <a:pt x="430045" y="276473"/>
                </a:lnTo>
                <a:lnTo>
                  <a:pt x="439977" y="290726"/>
                </a:lnTo>
                <a:lnTo>
                  <a:pt x="449908" y="316929"/>
                </a:lnTo>
                <a:lnTo>
                  <a:pt x="459839" y="330596"/>
                </a:lnTo>
                <a:lnTo>
                  <a:pt x="469771" y="345663"/>
                </a:lnTo>
                <a:lnTo>
                  <a:pt x="479702" y="362055"/>
                </a:lnTo>
                <a:lnTo>
                  <a:pt x="489633" y="351760"/>
                </a:lnTo>
                <a:lnTo>
                  <a:pt x="499565" y="329959"/>
                </a:lnTo>
                <a:lnTo>
                  <a:pt x="509496" y="332284"/>
                </a:lnTo>
                <a:lnTo>
                  <a:pt x="519428" y="336416"/>
                </a:lnTo>
                <a:lnTo>
                  <a:pt x="529359" y="315405"/>
                </a:lnTo>
                <a:lnTo>
                  <a:pt x="539290" y="303215"/>
                </a:lnTo>
                <a:lnTo>
                  <a:pt x="549222" y="309559"/>
                </a:lnTo>
                <a:lnTo>
                  <a:pt x="559153" y="284265"/>
                </a:lnTo>
                <a:lnTo>
                  <a:pt x="569084" y="239837"/>
                </a:lnTo>
                <a:lnTo>
                  <a:pt x="579016" y="251173"/>
                </a:lnTo>
                <a:lnTo>
                  <a:pt x="588947" y="294629"/>
                </a:lnTo>
                <a:lnTo>
                  <a:pt x="598878" y="280659"/>
                </a:lnTo>
                <a:lnTo>
                  <a:pt x="608810" y="244386"/>
                </a:lnTo>
                <a:lnTo>
                  <a:pt x="618741" y="286331"/>
                </a:lnTo>
                <a:lnTo>
                  <a:pt x="628672" y="363463"/>
                </a:lnTo>
                <a:lnTo>
                  <a:pt x="638604" y="360182"/>
                </a:lnTo>
                <a:lnTo>
                  <a:pt x="648535" y="293700"/>
                </a:lnTo>
                <a:lnTo>
                  <a:pt x="658466" y="251766"/>
                </a:lnTo>
                <a:lnTo>
                  <a:pt x="668398" y="237974"/>
                </a:lnTo>
                <a:lnTo>
                  <a:pt x="678329" y="236357"/>
                </a:lnTo>
                <a:lnTo>
                  <a:pt x="688260" y="278935"/>
                </a:lnTo>
                <a:lnTo>
                  <a:pt x="698192" y="336375"/>
                </a:lnTo>
                <a:lnTo>
                  <a:pt x="708123" y="319181"/>
                </a:lnTo>
                <a:lnTo>
                  <a:pt x="718055" y="247634"/>
                </a:lnTo>
                <a:lnTo>
                  <a:pt x="727986" y="227562"/>
                </a:lnTo>
                <a:lnTo>
                  <a:pt x="737917" y="254696"/>
                </a:lnTo>
                <a:lnTo>
                  <a:pt x="747849" y="245988"/>
                </a:lnTo>
                <a:lnTo>
                  <a:pt x="757780" y="220197"/>
                </a:lnTo>
                <a:lnTo>
                  <a:pt x="767711" y="246357"/>
                </a:lnTo>
                <a:lnTo>
                  <a:pt x="777643" y="288931"/>
                </a:lnTo>
                <a:lnTo>
                  <a:pt x="787574" y="282523"/>
                </a:lnTo>
                <a:lnTo>
                  <a:pt x="797505" y="262943"/>
                </a:lnTo>
                <a:lnTo>
                  <a:pt x="807437" y="283132"/>
                </a:lnTo>
                <a:lnTo>
                  <a:pt x="817368" y="311295"/>
                </a:lnTo>
                <a:lnTo>
                  <a:pt x="827299" y="312974"/>
                </a:lnTo>
                <a:lnTo>
                  <a:pt x="837231" y="319671"/>
                </a:lnTo>
                <a:lnTo>
                  <a:pt x="847162" y="355002"/>
                </a:lnTo>
                <a:lnTo>
                  <a:pt x="857093" y="393357"/>
                </a:lnTo>
                <a:lnTo>
                  <a:pt x="867025" y="412562"/>
                </a:lnTo>
                <a:lnTo>
                  <a:pt x="876956" y="411150"/>
                </a:lnTo>
                <a:lnTo>
                  <a:pt x="886887" y="389582"/>
                </a:lnTo>
                <a:lnTo>
                  <a:pt x="896819" y="362714"/>
                </a:lnTo>
                <a:lnTo>
                  <a:pt x="906750" y="349209"/>
                </a:lnTo>
                <a:lnTo>
                  <a:pt x="916682" y="333223"/>
                </a:lnTo>
                <a:lnTo>
                  <a:pt x="926613" y="292939"/>
                </a:lnTo>
                <a:lnTo>
                  <a:pt x="936544" y="248841"/>
                </a:lnTo>
                <a:lnTo>
                  <a:pt x="946476" y="223215"/>
                </a:lnTo>
                <a:lnTo>
                  <a:pt x="956407" y="199215"/>
                </a:lnTo>
                <a:lnTo>
                  <a:pt x="966338" y="171934"/>
                </a:lnTo>
                <a:lnTo>
                  <a:pt x="976270" y="167613"/>
                </a:lnTo>
                <a:lnTo>
                  <a:pt x="986201" y="176916"/>
                </a:lnTo>
                <a:lnTo>
                  <a:pt x="996132" y="159333"/>
                </a:lnTo>
                <a:lnTo>
                  <a:pt x="1006064" y="127787"/>
                </a:lnTo>
                <a:lnTo>
                  <a:pt x="1015995" y="130615"/>
                </a:lnTo>
                <a:lnTo>
                  <a:pt x="1025926" y="158849"/>
                </a:lnTo>
                <a:lnTo>
                  <a:pt x="1035858" y="168794"/>
                </a:lnTo>
                <a:lnTo>
                  <a:pt x="1045789" y="167490"/>
                </a:lnTo>
                <a:lnTo>
                  <a:pt x="1055720" y="189146"/>
                </a:lnTo>
                <a:lnTo>
                  <a:pt x="1065652" y="228062"/>
                </a:lnTo>
                <a:lnTo>
                  <a:pt x="1075583" y="258216"/>
                </a:lnTo>
                <a:lnTo>
                  <a:pt x="1085514" y="273017"/>
                </a:lnTo>
                <a:lnTo>
                  <a:pt x="1095446" y="278074"/>
                </a:lnTo>
                <a:lnTo>
                  <a:pt x="1105377" y="292713"/>
                </a:lnTo>
                <a:lnTo>
                  <a:pt x="1115309" y="344120"/>
                </a:lnTo>
                <a:lnTo>
                  <a:pt x="1125240" y="410911"/>
                </a:lnTo>
                <a:lnTo>
                  <a:pt x="1135171" y="425788"/>
                </a:lnTo>
                <a:lnTo>
                  <a:pt x="1145103" y="378620"/>
                </a:lnTo>
                <a:lnTo>
                  <a:pt x="1155034" y="333406"/>
                </a:lnTo>
                <a:lnTo>
                  <a:pt x="1164965" y="316019"/>
                </a:lnTo>
                <a:lnTo>
                  <a:pt x="1174897" y="296405"/>
                </a:lnTo>
                <a:lnTo>
                  <a:pt x="1184828" y="284338"/>
                </a:lnTo>
                <a:lnTo>
                  <a:pt x="1194759" y="306974"/>
                </a:lnTo>
                <a:lnTo>
                  <a:pt x="1204691" y="315101"/>
                </a:lnTo>
                <a:lnTo>
                  <a:pt x="1214622" y="261739"/>
                </a:lnTo>
                <a:lnTo>
                  <a:pt x="1224553" y="219107"/>
                </a:lnTo>
                <a:lnTo>
                  <a:pt x="1234485" y="260539"/>
                </a:lnTo>
                <a:lnTo>
                  <a:pt x="1244416" y="315398"/>
                </a:lnTo>
                <a:lnTo>
                  <a:pt x="1254347" y="302252"/>
                </a:lnTo>
                <a:lnTo>
                  <a:pt x="1264279" y="286054"/>
                </a:lnTo>
                <a:lnTo>
                  <a:pt x="1274210" y="342190"/>
                </a:lnTo>
                <a:lnTo>
                  <a:pt x="1284141" y="406776"/>
                </a:lnTo>
                <a:lnTo>
                  <a:pt x="1294073" y="413439"/>
                </a:lnTo>
                <a:lnTo>
                  <a:pt x="1304004" y="420809"/>
                </a:lnTo>
                <a:lnTo>
                  <a:pt x="1313936" y="471819"/>
                </a:lnTo>
                <a:lnTo>
                  <a:pt x="1323867" y="496066"/>
                </a:lnTo>
                <a:lnTo>
                  <a:pt x="1333798" y="459388"/>
                </a:lnTo>
                <a:lnTo>
                  <a:pt x="1343730" y="435967"/>
                </a:lnTo>
                <a:lnTo>
                  <a:pt x="1353661" y="455929"/>
                </a:lnTo>
                <a:lnTo>
                  <a:pt x="1363592" y="455982"/>
                </a:lnTo>
                <a:lnTo>
                  <a:pt x="1373524" y="420628"/>
                </a:lnTo>
                <a:lnTo>
                  <a:pt x="1383455" y="400151"/>
                </a:lnTo>
                <a:lnTo>
                  <a:pt x="1393386" y="385547"/>
                </a:lnTo>
                <a:lnTo>
                  <a:pt x="1403318" y="330080"/>
                </a:lnTo>
                <a:lnTo>
                  <a:pt x="1413249" y="263999"/>
                </a:lnTo>
                <a:lnTo>
                  <a:pt x="1423180" y="240166"/>
                </a:lnTo>
                <a:lnTo>
                  <a:pt x="1433112" y="230163"/>
                </a:lnTo>
                <a:lnTo>
                  <a:pt x="1443043" y="197340"/>
                </a:lnTo>
                <a:lnTo>
                  <a:pt x="1452974" y="175650"/>
                </a:lnTo>
                <a:lnTo>
                  <a:pt x="1462906" y="182002"/>
                </a:lnTo>
                <a:lnTo>
                  <a:pt x="1472837" y="174526"/>
                </a:lnTo>
                <a:lnTo>
                  <a:pt x="1482768" y="154382"/>
                </a:lnTo>
                <a:lnTo>
                  <a:pt x="1492700" y="162805"/>
                </a:lnTo>
                <a:lnTo>
                  <a:pt x="1502631" y="166980"/>
                </a:lnTo>
                <a:lnTo>
                  <a:pt x="1512563" y="118165"/>
                </a:lnTo>
                <a:lnTo>
                  <a:pt x="1522494" y="87597"/>
                </a:lnTo>
                <a:lnTo>
                  <a:pt x="1532425" y="155524"/>
                </a:lnTo>
                <a:lnTo>
                  <a:pt x="1542357" y="238657"/>
                </a:lnTo>
                <a:lnTo>
                  <a:pt x="1552288" y="224313"/>
                </a:lnTo>
                <a:lnTo>
                  <a:pt x="1562219" y="169597"/>
                </a:lnTo>
                <a:lnTo>
                  <a:pt x="1572151" y="177604"/>
                </a:lnTo>
                <a:lnTo>
                  <a:pt x="1582082" y="211874"/>
                </a:lnTo>
                <a:lnTo>
                  <a:pt x="1592013" y="206966"/>
                </a:lnTo>
                <a:lnTo>
                  <a:pt x="1601945" y="205441"/>
                </a:lnTo>
                <a:lnTo>
                  <a:pt x="1611876" y="239118"/>
                </a:lnTo>
                <a:lnTo>
                  <a:pt x="1621807" y="243956"/>
                </a:lnTo>
                <a:lnTo>
                  <a:pt x="1631739" y="199822"/>
                </a:lnTo>
                <a:lnTo>
                  <a:pt x="1641670" y="180298"/>
                </a:lnTo>
                <a:lnTo>
                  <a:pt x="1651601" y="202221"/>
                </a:lnTo>
                <a:lnTo>
                  <a:pt x="1661533" y="199305"/>
                </a:lnTo>
                <a:lnTo>
                  <a:pt x="1671464" y="162816"/>
                </a:lnTo>
                <a:lnTo>
                  <a:pt x="1681395" y="145508"/>
                </a:lnTo>
                <a:lnTo>
                  <a:pt x="1691327" y="147092"/>
                </a:lnTo>
                <a:lnTo>
                  <a:pt x="1701258" y="136963"/>
                </a:lnTo>
                <a:lnTo>
                  <a:pt x="1711190" y="137752"/>
                </a:lnTo>
                <a:lnTo>
                  <a:pt x="1721121" y="176626"/>
                </a:lnTo>
                <a:lnTo>
                  <a:pt x="1731052" y="227038"/>
                </a:lnTo>
                <a:lnTo>
                  <a:pt x="1740984" y="264055"/>
                </a:lnTo>
                <a:lnTo>
                  <a:pt x="1750915" y="288659"/>
                </a:lnTo>
                <a:lnTo>
                  <a:pt x="1760846" y="281655"/>
                </a:lnTo>
                <a:lnTo>
                  <a:pt x="1770778" y="235979"/>
                </a:lnTo>
                <a:lnTo>
                  <a:pt x="1780709" y="210601"/>
                </a:lnTo>
                <a:lnTo>
                  <a:pt x="1790640" y="250099"/>
                </a:lnTo>
                <a:lnTo>
                  <a:pt x="1800572" y="305360"/>
                </a:lnTo>
                <a:lnTo>
                  <a:pt x="1810503" y="318544"/>
                </a:lnTo>
                <a:lnTo>
                  <a:pt x="1820434" y="303988"/>
                </a:lnTo>
                <a:lnTo>
                  <a:pt x="1830366" y="285955"/>
                </a:lnTo>
                <a:lnTo>
                  <a:pt x="1840297" y="259707"/>
                </a:lnTo>
                <a:lnTo>
                  <a:pt x="1850228" y="245591"/>
                </a:lnTo>
                <a:lnTo>
                  <a:pt x="1860160" y="270279"/>
                </a:lnTo>
                <a:lnTo>
                  <a:pt x="1870091" y="293868"/>
                </a:lnTo>
                <a:lnTo>
                  <a:pt x="1880023" y="265240"/>
                </a:lnTo>
                <a:lnTo>
                  <a:pt x="1889954" y="221451"/>
                </a:lnTo>
                <a:lnTo>
                  <a:pt x="1899885" y="230758"/>
                </a:lnTo>
                <a:lnTo>
                  <a:pt x="1909817" y="282815"/>
                </a:lnTo>
                <a:lnTo>
                  <a:pt x="1919748" y="318108"/>
                </a:lnTo>
                <a:lnTo>
                  <a:pt x="1929679" y="315312"/>
                </a:lnTo>
                <a:lnTo>
                  <a:pt x="1939611" y="296286"/>
                </a:lnTo>
                <a:lnTo>
                  <a:pt x="1949542" y="291017"/>
                </a:lnTo>
                <a:lnTo>
                  <a:pt x="1959473" y="314444"/>
                </a:lnTo>
                <a:lnTo>
                  <a:pt x="1969405" y="343650"/>
                </a:lnTo>
                <a:lnTo>
                  <a:pt x="1979336" y="340078"/>
                </a:lnTo>
                <a:lnTo>
                  <a:pt x="1989267" y="313564"/>
                </a:lnTo>
                <a:lnTo>
                  <a:pt x="1999199" y="309217"/>
                </a:lnTo>
                <a:lnTo>
                  <a:pt x="2009130" y="328310"/>
                </a:lnTo>
                <a:lnTo>
                  <a:pt x="2019061" y="336781"/>
                </a:lnTo>
                <a:lnTo>
                  <a:pt x="2028993" y="333670"/>
                </a:lnTo>
                <a:lnTo>
                  <a:pt x="2038924" y="331781"/>
                </a:lnTo>
                <a:lnTo>
                  <a:pt x="2048855" y="314451"/>
                </a:lnTo>
                <a:lnTo>
                  <a:pt x="2058787" y="284186"/>
                </a:lnTo>
                <a:lnTo>
                  <a:pt x="2068718" y="284495"/>
                </a:lnTo>
                <a:lnTo>
                  <a:pt x="2078650" y="316952"/>
                </a:lnTo>
                <a:lnTo>
                  <a:pt x="2088581" y="327008"/>
                </a:lnTo>
                <a:lnTo>
                  <a:pt x="2098512" y="303174"/>
                </a:lnTo>
                <a:lnTo>
                  <a:pt x="2108444" y="285381"/>
                </a:lnTo>
                <a:lnTo>
                  <a:pt x="2118375" y="276501"/>
                </a:lnTo>
                <a:lnTo>
                  <a:pt x="2128306" y="260233"/>
                </a:lnTo>
                <a:lnTo>
                  <a:pt x="2138238" y="271845"/>
                </a:lnTo>
                <a:lnTo>
                  <a:pt x="2148169" y="331109"/>
                </a:lnTo>
                <a:lnTo>
                  <a:pt x="2158100" y="366039"/>
                </a:lnTo>
                <a:lnTo>
                  <a:pt x="2168032" y="321044"/>
                </a:lnTo>
                <a:lnTo>
                  <a:pt x="2177963" y="264781"/>
                </a:lnTo>
                <a:lnTo>
                  <a:pt x="2187894" y="283371"/>
                </a:lnTo>
                <a:lnTo>
                  <a:pt x="2197826" y="344874"/>
                </a:lnTo>
                <a:lnTo>
                  <a:pt x="2207757" y="359981"/>
                </a:lnTo>
                <a:lnTo>
                  <a:pt x="2217688" y="312343"/>
                </a:lnTo>
                <a:lnTo>
                  <a:pt x="2227620" y="262971"/>
                </a:lnTo>
                <a:lnTo>
                  <a:pt x="2237551" y="262495"/>
                </a:lnTo>
                <a:lnTo>
                  <a:pt x="2247482" y="291776"/>
                </a:lnTo>
                <a:lnTo>
                  <a:pt x="2257414" y="287658"/>
                </a:lnTo>
                <a:lnTo>
                  <a:pt x="2267345" y="233533"/>
                </a:lnTo>
                <a:lnTo>
                  <a:pt x="2277277" y="191857"/>
                </a:lnTo>
                <a:lnTo>
                  <a:pt x="2287208" y="202983"/>
                </a:lnTo>
                <a:lnTo>
                  <a:pt x="2297139" y="210716"/>
                </a:lnTo>
                <a:lnTo>
                  <a:pt x="2307071" y="161199"/>
                </a:lnTo>
                <a:lnTo>
                  <a:pt x="2317002" y="101922"/>
                </a:lnTo>
                <a:lnTo>
                  <a:pt x="2326933" y="98080"/>
                </a:lnTo>
                <a:lnTo>
                  <a:pt x="2336865" y="130238"/>
                </a:lnTo>
                <a:lnTo>
                  <a:pt x="2346796" y="150625"/>
                </a:lnTo>
                <a:lnTo>
                  <a:pt x="2356727" y="157799"/>
                </a:lnTo>
                <a:lnTo>
                  <a:pt x="2366659" y="161046"/>
                </a:lnTo>
                <a:lnTo>
                  <a:pt x="2376590" y="154284"/>
                </a:lnTo>
                <a:lnTo>
                  <a:pt x="2386521" y="152986"/>
                </a:lnTo>
                <a:lnTo>
                  <a:pt x="2396453" y="179486"/>
                </a:lnTo>
                <a:lnTo>
                  <a:pt x="2406384" y="213421"/>
                </a:lnTo>
                <a:lnTo>
                  <a:pt x="2416315" y="222917"/>
                </a:lnTo>
                <a:lnTo>
                  <a:pt x="2426247" y="217257"/>
                </a:lnTo>
                <a:lnTo>
                  <a:pt x="2436178" y="219893"/>
                </a:lnTo>
                <a:lnTo>
                  <a:pt x="2446109" y="235547"/>
                </a:lnTo>
                <a:lnTo>
                  <a:pt x="2456041" y="267853"/>
                </a:lnTo>
                <a:lnTo>
                  <a:pt x="2465972" y="310470"/>
                </a:lnTo>
                <a:lnTo>
                  <a:pt x="2475904" y="324433"/>
                </a:lnTo>
                <a:lnTo>
                  <a:pt x="2485835" y="289746"/>
                </a:lnTo>
                <a:lnTo>
                  <a:pt x="2495766" y="251358"/>
                </a:lnTo>
                <a:lnTo>
                  <a:pt x="2505698" y="252637"/>
                </a:lnTo>
                <a:lnTo>
                  <a:pt x="2515629" y="272650"/>
                </a:lnTo>
                <a:lnTo>
                  <a:pt x="2525560" y="279978"/>
                </a:lnTo>
                <a:lnTo>
                  <a:pt x="2535492" y="284631"/>
                </a:lnTo>
                <a:lnTo>
                  <a:pt x="2545423" y="299674"/>
                </a:lnTo>
                <a:lnTo>
                  <a:pt x="2555354" y="315465"/>
                </a:lnTo>
                <a:lnTo>
                  <a:pt x="2565286" y="327472"/>
                </a:lnTo>
                <a:lnTo>
                  <a:pt x="2575217" y="337121"/>
                </a:lnTo>
                <a:lnTo>
                  <a:pt x="2585148" y="338230"/>
                </a:lnTo>
                <a:lnTo>
                  <a:pt x="2595080" y="338914"/>
                </a:lnTo>
                <a:lnTo>
                  <a:pt x="2605011" y="355916"/>
                </a:lnTo>
                <a:lnTo>
                  <a:pt x="2614942" y="371056"/>
                </a:lnTo>
                <a:lnTo>
                  <a:pt x="2624874" y="356952"/>
                </a:lnTo>
                <a:lnTo>
                  <a:pt x="2634805" y="339740"/>
                </a:lnTo>
                <a:lnTo>
                  <a:pt x="2644736" y="358563"/>
                </a:lnTo>
                <a:lnTo>
                  <a:pt x="2654668" y="391359"/>
                </a:lnTo>
                <a:lnTo>
                  <a:pt x="2664599" y="400166"/>
                </a:lnTo>
                <a:lnTo>
                  <a:pt x="2674531" y="396913"/>
                </a:lnTo>
                <a:lnTo>
                  <a:pt x="2684462" y="391690"/>
                </a:lnTo>
                <a:lnTo>
                  <a:pt x="2694393" y="353210"/>
                </a:lnTo>
                <a:lnTo>
                  <a:pt x="2704325" y="284838"/>
                </a:lnTo>
                <a:lnTo>
                  <a:pt x="2714256" y="249306"/>
                </a:lnTo>
                <a:lnTo>
                  <a:pt x="2724187" y="268757"/>
                </a:lnTo>
                <a:lnTo>
                  <a:pt x="2734119" y="292548"/>
                </a:lnTo>
                <a:lnTo>
                  <a:pt x="2744050" y="289397"/>
                </a:lnTo>
                <a:lnTo>
                  <a:pt x="2753981" y="280398"/>
                </a:lnTo>
                <a:lnTo>
                  <a:pt x="2763913" y="276918"/>
                </a:lnTo>
                <a:lnTo>
                  <a:pt x="2773844" y="268634"/>
                </a:lnTo>
                <a:lnTo>
                  <a:pt x="2783775" y="262759"/>
                </a:lnTo>
                <a:lnTo>
                  <a:pt x="2793707" y="273240"/>
                </a:lnTo>
                <a:lnTo>
                  <a:pt x="2803638" y="293575"/>
                </a:lnTo>
                <a:lnTo>
                  <a:pt x="2813569" y="313801"/>
                </a:lnTo>
                <a:lnTo>
                  <a:pt x="2823501" y="330264"/>
                </a:lnTo>
                <a:lnTo>
                  <a:pt x="2833432" y="332287"/>
                </a:lnTo>
                <a:lnTo>
                  <a:pt x="2843363" y="320562"/>
                </a:lnTo>
                <a:lnTo>
                  <a:pt x="2853295" y="324109"/>
                </a:lnTo>
                <a:lnTo>
                  <a:pt x="2863226" y="359215"/>
                </a:lnTo>
                <a:lnTo>
                  <a:pt x="2873158" y="400052"/>
                </a:lnTo>
                <a:lnTo>
                  <a:pt x="2883089" y="417633"/>
                </a:lnTo>
                <a:lnTo>
                  <a:pt x="2893020" y="409951"/>
                </a:lnTo>
                <a:lnTo>
                  <a:pt x="2902952" y="384439"/>
                </a:lnTo>
                <a:lnTo>
                  <a:pt x="2912883" y="353838"/>
                </a:lnTo>
                <a:lnTo>
                  <a:pt x="2922814" y="340229"/>
                </a:lnTo>
                <a:lnTo>
                  <a:pt x="2932746" y="343412"/>
                </a:lnTo>
                <a:lnTo>
                  <a:pt x="2942677" y="333468"/>
                </a:lnTo>
                <a:lnTo>
                  <a:pt x="2952608" y="303522"/>
                </a:lnTo>
                <a:lnTo>
                  <a:pt x="2962540" y="281697"/>
                </a:lnTo>
                <a:lnTo>
                  <a:pt x="2972471" y="271994"/>
                </a:lnTo>
                <a:lnTo>
                  <a:pt x="2982402" y="244475"/>
                </a:lnTo>
                <a:lnTo>
                  <a:pt x="2992334" y="194972"/>
                </a:lnTo>
                <a:lnTo>
                  <a:pt x="3002265" y="154756"/>
                </a:lnTo>
                <a:lnTo>
                  <a:pt x="3012196" y="140320"/>
                </a:lnTo>
                <a:lnTo>
                  <a:pt x="3022128" y="139427"/>
                </a:lnTo>
                <a:lnTo>
                  <a:pt x="3032059" y="133706"/>
                </a:lnTo>
                <a:lnTo>
                  <a:pt x="3041990" y="109965"/>
                </a:lnTo>
                <a:lnTo>
                  <a:pt x="3051922" y="76013"/>
                </a:lnTo>
                <a:lnTo>
                  <a:pt x="3061853" y="65276"/>
                </a:lnTo>
                <a:lnTo>
                  <a:pt x="3071785" y="88146"/>
                </a:lnTo>
                <a:lnTo>
                  <a:pt x="3081716" y="105707"/>
                </a:lnTo>
                <a:lnTo>
                  <a:pt x="3091647" y="96856"/>
                </a:lnTo>
                <a:lnTo>
                  <a:pt x="3101579" y="100152"/>
                </a:lnTo>
                <a:lnTo>
                  <a:pt x="3111510" y="139712"/>
                </a:lnTo>
                <a:lnTo>
                  <a:pt x="3121441" y="176055"/>
                </a:lnTo>
                <a:lnTo>
                  <a:pt x="3131373" y="177175"/>
                </a:lnTo>
                <a:lnTo>
                  <a:pt x="3141304" y="169145"/>
                </a:lnTo>
                <a:lnTo>
                  <a:pt x="3151235" y="183772"/>
                </a:lnTo>
                <a:lnTo>
                  <a:pt x="3161167" y="219290"/>
                </a:lnTo>
                <a:lnTo>
                  <a:pt x="3171098" y="260674"/>
                </a:lnTo>
                <a:lnTo>
                  <a:pt x="3181029" y="285760"/>
                </a:lnTo>
                <a:lnTo>
                  <a:pt x="3190961" y="272917"/>
                </a:lnTo>
                <a:lnTo>
                  <a:pt x="3200892" y="244204"/>
                </a:lnTo>
                <a:lnTo>
                  <a:pt x="3210823" y="252886"/>
                </a:lnTo>
                <a:lnTo>
                  <a:pt x="3220755" y="301551"/>
                </a:lnTo>
                <a:lnTo>
                  <a:pt x="3230686" y="340433"/>
                </a:lnTo>
                <a:lnTo>
                  <a:pt x="3240617" y="353853"/>
                </a:lnTo>
                <a:lnTo>
                  <a:pt x="3250549" y="365695"/>
                </a:lnTo>
                <a:lnTo>
                  <a:pt x="3260480" y="370983"/>
                </a:lnTo>
                <a:lnTo>
                  <a:pt x="3270412" y="351479"/>
                </a:lnTo>
                <a:lnTo>
                  <a:pt x="3280343" y="333081"/>
                </a:lnTo>
                <a:lnTo>
                  <a:pt x="3290274" y="344343"/>
                </a:lnTo>
                <a:lnTo>
                  <a:pt x="3300206" y="357352"/>
                </a:lnTo>
                <a:lnTo>
                  <a:pt x="3310137" y="338787"/>
                </a:lnTo>
                <a:lnTo>
                  <a:pt x="3320068" y="309529"/>
                </a:lnTo>
                <a:lnTo>
                  <a:pt x="3330000" y="301123"/>
                </a:lnTo>
                <a:lnTo>
                  <a:pt x="3339931" y="304410"/>
                </a:lnTo>
                <a:lnTo>
                  <a:pt x="3349862" y="293382"/>
                </a:lnTo>
                <a:lnTo>
                  <a:pt x="3359794" y="257704"/>
                </a:lnTo>
                <a:lnTo>
                  <a:pt x="3369725" y="205594"/>
                </a:lnTo>
                <a:lnTo>
                  <a:pt x="3379656" y="163334"/>
                </a:lnTo>
                <a:lnTo>
                  <a:pt x="3389588" y="152034"/>
                </a:lnTo>
                <a:lnTo>
                  <a:pt x="3399519" y="151356"/>
                </a:lnTo>
                <a:lnTo>
                  <a:pt x="3409450" y="126395"/>
                </a:lnTo>
                <a:lnTo>
                  <a:pt x="3419382" y="85874"/>
                </a:lnTo>
                <a:lnTo>
                  <a:pt x="3429313" y="59617"/>
                </a:lnTo>
                <a:lnTo>
                  <a:pt x="3439245" y="42299"/>
                </a:lnTo>
                <a:lnTo>
                  <a:pt x="3449176" y="22860"/>
                </a:lnTo>
                <a:lnTo>
                  <a:pt x="3459107" y="30748"/>
                </a:lnTo>
                <a:lnTo>
                  <a:pt x="3469039" y="85111"/>
                </a:lnTo>
                <a:lnTo>
                  <a:pt x="3478970" y="141273"/>
                </a:lnTo>
                <a:lnTo>
                  <a:pt x="3488901" y="150331"/>
                </a:lnTo>
                <a:lnTo>
                  <a:pt x="3498833" y="133776"/>
                </a:lnTo>
                <a:lnTo>
                  <a:pt x="3508764" y="150272"/>
                </a:lnTo>
                <a:lnTo>
                  <a:pt x="3518695" y="214951"/>
                </a:lnTo>
                <a:lnTo>
                  <a:pt x="3528627" y="284155"/>
                </a:lnTo>
                <a:lnTo>
                  <a:pt x="3538558" y="315044"/>
                </a:lnTo>
                <a:lnTo>
                  <a:pt x="3548489" y="325491"/>
                </a:lnTo>
                <a:lnTo>
                  <a:pt x="3558421" y="368931"/>
                </a:lnTo>
                <a:lnTo>
                  <a:pt x="3568352" y="443690"/>
                </a:lnTo>
                <a:lnTo>
                  <a:pt x="3578283" y="485863"/>
                </a:lnTo>
                <a:lnTo>
                  <a:pt x="3588215" y="477156"/>
                </a:lnTo>
                <a:lnTo>
                  <a:pt x="3598146" y="472496"/>
                </a:lnTo>
                <a:lnTo>
                  <a:pt x="3608077" y="486723"/>
                </a:lnTo>
                <a:lnTo>
                  <a:pt x="3618009" y="467589"/>
                </a:lnTo>
                <a:lnTo>
                  <a:pt x="3627940" y="415243"/>
                </a:lnTo>
                <a:lnTo>
                  <a:pt x="3637872" y="395353"/>
                </a:lnTo>
                <a:lnTo>
                  <a:pt x="3647803" y="410045"/>
                </a:lnTo>
                <a:lnTo>
                  <a:pt x="3657734" y="398911"/>
                </a:lnTo>
                <a:lnTo>
                  <a:pt x="3667666" y="368138"/>
                </a:lnTo>
                <a:lnTo>
                  <a:pt x="3677597" y="370425"/>
                </a:lnTo>
                <a:lnTo>
                  <a:pt x="3687528" y="384770"/>
                </a:lnTo>
                <a:lnTo>
                  <a:pt x="3697460" y="360799"/>
                </a:lnTo>
                <a:lnTo>
                  <a:pt x="3707391" y="326346"/>
                </a:lnTo>
                <a:lnTo>
                  <a:pt x="3717322" y="322838"/>
                </a:lnTo>
                <a:lnTo>
                  <a:pt x="3727254" y="318093"/>
                </a:lnTo>
                <a:lnTo>
                  <a:pt x="3737185" y="285007"/>
                </a:lnTo>
                <a:lnTo>
                  <a:pt x="3747116" y="258963"/>
                </a:lnTo>
                <a:lnTo>
                  <a:pt x="3757048" y="252033"/>
                </a:lnTo>
                <a:lnTo>
                  <a:pt x="3766979" y="236713"/>
                </a:lnTo>
                <a:lnTo>
                  <a:pt x="3776910" y="236510"/>
                </a:lnTo>
                <a:lnTo>
                  <a:pt x="3786842" y="291296"/>
                </a:lnTo>
                <a:lnTo>
                  <a:pt x="3796773" y="350773"/>
                </a:lnTo>
                <a:lnTo>
                  <a:pt x="3806704" y="345931"/>
                </a:lnTo>
                <a:lnTo>
                  <a:pt x="3816636" y="312275"/>
                </a:lnTo>
                <a:lnTo>
                  <a:pt x="3826567" y="311961"/>
                </a:lnTo>
                <a:lnTo>
                  <a:pt x="3836499" y="323357"/>
                </a:lnTo>
                <a:lnTo>
                  <a:pt x="3846430" y="316395"/>
                </a:lnTo>
                <a:lnTo>
                  <a:pt x="3856361" y="318656"/>
                </a:lnTo>
                <a:lnTo>
                  <a:pt x="3866293" y="327544"/>
                </a:lnTo>
                <a:lnTo>
                  <a:pt x="3876224" y="296562"/>
                </a:lnTo>
                <a:lnTo>
                  <a:pt x="3886155" y="251962"/>
                </a:lnTo>
                <a:lnTo>
                  <a:pt x="3896087" y="266917"/>
                </a:lnTo>
                <a:lnTo>
                  <a:pt x="3906018" y="309782"/>
                </a:lnTo>
                <a:lnTo>
                  <a:pt x="3915949" y="282382"/>
                </a:lnTo>
                <a:lnTo>
                  <a:pt x="3925881" y="194415"/>
                </a:lnTo>
                <a:lnTo>
                  <a:pt x="3935812" y="140764"/>
                </a:lnTo>
                <a:lnTo>
                  <a:pt x="3945743" y="139058"/>
                </a:lnTo>
                <a:lnTo>
                  <a:pt x="3955675" y="133330"/>
                </a:lnTo>
                <a:lnTo>
                  <a:pt x="3965606" y="112976"/>
                </a:lnTo>
                <a:lnTo>
                  <a:pt x="3975537" y="105864"/>
                </a:lnTo>
                <a:lnTo>
                  <a:pt x="3985469" y="101981"/>
                </a:lnTo>
                <a:lnTo>
                  <a:pt x="3995400" y="78082"/>
                </a:lnTo>
                <a:lnTo>
                  <a:pt x="4005331" y="52850"/>
                </a:lnTo>
                <a:lnTo>
                  <a:pt x="4015263" y="54738"/>
                </a:lnTo>
                <a:lnTo>
                  <a:pt x="4025194" y="76019"/>
                </a:lnTo>
                <a:lnTo>
                  <a:pt x="4035126" y="95801"/>
                </a:lnTo>
                <a:lnTo>
                  <a:pt x="4045057" y="113612"/>
                </a:lnTo>
                <a:lnTo>
                  <a:pt x="4054988" y="137541"/>
                </a:lnTo>
                <a:lnTo>
                  <a:pt x="4064920" y="162153"/>
                </a:lnTo>
                <a:lnTo>
                  <a:pt x="4074851" y="176158"/>
                </a:lnTo>
                <a:lnTo>
                  <a:pt x="4084782" y="187350"/>
                </a:lnTo>
                <a:lnTo>
                  <a:pt x="4094714" y="220877"/>
                </a:lnTo>
                <a:lnTo>
                  <a:pt x="4104645" y="275523"/>
                </a:lnTo>
                <a:lnTo>
                  <a:pt x="4114576" y="304735"/>
                </a:lnTo>
                <a:lnTo>
                  <a:pt x="4124508" y="280540"/>
                </a:lnTo>
                <a:lnTo>
                  <a:pt x="4134439" y="250662"/>
                </a:lnTo>
                <a:lnTo>
                  <a:pt x="4144370" y="275672"/>
                </a:lnTo>
                <a:lnTo>
                  <a:pt x="4154302" y="336546"/>
                </a:lnTo>
                <a:lnTo>
                  <a:pt x="4164233" y="371138"/>
                </a:lnTo>
                <a:lnTo>
                  <a:pt x="4174164" y="374244"/>
                </a:lnTo>
                <a:lnTo>
                  <a:pt x="4184096" y="388726"/>
                </a:lnTo>
                <a:lnTo>
                  <a:pt x="4194027" y="419952"/>
                </a:lnTo>
                <a:lnTo>
                  <a:pt x="4203958" y="430913"/>
                </a:lnTo>
                <a:lnTo>
                  <a:pt x="4213890" y="412859"/>
                </a:lnTo>
                <a:lnTo>
                  <a:pt x="4223821" y="401259"/>
                </a:lnTo>
                <a:lnTo>
                  <a:pt x="4233753" y="417306"/>
                </a:lnTo>
                <a:lnTo>
                  <a:pt x="4243684" y="434349"/>
                </a:lnTo>
                <a:lnTo>
                  <a:pt x="4253615" y="417734"/>
                </a:lnTo>
                <a:lnTo>
                  <a:pt x="4263547" y="375825"/>
                </a:lnTo>
                <a:lnTo>
                  <a:pt x="4273478" y="348410"/>
                </a:lnTo>
                <a:lnTo>
                  <a:pt x="4283409" y="353132"/>
                </a:lnTo>
                <a:lnTo>
                  <a:pt x="4293341" y="370590"/>
                </a:lnTo>
                <a:lnTo>
                  <a:pt x="4303272" y="376261"/>
                </a:lnTo>
                <a:lnTo>
                  <a:pt x="4313203" y="355816"/>
                </a:lnTo>
                <a:lnTo>
                  <a:pt x="4323135" y="304521"/>
                </a:lnTo>
                <a:lnTo>
                  <a:pt x="4333066" y="251362"/>
                </a:lnTo>
                <a:lnTo>
                  <a:pt x="4342997" y="251384"/>
                </a:lnTo>
                <a:lnTo>
                  <a:pt x="4352929" y="301152"/>
                </a:lnTo>
                <a:lnTo>
                  <a:pt x="4362860" y="311762"/>
                </a:lnTo>
                <a:lnTo>
                  <a:pt x="4372791" y="233648"/>
                </a:lnTo>
                <a:lnTo>
                  <a:pt x="4382723" y="145773"/>
                </a:lnTo>
                <a:lnTo>
                  <a:pt x="4392654" y="142071"/>
                </a:lnTo>
                <a:lnTo>
                  <a:pt x="4402585" y="197205"/>
                </a:lnTo>
                <a:lnTo>
                  <a:pt x="4412517" y="226925"/>
                </a:lnTo>
                <a:lnTo>
                  <a:pt x="4422448" y="214061"/>
                </a:lnTo>
                <a:lnTo>
                  <a:pt x="4432380" y="196525"/>
                </a:lnTo>
                <a:lnTo>
                  <a:pt x="4442311" y="189429"/>
                </a:lnTo>
                <a:lnTo>
                  <a:pt x="4452242" y="185636"/>
                </a:lnTo>
                <a:lnTo>
                  <a:pt x="4462174" y="191088"/>
                </a:lnTo>
                <a:lnTo>
                  <a:pt x="4472105" y="214035"/>
                </a:lnTo>
                <a:lnTo>
                  <a:pt x="4482036" y="242534"/>
                </a:lnTo>
                <a:lnTo>
                  <a:pt x="4491968" y="253256"/>
                </a:lnTo>
                <a:lnTo>
                  <a:pt x="4501899" y="238493"/>
                </a:lnTo>
                <a:lnTo>
                  <a:pt x="4511830" y="225742"/>
                </a:lnTo>
                <a:lnTo>
                  <a:pt x="4521762" y="254204"/>
                </a:lnTo>
                <a:lnTo>
                  <a:pt x="4531693" y="314997"/>
                </a:lnTo>
                <a:lnTo>
                  <a:pt x="4541624" y="352984"/>
                </a:lnTo>
                <a:lnTo>
                  <a:pt x="4551556" y="352433"/>
                </a:lnTo>
                <a:lnTo>
                  <a:pt x="4561487" y="358467"/>
                </a:lnTo>
                <a:lnTo>
                  <a:pt x="4571418" y="386853"/>
                </a:lnTo>
                <a:lnTo>
                  <a:pt x="4581350" y="397147"/>
                </a:lnTo>
                <a:lnTo>
                  <a:pt x="4591281" y="379923"/>
                </a:lnTo>
                <a:lnTo>
                  <a:pt x="4601212" y="372088"/>
                </a:lnTo>
                <a:lnTo>
                  <a:pt x="4611144" y="372280"/>
                </a:lnTo>
                <a:lnTo>
                  <a:pt x="4621075" y="347496"/>
                </a:lnTo>
                <a:lnTo>
                  <a:pt x="4631007" y="317880"/>
                </a:lnTo>
                <a:lnTo>
                  <a:pt x="4640938" y="322869"/>
                </a:lnTo>
                <a:lnTo>
                  <a:pt x="4650869" y="328243"/>
                </a:lnTo>
                <a:lnTo>
                  <a:pt x="4660801" y="279874"/>
                </a:lnTo>
                <a:lnTo>
                  <a:pt x="4670732" y="211418"/>
                </a:lnTo>
                <a:lnTo>
                  <a:pt x="4680663" y="194777"/>
                </a:lnTo>
                <a:lnTo>
                  <a:pt x="4690595" y="229396"/>
                </a:lnTo>
                <a:lnTo>
                  <a:pt x="4700526" y="261864"/>
                </a:lnTo>
                <a:lnTo>
                  <a:pt x="4710457" y="262013"/>
                </a:lnTo>
                <a:lnTo>
                  <a:pt x="4720389" y="228130"/>
                </a:lnTo>
                <a:lnTo>
                  <a:pt x="4730320" y="178556"/>
                </a:lnTo>
                <a:lnTo>
                  <a:pt x="4740251" y="160666"/>
                </a:lnTo>
                <a:lnTo>
                  <a:pt x="4750183" y="201302"/>
                </a:lnTo>
                <a:lnTo>
                  <a:pt x="4760114" y="251641"/>
                </a:lnTo>
                <a:lnTo>
                  <a:pt x="4770045" y="248772"/>
                </a:lnTo>
                <a:lnTo>
                  <a:pt x="4779977" y="207742"/>
                </a:lnTo>
                <a:lnTo>
                  <a:pt x="4789908" y="187772"/>
                </a:lnTo>
                <a:lnTo>
                  <a:pt x="4799839" y="204208"/>
                </a:lnTo>
                <a:lnTo>
                  <a:pt x="4809771" y="232571"/>
                </a:lnTo>
                <a:lnTo>
                  <a:pt x="4819702" y="261168"/>
                </a:lnTo>
                <a:lnTo>
                  <a:pt x="4829634" y="293432"/>
                </a:lnTo>
                <a:lnTo>
                  <a:pt x="4839565" y="329634"/>
                </a:lnTo>
                <a:lnTo>
                  <a:pt x="4849496" y="370593"/>
                </a:lnTo>
                <a:lnTo>
                  <a:pt x="4859428" y="412923"/>
                </a:lnTo>
                <a:lnTo>
                  <a:pt x="4869359" y="438351"/>
                </a:lnTo>
                <a:lnTo>
                  <a:pt x="4879290" y="435391"/>
                </a:lnTo>
                <a:lnTo>
                  <a:pt x="4889222" y="423790"/>
                </a:lnTo>
                <a:lnTo>
                  <a:pt x="4899153" y="431601"/>
                </a:lnTo>
                <a:lnTo>
                  <a:pt x="4909084" y="456589"/>
                </a:lnTo>
                <a:lnTo>
                  <a:pt x="4919016" y="470580"/>
                </a:lnTo>
                <a:lnTo>
                  <a:pt x="4928947" y="457936"/>
                </a:lnTo>
                <a:lnTo>
                  <a:pt x="4938878" y="434801"/>
                </a:lnTo>
                <a:lnTo>
                  <a:pt x="4948810" y="423891"/>
                </a:lnTo>
                <a:lnTo>
                  <a:pt x="4958741" y="420036"/>
                </a:lnTo>
                <a:lnTo>
                  <a:pt x="4968672" y="401666"/>
                </a:lnTo>
                <a:lnTo>
                  <a:pt x="4978604" y="372509"/>
                </a:lnTo>
                <a:lnTo>
                  <a:pt x="4988535" y="357131"/>
                </a:lnTo>
                <a:lnTo>
                  <a:pt x="4998466" y="353680"/>
                </a:lnTo>
                <a:lnTo>
                  <a:pt x="5008398" y="334170"/>
                </a:lnTo>
                <a:lnTo>
                  <a:pt x="5018329" y="294402"/>
                </a:lnTo>
                <a:lnTo>
                  <a:pt x="5028261" y="258440"/>
                </a:lnTo>
                <a:lnTo>
                  <a:pt x="5038192" y="235751"/>
                </a:lnTo>
                <a:lnTo>
                  <a:pt x="5048123" y="217860"/>
                </a:lnTo>
                <a:lnTo>
                  <a:pt x="5058055" y="207757"/>
                </a:lnTo>
                <a:lnTo>
                  <a:pt x="5067986" y="213317"/>
                </a:lnTo>
                <a:lnTo>
                  <a:pt x="5077917" y="226824"/>
                </a:lnTo>
                <a:lnTo>
                  <a:pt x="5087849" y="237671"/>
                </a:lnTo>
                <a:lnTo>
                  <a:pt x="5097780" y="242960"/>
                </a:lnTo>
              </a:path>
            </a:pathLst>
          </a:custGeom>
          <a:solidFill>
            <a:srgbClr val="FFFFFF">
              <a:alpha val="0"/>
            </a:srgbClr>
          </a:solidFill>
          <a:ln w="13335" cap="rnd">
            <a:solidFill>
              <a:srgbClr val="007C83"/>
            </a:solidFill>
            <a:prstDash val="dash"/>
          </a:ln>
        </p:spPr>
      </p:sp>
      <p:sp>
        <p:nvSpPr>
          <p:cNvPr id="16" name="Text 14"/>
          <p:cNvSpPr/>
          <p:nvPr/>
        </p:nvSpPr>
        <p:spPr>
          <a:xfrm>
            <a:off x="484632" y="3310128"/>
            <a:ext cx="347472" cy="192024"/>
          </a:xfrm>
          <a:prstGeom prst="rect">
            <a:avLst/>
          </a:prstGeom>
          <a:noFill/>
          <a:ln/>
        </p:spPr>
        <p:txBody>
          <a:bodyPr wrap="square" lIns="0" tIns="0" rIns="0" bIns="0" rtlCol="0" anchor="t"/>
          <a:lstStyle/>
          <a:p>
            <a:pPr algn="r" indent="0" marL="0">
              <a:lnSpc>
                <a:spcPct val="100000"/>
              </a:lnSpc>
              <a:buNone/>
            </a:pPr>
            <a:r>
              <a:rPr lang="ko-KR" altLang="en-US" sz="850" dirty="0">
                <a:solidFill>
                  <a:srgbClr val="647986"/>
                </a:solidFill>
                <a:latin typeface="Pretendard" pitchFamily="34" charset="0"/>
                <a:ea typeface="Pretendard" pitchFamily="34" charset="-122"/>
                <a:cs typeface="Pretendard" pitchFamily="34" charset="-120"/>
              </a:rPr>
              <a:t>-4.2</a:t>
            </a:r>
            <a:endParaRPr lang="ko-KR" sz="850" dirty="0"/>
          </a:p>
        </p:txBody>
      </p:sp>
      <p:sp>
        <p:nvSpPr>
          <p:cNvPr id="17" name="Text 15"/>
          <p:cNvSpPr/>
          <p:nvPr/>
        </p:nvSpPr>
        <p:spPr>
          <a:xfrm>
            <a:off x="484632" y="3012948"/>
            <a:ext cx="347472" cy="192024"/>
          </a:xfrm>
          <a:prstGeom prst="rect">
            <a:avLst/>
          </a:prstGeom>
          <a:noFill/>
          <a:ln/>
        </p:spPr>
        <p:txBody>
          <a:bodyPr wrap="square" lIns="0" tIns="0" rIns="0" bIns="0" rtlCol="0" anchor="t"/>
          <a:lstStyle/>
          <a:p>
            <a:pPr algn="r" indent="0" marL="0">
              <a:lnSpc>
                <a:spcPct val="100000"/>
              </a:lnSpc>
              <a:buNone/>
            </a:pPr>
            <a:r>
              <a:rPr lang="ko-KR" altLang="en-US" sz="850" dirty="0">
                <a:solidFill>
                  <a:srgbClr val="647986"/>
                </a:solidFill>
                <a:latin typeface="Pretendard" pitchFamily="34" charset="0"/>
                <a:ea typeface="Pretendard" pitchFamily="34" charset="-122"/>
                <a:cs typeface="Pretendard" pitchFamily="34" charset="-120"/>
              </a:rPr>
              <a:t>0.0</a:t>
            </a:r>
            <a:endParaRPr lang="ko-KR" sz="850" dirty="0"/>
          </a:p>
        </p:txBody>
      </p:sp>
      <p:sp>
        <p:nvSpPr>
          <p:cNvPr id="18" name="Text 16"/>
          <p:cNvSpPr/>
          <p:nvPr/>
        </p:nvSpPr>
        <p:spPr>
          <a:xfrm>
            <a:off x="484632" y="2715768"/>
            <a:ext cx="347472" cy="192024"/>
          </a:xfrm>
          <a:prstGeom prst="rect">
            <a:avLst/>
          </a:prstGeom>
          <a:noFill/>
          <a:ln/>
        </p:spPr>
        <p:txBody>
          <a:bodyPr wrap="square" lIns="0" tIns="0" rIns="0" bIns="0" rtlCol="0" anchor="t"/>
          <a:lstStyle/>
          <a:p>
            <a:pPr algn="r" indent="0" marL="0">
              <a:lnSpc>
                <a:spcPct val="100000"/>
              </a:lnSpc>
              <a:buNone/>
            </a:pPr>
            <a:r>
              <a:rPr lang="ko-KR" altLang="en-US" sz="850" dirty="0">
                <a:solidFill>
                  <a:srgbClr val="647986"/>
                </a:solidFill>
                <a:latin typeface="Pretendard" pitchFamily="34" charset="0"/>
                <a:ea typeface="Pretendard" pitchFamily="34" charset="-122"/>
                <a:cs typeface="Pretendard" pitchFamily="34" charset="-120"/>
              </a:rPr>
              <a:t>4.2</a:t>
            </a:r>
            <a:endParaRPr lang="ko-KR" sz="850" dirty="0"/>
          </a:p>
        </p:txBody>
      </p:sp>
      <p:sp>
        <p:nvSpPr>
          <p:cNvPr id="19" name="Shape 17"/>
          <p:cNvSpPr/>
          <p:nvPr/>
        </p:nvSpPr>
        <p:spPr>
          <a:xfrm>
            <a:off x="905256" y="3493008"/>
            <a:ext cx="5074920" cy="265176"/>
          </a:xfrm>
          <a:prstGeom prst="rect">
            <a:avLst>
              <a:gd name="adj" fmla="val 34483"/>
            </a:avLst>
          </a:prstGeom>
          <a:solidFill>
            <a:srgbClr val="FFFFFF"/>
          </a:solidFill>
          <a:ln w="12700">
            <a:solidFill>
              <a:srgbClr val="DAE3E7"/>
            </a:solidFill>
            <a:prstDash val="solid"/>
          </a:ln>
        </p:spPr>
      </p:sp>
      <p:sp>
        <p:nvSpPr>
          <p:cNvPr id="20" name="Shape 18"/>
          <p:cNvSpPr/>
          <p:nvPr/>
        </p:nvSpPr>
        <p:spPr>
          <a:xfrm>
            <a:off x="905256" y="3625596"/>
            <a:ext cx="5074920" cy="0"/>
          </a:xfrm>
          <a:prstGeom prst="line">
            <a:avLst/>
          </a:prstGeom>
          <a:noFill/>
          <a:ln w="8255">
            <a:solidFill>
              <a:srgbClr val="DAE3E7"/>
            </a:solidFill>
            <a:prstDash val="solid"/>
          </a:ln>
        </p:spPr>
      </p:sp>
      <p:sp>
        <p:nvSpPr>
          <p:cNvPr id="21" name="wave_2"/>
          <p:cNvSpPr/>
          <p:nvPr/>
        </p:nvSpPr>
        <p:spPr>
          <a:xfrm>
            <a:off x="882396" y="3583447"/>
            <a:ext cx="5120640" cy="88320"/>
          </a:xfrm>
          <a:custGeom>
            <a:avLst/>
            <a:gdLst/>
            <a:ahLst/>
            <a:cxnLst/>
            <a:rect l="l" t="t" r="r" b="b"/>
            <a:pathLst>
              <a:path w="5120640" h="88320" fill="none" stroke="1" extrusionOk="0">
                <a:moveTo>
                  <a:pt x="22860" y="37189"/>
                </a:moveTo>
                <a:lnTo>
                  <a:pt x="32791" y="42389"/>
                </a:lnTo>
                <a:lnTo>
                  <a:pt x="42723" y="43749"/>
                </a:lnTo>
                <a:lnTo>
                  <a:pt x="52654" y="39877"/>
                </a:lnTo>
                <a:lnTo>
                  <a:pt x="62585" y="38889"/>
                </a:lnTo>
                <a:lnTo>
                  <a:pt x="72517" y="43558"/>
                </a:lnTo>
                <a:lnTo>
                  <a:pt x="82448" y="48882"/>
                </a:lnTo>
                <a:lnTo>
                  <a:pt x="92379" y="51043"/>
                </a:lnTo>
                <a:lnTo>
                  <a:pt x="102311" y="48641"/>
                </a:lnTo>
                <a:lnTo>
                  <a:pt x="112242" y="41960"/>
                </a:lnTo>
                <a:lnTo>
                  <a:pt x="122174" y="37103"/>
                </a:lnTo>
                <a:lnTo>
                  <a:pt x="132105" y="40279"/>
                </a:lnTo>
                <a:lnTo>
                  <a:pt x="142036" y="46356"/>
                </a:lnTo>
                <a:lnTo>
                  <a:pt x="151968" y="46474"/>
                </a:lnTo>
                <a:lnTo>
                  <a:pt x="161899" y="43539"/>
                </a:lnTo>
                <a:lnTo>
                  <a:pt x="171830" y="44701"/>
                </a:lnTo>
                <a:lnTo>
                  <a:pt x="181762" y="46478"/>
                </a:lnTo>
                <a:lnTo>
                  <a:pt x="191693" y="43534"/>
                </a:lnTo>
                <a:lnTo>
                  <a:pt x="201624" y="41097"/>
                </a:lnTo>
                <a:lnTo>
                  <a:pt x="211556" y="44288"/>
                </a:lnTo>
                <a:lnTo>
                  <a:pt x="221487" y="48389"/>
                </a:lnTo>
                <a:lnTo>
                  <a:pt x="231418" y="49401"/>
                </a:lnTo>
                <a:lnTo>
                  <a:pt x="241350" y="49068"/>
                </a:lnTo>
                <a:lnTo>
                  <a:pt x="251281" y="45805"/>
                </a:lnTo>
                <a:lnTo>
                  <a:pt x="261212" y="37778"/>
                </a:lnTo>
                <a:lnTo>
                  <a:pt x="271144" y="32430"/>
                </a:lnTo>
                <a:lnTo>
                  <a:pt x="281075" y="35311"/>
                </a:lnTo>
                <a:lnTo>
                  <a:pt x="291006" y="38281"/>
                </a:lnTo>
                <a:lnTo>
                  <a:pt x="300938" y="35761"/>
                </a:lnTo>
                <a:lnTo>
                  <a:pt x="310869" y="37250"/>
                </a:lnTo>
                <a:lnTo>
                  <a:pt x="320801" y="46948"/>
                </a:lnTo>
                <a:lnTo>
                  <a:pt x="330732" y="51259"/>
                </a:lnTo>
                <a:lnTo>
                  <a:pt x="340663" y="43114"/>
                </a:lnTo>
                <a:lnTo>
                  <a:pt x="350595" y="36371"/>
                </a:lnTo>
                <a:lnTo>
                  <a:pt x="360526" y="40932"/>
                </a:lnTo>
                <a:lnTo>
                  <a:pt x="370457" y="46137"/>
                </a:lnTo>
                <a:lnTo>
                  <a:pt x="380389" y="42170"/>
                </a:lnTo>
                <a:lnTo>
                  <a:pt x="390320" y="36579"/>
                </a:lnTo>
                <a:lnTo>
                  <a:pt x="400251" y="37767"/>
                </a:lnTo>
                <a:lnTo>
                  <a:pt x="410183" y="40386"/>
                </a:lnTo>
                <a:lnTo>
                  <a:pt x="420114" y="37748"/>
                </a:lnTo>
                <a:lnTo>
                  <a:pt x="430045" y="35009"/>
                </a:lnTo>
                <a:lnTo>
                  <a:pt x="439977" y="40064"/>
                </a:lnTo>
                <a:lnTo>
                  <a:pt x="449908" y="49050"/>
                </a:lnTo>
                <a:lnTo>
                  <a:pt x="459839" y="50266"/>
                </a:lnTo>
                <a:lnTo>
                  <a:pt x="469771" y="41635"/>
                </a:lnTo>
                <a:lnTo>
                  <a:pt x="479702" y="35868"/>
                </a:lnTo>
                <a:lnTo>
                  <a:pt x="489633" y="42238"/>
                </a:lnTo>
                <a:lnTo>
                  <a:pt x="499565" y="50349"/>
                </a:lnTo>
                <a:lnTo>
                  <a:pt x="509496" y="44700"/>
                </a:lnTo>
                <a:lnTo>
                  <a:pt x="519428" y="30800"/>
                </a:lnTo>
                <a:lnTo>
                  <a:pt x="529359" y="28854"/>
                </a:lnTo>
                <a:lnTo>
                  <a:pt x="539290" y="42105"/>
                </a:lnTo>
                <a:lnTo>
                  <a:pt x="549222" y="51765"/>
                </a:lnTo>
                <a:lnTo>
                  <a:pt x="559153" y="46811"/>
                </a:lnTo>
                <a:lnTo>
                  <a:pt x="569084" y="38807"/>
                </a:lnTo>
                <a:lnTo>
                  <a:pt x="579016" y="40251"/>
                </a:lnTo>
                <a:lnTo>
                  <a:pt x="588947" y="45998"/>
                </a:lnTo>
                <a:lnTo>
                  <a:pt x="598878" y="45669"/>
                </a:lnTo>
                <a:lnTo>
                  <a:pt x="608810" y="40753"/>
                </a:lnTo>
                <a:lnTo>
                  <a:pt x="618741" y="38958"/>
                </a:lnTo>
                <a:lnTo>
                  <a:pt x="628672" y="40948"/>
                </a:lnTo>
                <a:lnTo>
                  <a:pt x="638604" y="42062"/>
                </a:lnTo>
                <a:lnTo>
                  <a:pt x="648535" y="41012"/>
                </a:lnTo>
                <a:lnTo>
                  <a:pt x="658466" y="39564"/>
                </a:lnTo>
                <a:lnTo>
                  <a:pt x="668398" y="38377"/>
                </a:lnTo>
                <a:lnTo>
                  <a:pt x="678329" y="38159"/>
                </a:lnTo>
                <a:lnTo>
                  <a:pt x="688260" y="39866"/>
                </a:lnTo>
                <a:lnTo>
                  <a:pt x="698192" y="40778"/>
                </a:lnTo>
                <a:lnTo>
                  <a:pt x="708123" y="37197"/>
                </a:lnTo>
                <a:lnTo>
                  <a:pt x="718055" y="32481"/>
                </a:lnTo>
                <a:lnTo>
                  <a:pt x="727986" y="33033"/>
                </a:lnTo>
                <a:lnTo>
                  <a:pt x="737917" y="36138"/>
                </a:lnTo>
                <a:lnTo>
                  <a:pt x="747849" y="34338"/>
                </a:lnTo>
                <a:lnTo>
                  <a:pt x="757780" y="31185"/>
                </a:lnTo>
                <a:lnTo>
                  <a:pt x="767711" y="36520"/>
                </a:lnTo>
                <a:lnTo>
                  <a:pt x="777643" y="46702"/>
                </a:lnTo>
                <a:lnTo>
                  <a:pt x="787574" y="48171"/>
                </a:lnTo>
                <a:lnTo>
                  <a:pt x="797505" y="40476"/>
                </a:lnTo>
                <a:lnTo>
                  <a:pt x="807437" y="36257"/>
                </a:lnTo>
                <a:lnTo>
                  <a:pt x="817368" y="39199"/>
                </a:lnTo>
                <a:lnTo>
                  <a:pt x="827299" y="41585"/>
                </a:lnTo>
                <a:lnTo>
                  <a:pt x="837231" y="41461"/>
                </a:lnTo>
                <a:lnTo>
                  <a:pt x="847162" y="42812"/>
                </a:lnTo>
                <a:lnTo>
                  <a:pt x="857093" y="42680"/>
                </a:lnTo>
                <a:lnTo>
                  <a:pt x="867025" y="36932"/>
                </a:lnTo>
                <a:lnTo>
                  <a:pt x="876956" y="33023"/>
                </a:lnTo>
                <a:lnTo>
                  <a:pt x="886887" y="38944"/>
                </a:lnTo>
                <a:lnTo>
                  <a:pt x="896819" y="46970"/>
                </a:lnTo>
                <a:lnTo>
                  <a:pt x="906750" y="45668"/>
                </a:lnTo>
                <a:lnTo>
                  <a:pt x="916682" y="39628"/>
                </a:lnTo>
                <a:lnTo>
                  <a:pt x="926613" y="40901"/>
                </a:lnTo>
                <a:lnTo>
                  <a:pt x="936544" y="49233"/>
                </a:lnTo>
                <a:lnTo>
                  <a:pt x="946476" y="55176"/>
                </a:lnTo>
                <a:lnTo>
                  <a:pt x="956407" y="54607"/>
                </a:lnTo>
                <a:lnTo>
                  <a:pt x="966338" y="48787"/>
                </a:lnTo>
                <a:lnTo>
                  <a:pt x="976270" y="39189"/>
                </a:lnTo>
                <a:lnTo>
                  <a:pt x="986201" y="31297"/>
                </a:lnTo>
                <a:lnTo>
                  <a:pt x="996132" y="33211"/>
                </a:lnTo>
                <a:lnTo>
                  <a:pt x="1006064" y="42980"/>
                </a:lnTo>
                <a:lnTo>
                  <a:pt x="1015995" y="48225"/>
                </a:lnTo>
                <a:lnTo>
                  <a:pt x="1025926" y="43826"/>
                </a:lnTo>
                <a:lnTo>
                  <a:pt x="1035858" y="37858"/>
                </a:lnTo>
                <a:lnTo>
                  <a:pt x="1045789" y="36417"/>
                </a:lnTo>
                <a:lnTo>
                  <a:pt x="1055720" y="36715"/>
                </a:lnTo>
                <a:lnTo>
                  <a:pt x="1065652" y="37875"/>
                </a:lnTo>
                <a:lnTo>
                  <a:pt x="1075583" y="42555"/>
                </a:lnTo>
                <a:lnTo>
                  <a:pt x="1085514" y="46131"/>
                </a:lnTo>
                <a:lnTo>
                  <a:pt x="1095446" y="41917"/>
                </a:lnTo>
                <a:lnTo>
                  <a:pt x="1105377" y="37116"/>
                </a:lnTo>
                <a:lnTo>
                  <a:pt x="1115309" y="43243"/>
                </a:lnTo>
                <a:lnTo>
                  <a:pt x="1125240" y="52403"/>
                </a:lnTo>
                <a:lnTo>
                  <a:pt x="1135171" y="47213"/>
                </a:lnTo>
                <a:lnTo>
                  <a:pt x="1145103" y="32336"/>
                </a:lnTo>
                <a:lnTo>
                  <a:pt x="1155034" y="28872"/>
                </a:lnTo>
                <a:lnTo>
                  <a:pt x="1164965" y="38853"/>
                </a:lnTo>
                <a:lnTo>
                  <a:pt x="1174897" y="44240"/>
                </a:lnTo>
                <a:lnTo>
                  <a:pt x="1184828" y="39633"/>
                </a:lnTo>
                <a:lnTo>
                  <a:pt x="1194759" y="36451"/>
                </a:lnTo>
                <a:lnTo>
                  <a:pt x="1204691" y="37136"/>
                </a:lnTo>
                <a:lnTo>
                  <a:pt x="1214622" y="34543"/>
                </a:lnTo>
                <a:lnTo>
                  <a:pt x="1224553" y="32584"/>
                </a:lnTo>
                <a:lnTo>
                  <a:pt x="1234485" y="39056"/>
                </a:lnTo>
                <a:lnTo>
                  <a:pt x="1244416" y="45452"/>
                </a:lnTo>
                <a:lnTo>
                  <a:pt x="1254347" y="41014"/>
                </a:lnTo>
                <a:lnTo>
                  <a:pt x="1264279" y="34789"/>
                </a:lnTo>
                <a:lnTo>
                  <a:pt x="1274210" y="37402"/>
                </a:lnTo>
                <a:lnTo>
                  <a:pt x="1284141" y="38549"/>
                </a:lnTo>
                <a:lnTo>
                  <a:pt x="1294073" y="29449"/>
                </a:lnTo>
                <a:lnTo>
                  <a:pt x="1304004" y="24913"/>
                </a:lnTo>
                <a:lnTo>
                  <a:pt x="1313936" y="35110"/>
                </a:lnTo>
                <a:lnTo>
                  <a:pt x="1323867" y="42326"/>
                </a:lnTo>
                <a:lnTo>
                  <a:pt x="1333798" y="34424"/>
                </a:lnTo>
                <a:lnTo>
                  <a:pt x="1343730" y="30864"/>
                </a:lnTo>
                <a:lnTo>
                  <a:pt x="1353661" y="45892"/>
                </a:lnTo>
                <a:lnTo>
                  <a:pt x="1363592" y="59055"/>
                </a:lnTo>
                <a:lnTo>
                  <a:pt x="1373524" y="52172"/>
                </a:lnTo>
                <a:lnTo>
                  <a:pt x="1383455" y="41316"/>
                </a:lnTo>
                <a:lnTo>
                  <a:pt x="1393386" y="43809"/>
                </a:lnTo>
                <a:lnTo>
                  <a:pt x="1403318" y="48805"/>
                </a:lnTo>
                <a:lnTo>
                  <a:pt x="1413249" y="46022"/>
                </a:lnTo>
                <a:lnTo>
                  <a:pt x="1423180" y="46932"/>
                </a:lnTo>
                <a:lnTo>
                  <a:pt x="1433112" y="55421"/>
                </a:lnTo>
                <a:lnTo>
                  <a:pt x="1443043" y="55124"/>
                </a:lnTo>
                <a:lnTo>
                  <a:pt x="1452974" y="43646"/>
                </a:lnTo>
                <a:lnTo>
                  <a:pt x="1462906" y="40936"/>
                </a:lnTo>
                <a:lnTo>
                  <a:pt x="1472837" y="51076"/>
                </a:lnTo>
                <a:lnTo>
                  <a:pt x="1482768" y="54952"/>
                </a:lnTo>
                <a:lnTo>
                  <a:pt x="1492700" y="48188"/>
                </a:lnTo>
                <a:lnTo>
                  <a:pt x="1502631" y="46560"/>
                </a:lnTo>
                <a:lnTo>
                  <a:pt x="1512563" y="51226"/>
                </a:lnTo>
                <a:lnTo>
                  <a:pt x="1522494" y="47715"/>
                </a:lnTo>
                <a:lnTo>
                  <a:pt x="1532425" y="37324"/>
                </a:lnTo>
                <a:lnTo>
                  <a:pt x="1542357" y="32873"/>
                </a:lnTo>
                <a:lnTo>
                  <a:pt x="1552288" y="31546"/>
                </a:lnTo>
                <a:lnTo>
                  <a:pt x="1562219" y="26190"/>
                </a:lnTo>
                <a:lnTo>
                  <a:pt x="1572151" y="28328"/>
                </a:lnTo>
                <a:lnTo>
                  <a:pt x="1582082" y="46036"/>
                </a:lnTo>
                <a:lnTo>
                  <a:pt x="1592013" y="58842"/>
                </a:lnTo>
                <a:lnTo>
                  <a:pt x="1601945" y="48370"/>
                </a:lnTo>
                <a:lnTo>
                  <a:pt x="1611876" y="32263"/>
                </a:lnTo>
                <a:lnTo>
                  <a:pt x="1621807" y="35256"/>
                </a:lnTo>
                <a:lnTo>
                  <a:pt x="1631739" y="48583"/>
                </a:lnTo>
                <a:lnTo>
                  <a:pt x="1641670" y="48985"/>
                </a:lnTo>
                <a:lnTo>
                  <a:pt x="1651601" y="37989"/>
                </a:lnTo>
                <a:lnTo>
                  <a:pt x="1661533" y="33714"/>
                </a:lnTo>
                <a:lnTo>
                  <a:pt x="1671464" y="39476"/>
                </a:lnTo>
                <a:lnTo>
                  <a:pt x="1681395" y="44900"/>
                </a:lnTo>
                <a:lnTo>
                  <a:pt x="1691327" y="46869"/>
                </a:lnTo>
                <a:lnTo>
                  <a:pt x="1701258" y="50051"/>
                </a:lnTo>
                <a:lnTo>
                  <a:pt x="1711190" y="53843"/>
                </a:lnTo>
                <a:lnTo>
                  <a:pt x="1721121" y="53097"/>
                </a:lnTo>
                <a:lnTo>
                  <a:pt x="1731052" y="47827"/>
                </a:lnTo>
                <a:lnTo>
                  <a:pt x="1740984" y="42411"/>
                </a:lnTo>
                <a:lnTo>
                  <a:pt x="1750915" y="37878"/>
                </a:lnTo>
                <a:lnTo>
                  <a:pt x="1760846" y="33104"/>
                </a:lnTo>
                <a:lnTo>
                  <a:pt x="1770778" y="31871"/>
                </a:lnTo>
                <a:lnTo>
                  <a:pt x="1780709" y="39056"/>
                </a:lnTo>
                <a:lnTo>
                  <a:pt x="1790640" y="48860"/>
                </a:lnTo>
                <a:lnTo>
                  <a:pt x="1800572" y="48584"/>
                </a:lnTo>
                <a:lnTo>
                  <a:pt x="1810503" y="38591"/>
                </a:lnTo>
                <a:lnTo>
                  <a:pt x="1820434" y="35011"/>
                </a:lnTo>
                <a:lnTo>
                  <a:pt x="1830366" y="45025"/>
                </a:lnTo>
                <a:lnTo>
                  <a:pt x="1840297" y="54728"/>
                </a:lnTo>
                <a:lnTo>
                  <a:pt x="1850228" y="52009"/>
                </a:lnTo>
                <a:lnTo>
                  <a:pt x="1860160" y="45163"/>
                </a:lnTo>
                <a:lnTo>
                  <a:pt x="1870091" y="45936"/>
                </a:lnTo>
                <a:lnTo>
                  <a:pt x="1880023" y="50015"/>
                </a:lnTo>
                <a:lnTo>
                  <a:pt x="1889954" y="48316"/>
                </a:lnTo>
                <a:lnTo>
                  <a:pt x="1899885" y="43693"/>
                </a:lnTo>
                <a:lnTo>
                  <a:pt x="1909817" y="43665"/>
                </a:lnTo>
                <a:lnTo>
                  <a:pt x="1919748" y="47588"/>
                </a:lnTo>
                <a:lnTo>
                  <a:pt x="1929679" y="49942"/>
                </a:lnTo>
                <a:lnTo>
                  <a:pt x="1939611" y="47865"/>
                </a:lnTo>
                <a:lnTo>
                  <a:pt x="1949542" y="42476"/>
                </a:lnTo>
                <a:lnTo>
                  <a:pt x="1959473" y="39702"/>
                </a:lnTo>
                <a:lnTo>
                  <a:pt x="1969405" y="45614"/>
                </a:lnTo>
                <a:lnTo>
                  <a:pt x="1979336" y="54175"/>
                </a:lnTo>
                <a:lnTo>
                  <a:pt x="1989267" y="51278"/>
                </a:lnTo>
                <a:lnTo>
                  <a:pt x="1999199" y="38813"/>
                </a:lnTo>
                <a:lnTo>
                  <a:pt x="2009130" y="35919"/>
                </a:lnTo>
                <a:lnTo>
                  <a:pt x="2019061" y="46432"/>
                </a:lnTo>
                <a:lnTo>
                  <a:pt x="2028993" y="50433"/>
                </a:lnTo>
                <a:lnTo>
                  <a:pt x="2038924" y="40892"/>
                </a:lnTo>
                <a:lnTo>
                  <a:pt x="2048855" y="37457"/>
                </a:lnTo>
                <a:lnTo>
                  <a:pt x="2058787" y="47439"/>
                </a:lnTo>
                <a:lnTo>
                  <a:pt x="2068718" y="49117"/>
                </a:lnTo>
                <a:lnTo>
                  <a:pt x="2078650" y="34614"/>
                </a:lnTo>
                <a:lnTo>
                  <a:pt x="2088581" y="30268"/>
                </a:lnTo>
                <a:lnTo>
                  <a:pt x="2098512" y="49461"/>
                </a:lnTo>
                <a:lnTo>
                  <a:pt x="2108444" y="65460"/>
                </a:lnTo>
                <a:lnTo>
                  <a:pt x="2118375" y="58256"/>
                </a:lnTo>
                <a:lnTo>
                  <a:pt x="2128306" y="47224"/>
                </a:lnTo>
                <a:lnTo>
                  <a:pt x="2138238" y="49609"/>
                </a:lnTo>
                <a:lnTo>
                  <a:pt x="2148169" y="49882"/>
                </a:lnTo>
                <a:lnTo>
                  <a:pt x="2158100" y="38657"/>
                </a:lnTo>
                <a:lnTo>
                  <a:pt x="2168032" y="36680"/>
                </a:lnTo>
                <a:lnTo>
                  <a:pt x="2177963" y="51195"/>
                </a:lnTo>
                <a:lnTo>
                  <a:pt x="2187894" y="55002"/>
                </a:lnTo>
                <a:lnTo>
                  <a:pt x="2197826" y="37430"/>
                </a:lnTo>
                <a:lnTo>
                  <a:pt x="2207757" y="28256"/>
                </a:lnTo>
                <a:lnTo>
                  <a:pt x="2217688" y="42775"/>
                </a:lnTo>
                <a:lnTo>
                  <a:pt x="2227620" y="52126"/>
                </a:lnTo>
                <a:lnTo>
                  <a:pt x="2237551" y="37001"/>
                </a:lnTo>
                <a:lnTo>
                  <a:pt x="2247482" y="22860"/>
                </a:lnTo>
                <a:lnTo>
                  <a:pt x="2257414" y="32383"/>
                </a:lnTo>
                <a:lnTo>
                  <a:pt x="2267345" y="47298"/>
                </a:lnTo>
                <a:lnTo>
                  <a:pt x="2277277" y="45952"/>
                </a:lnTo>
                <a:lnTo>
                  <a:pt x="2287208" y="39405"/>
                </a:lnTo>
                <a:lnTo>
                  <a:pt x="2297139" y="43810"/>
                </a:lnTo>
                <a:lnTo>
                  <a:pt x="2307071" y="50418"/>
                </a:lnTo>
                <a:lnTo>
                  <a:pt x="2317002" y="46556"/>
                </a:lnTo>
                <a:lnTo>
                  <a:pt x="2326933" y="39749"/>
                </a:lnTo>
                <a:lnTo>
                  <a:pt x="2336865" y="41590"/>
                </a:lnTo>
                <a:lnTo>
                  <a:pt x="2346796" y="47697"/>
                </a:lnTo>
                <a:lnTo>
                  <a:pt x="2356727" y="48258"/>
                </a:lnTo>
                <a:lnTo>
                  <a:pt x="2366659" y="43979"/>
                </a:lnTo>
                <a:lnTo>
                  <a:pt x="2376590" y="41343"/>
                </a:lnTo>
                <a:lnTo>
                  <a:pt x="2386521" y="41660"/>
                </a:lnTo>
                <a:lnTo>
                  <a:pt x="2396453" y="41396"/>
                </a:lnTo>
                <a:lnTo>
                  <a:pt x="2406384" y="38493"/>
                </a:lnTo>
                <a:lnTo>
                  <a:pt x="2416315" y="35454"/>
                </a:lnTo>
                <a:lnTo>
                  <a:pt x="2426247" y="36700"/>
                </a:lnTo>
                <a:lnTo>
                  <a:pt x="2436178" y="41482"/>
                </a:lnTo>
                <a:lnTo>
                  <a:pt x="2446109" y="41840"/>
                </a:lnTo>
                <a:lnTo>
                  <a:pt x="2456041" y="33774"/>
                </a:lnTo>
                <a:lnTo>
                  <a:pt x="2465972" y="26990"/>
                </a:lnTo>
                <a:lnTo>
                  <a:pt x="2475904" y="32892"/>
                </a:lnTo>
                <a:lnTo>
                  <a:pt x="2485835" y="45694"/>
                </a:lnTo>
                <a:lnTo>
                  <a:pt x="2495766" y="49732"/>
                </a:lnTo>
                <a:lnTo>
                  <a:pt x="2505698" y="43942"/>
                </a:lnTo>
                <a:lnTo>
                  <a:pt x="2515629" y="41638"/>
                </a:lnTo>
                <a:lnTo>
                  <a:pt x="2525560" y="46248"/>
                </a:lnTo>
                <a:lnTo>
                  <a:pt x="2535492" y="47938"/>
                </a:lnTo>
                <a:lnTo>
                  <a:pt x="2545423" y="45634"/>
                </a:lnTo>
                <a:lnTo>
                  <a:pt x="2555354" y="48837"/>
                </a:lnTo>
                <a:lnTo>
                  <a:pt x="2565286" y="54944"/>
                </a:lnTo>
                <a:lnTo>
                  <a:pt x="2575217" y="50711"/>
                </a:lnTo>
                <a:lnTo>
                  <a:pt x="2585148" y="39186"/>
                </a:lnTo>
                <a:lnTo>
                  <a:pt x="2595080" y="37125"/>
                </a:lnTo>
                <a:lnTo>
                  <a:pt x="2605011" y="43510"/>
                </a:lnTo>
                <a:lnTo>
                  <a:pt x="2614942" y="41207"/>
                </a:lnTo>
                <a:lnTo>
                  <a:pt x="2624874" y="30901"/>
                </a:lnTo>
                <a:lnTo>
                  <a:pt x="2634805" y="30621"/>
                </a:lnTo>
                <a:lnTo>
                  <a:pt x="2644736" y="41125"/>
                </a:lnTo>
                <a:lnTo>
                  <a:pt x="2654668" y="45114"/>
                </a:lnTo>
                <a:lnTo>
                  <a:pt x="2664599" y="40357"/>
                </a:lnTo>
                <a:lnTo>
                  <a:pt x="2674531" y="41377"/>
                </a:lnTo>
                <a:lnTo>
                  <a:pt x="2684462" y="49859"/>
                </a:lnTo>
                <a:lnTo>
                  <a:pt x="2694393" y="52652"/>
                </a:lnTo>
                <a:lnTo>
                  <a:pt x="2704325" y="46197"/>
                </a:lnTo>
                <a:lnTo>
                  <a:pt x="2714256" y="38801"/>
                </a:lnTo>
                <a:lnTo>
                  <a:pt x="2724187" y="34059"/>
                </a:lnTo>
                <a:lnTo>
                  <a:pt x="2734119" y="30605"/>
                </a:lnTo>
                <a:lnTo>
                  <a:pt x="2744050" y="30624"/>
                </a:lnTo>
                <a:lnTo>
                  <a:pt x="2753981" y="35371"/>
                </a:lnTo>
                <a:lnTo>
                  <a:pt x="2763913" y="40493"/>
                </a:lnTo>
                <a:lnTo>
                  <a:pt x="2773844" y="42521"/>
                </a:lnTo>
                <a:lnTo>
                  <a:pt x="2783775" y="42089"/>
                </a:lnTo>
                <a:lnTo>
                  <a:pt x="2793707" y="40667"/>
                </a:lnTo>
                <a:lnTo>
                  <a:pt x="2803638" y="40775"/>
                </a:lnTo>
                <a:lnTo>
                  <a:pt x="2813569" y="43620"/>
                </a:lnTo>
                <a:lnTo>
                  <a:pt x="2823501" y="43419"/>
                </a:lnTo>
                <a:lnTo>
                  <a:pt x="2833432" y="36301"/>
                </a:lnTo>
                <a:lnTo>
                  <a:pt x="2843363" y="33265"/>
                </a:lnTo>
                <a:lnTo>
                  <a:pt x="2853295" y="44746"/>
                </a:lnTo>
                <a:lnTo>
                  <a:pt x="2863226" y="57582"/>
                </a:lnTo>
                <a:lnTo>
                  <a:pt x="2873158" y="53160"/>
                </a:lnTo>
                <a:lnTo>
                  <a:pt x="2883089" y="40563"/>
                </a:lnTo>
                <a:lnTo>
                  <a:pt x="2893020" y="41424"/>
                </a:lnTo>
                <a:lnTo>
                  <a:pt x="2902952" y="51459"/>
                </a:lnTo>
                <a:lnTo>
                  <a:pt x="2912883" y="50158"/>
                </a:lnTo>
                <a:lnTo>
                  <a:pt x="2922814" y="39191"/>
                </a:lnTo>
                <a:lnTo>
                  <a:pt x="2932746" y="37935"/>
                </a:lnTo>
                <a:lnTo>
                  <a:pt x="2942677" y="48468"/>
                </a:lnTo>
                <a:lnTo>
                  <a:pt x="2952608" y="54692"/>
                </a:lnTo>
                <a:lnTo>
                  <a:pt x="2962540" y="50309"/>
                </a:lnTo>
                <a:lnTo>
                  <a:pt x="2972471" y="44036"/>
                </a:lnTo>
                <a:lnTo>
                  <a:pt x="2982402" y="42230"/>
                </a:lnTo>
                <a:lnTo>
                  <a:pt x="2992334" y="43375"/>
                </a:lnTo>
                <a:lnTo>
                  <a:pt x="3002265" y="45012"/>
                </a:lnTo>
                <a:lnTo>
                  <a:pt x="3012196" y="45639"/>
                </a:lnTo>
                <a:lnTo>
                  <a:pt x="3022128" y="44338"/>
                </a:lnTo>
                <a:lnTo>
                  <a:pt x="3032059" y="43003"/>
                </a:lnTo>
                <a:lnTo>
                  <a:pt x="3041990" y="43687"/>
                </a:lnTo>
                <a:lnTo>
                  <a:pt x="3051922" y="43510"/>
                </a:lnTo>
                <a:lnTo>
                  <a:pt x="3061853" y="38895"/>
                </a:lnTo>
                <a:lnTo>
                  <a:pt x="3071785" y="33855"/>
                </a:lnTo>
                <a:lnTo>
                  <a:pt x="3081716" y="36361"/>
                </a:lnTo>
                <a:lnTo>
                  <a:pt x="3091647" y="45629"/>
                </a:lnTo>
                <a:lnTo>
                  <a:pt x="3101579" y="50307"/>
                </a:lnTo>
                <a:lnTo>
                  <a:pt x="3111510" y="43764"/>
                </a:lnTo>
                <a:lnTo>
                  <a:pt x="3121441" y="35545"/>
                </a:lnTo>
                <a:lnTo>
                  <a:pt x="3131373" y="38537"/>
                </a:lnTo>
                <a:lnTo>
                  <a:pt x="3141304" y="47971"/>
                </a:lnTo>
                <a:lnTo>
                  <a:pt x="3151235" y="47688"/>
                </a:lnTo>
                <a:lnTo>
                  <a:pt x="3161167" y="37796"/>
                </a:lnTo>
                <a:lnTo>
                  <a:pt x="3171098" y="36746"/>
                </a:lnTo>
                <a:lnTo>
                  <a:pt x="3181029" y="50309"/>
                </a:lnTo>
                <a:lnTo>
                  <a:pt x="3190961" y="60016"/>
                </a:lnTo>
                <a:lnTo>
                  <a:pt x="3200892" y="52732"/>
                </a:lnTo>
                <a:lnTo>
                  <a:pt x="3210823" y="41035"/>
                </a:lnTo>
                <a:lnTo>
                  <a:pt x="3220755" y="41039"/>
                </a:lnTo>
                <a:lnTo>
                  <a:pt x="3230686" y="47628"/>
                </a:lnTo>
                <a:lnTo>
                  <a:pt x="3240617" y="45883"/>
                </a:lnTo>
                <a:lnTo>
                  <a:pt x="3250549" y="34891"/>
                </a:lnTo>
                <a:lnTo>
                  <a:pt x="3260480" y="27810"/>
                </a:lnTo>
                <a:lnTo>
                  <a:pt x="3270412" y="33910"/>
                </a:lnTo>
                <a:lnTo>
                  <a:pt x="3280343" y="47771"/>
                </a:lnTo>
                <a:lnTo>
                  <a:pt x="3290274" y="55630"/>
                </a:lnTo>
                <a:lnTo>
                  <a:pt x="3300206" y="51034"/>
                </a:lnTo>
                <a:lnTo>
                  <a:pt x="3310137" y="41596"/>
                </a:lnTo>
                <a:lnTo>
                  <a:pt x="3320068" y="37195"/>
                </a:lnTo>
                <a:lnTo>
                  <a:pt x="3330000" y="37265"/>
                </a:lnTo>
                <a:lnTo>
                  <a:pt x="3339931" y="36801"/>
                </a:lnTo>
                <a:lnTo>
                  <a:pt x="3349862" y="36958"/>
                </a:lnTo>
                <a:lnTo>
                  <a:pt x="3359794" y="39723"/>
                </a:lnTo>
                <a:lnTo>
                  <a:pt x="3369725" y="40532"/>
                </a:lnTo>
                <a:lnTo>
                  <a:pt x="3379656" y="36586"/>
                </a:lnTo>
                <a:lnTo>
                  <a:pt x="3389588" y="34134"/>
                </a:lnTo>
                <a:lnTo>
                  <a:pt x="3399519" y="38684"/>
                </a:lnTo>
                <a:lnTo>
                  <a:pt x="3409450" y="46008"/>
                </a:lnTo>
                <a:lnTo>
                  <a:pt x="3419382" y="48934"/>
                </a:lnTo>
                <a:lnTo>
                  <a:pt x="3429313" y="46237"/>
                </a:lnTo>
                <a:lnTo>
                  <a:pt x="3439245" y="42648"/>
                </a:lnTo>
                <a:lnTo>
                  <a:pt x="3449176" y="44590"/>
                </a:lnTo>
                <a:lnTo>
                  <a:pt x="3459107" y="52784"/>
                </a:lnTo>
                <a:lnTo>
                  <a:pt x="3469039" y="57350"/>
                </a:lnTo>
                <a:lnTo>
                  <a:pt x="3478970" y="49623"/>
                </a:lnTo>
                <a:lnTo>
                  <a:pt x="3488901" y="38066"/>
                </a:lnTo>
                <a:lnTo>
                  <a:pt x="3498833" y="36896"/>
                </a:lnTo>
                <a:lnTo>
                  <a:pt x="3508764" y="42142"/>
                </a:lnTo>
                <a:lnTo>
                  <a:pt x="3518695" y="40242"/>
                </a:lnTo>
                <a:lnTo>
                  <a:pt x="3528627" y="35152"/>
                </a:lnTo>
                <a:lnTo>
                  <a:pt x="3538558" y="40582"/>
                </a:lnTo>
                <a:lnTo>
                  <a:pt x="3548489" y="51093"/>
                </a:lnTo>
                <a:lnTo>
                  <a:pt x="3558421" y="49699"/>
                </a:lnTo>
                <a:lnTo>
                  <a:pt x="3568352" y="38592"/>
                </a:lnTo>
                <a:lnTo>
                  <a:pt x="3578283" y="34367"/>
                </a:lnTo>
                <a:lnTo>
                  <a:pt x="3588215" y="39007"/>
                </a:lnTo>
                <a:lnTo>
                  <a:pt x="3598146" y="40960"/>
                </a:lnTo>
                <a:lnTo>
                  <a:pt x="3608077" y="37802"/>
                </a:lnTo>
                <a:lnTo>
                  <a:pt x="3618009" y="36483"/>
                </a:lnTo>
                <a:lnTo>
                  <a:pt x="3627940" y="38770"/>
                </a:lnTo>
                <a:lnTo>
                  <a:pt x="3637872" y="41652"/>
                </a:lnTo>
                <a:lnTo>
                  <a:pt x="3647803" y="43406"/>
                </a:lnTo>
                <a:lnTo>
                  <a:pt x="3657734" y="41552"/>
                </a:lnTo>
                <a:lnTo>
                  <a:pt x="3667666" y="36041"/>
                </a:lnTo>
                <a:lnTo>
                  <a:pt x="3677597" y="35269"/>
                </a:lnTo>
                <a:lnTo>
                  <a:pt x="3687528" y="44374"/>
                </a:lnTo>
                <a:lnTo>
                  <a:pt x="3697460" y="51855"/>
                </a:lnTo>
                <a:lnTo>
                  <a:pt x="3707391" y="45321"/>
                </a:lnTo>
                <a:lnTo>
                  <a:pt x="3717322" y="33400"/>
                </a:lnTo>
                <a:lnTo>
                  <a:pt x="3727254" y="32858"/>
                </a:lnTo>
                <a:lnTo>
                  <a:pt x="3737185" y="41977"/>
                </a:lnTo>
                <a:lnTo>
                  <a:pt x="3747116" y="46080"/>
                </a:lnTo>
                <a:lnTo>
                  <a:pt x="3757048" y="42437"/>
                </a:lnTo>
                <a:lnTo>
                  <a:pt x="3766979" y="41616"/>
                </a:lnTo>
                <a:lnTo>
                  <a:pt x="3776910" y="48021"/>
                </a:lnTo>
                <a:lnTo>
                  <a:pt x="3786842" y="53256"/>
                </a:lnTo>
                <a:lnTo>
                  <a:pt x="3796773" y="48794"/>
                </a:lnTo>
                <a:lnTo>
                  <a:pt x="3806704" y="37910"/>
                </a:lnTo>
                <a:lnTo>
                  <a:pt x="3816636" y="32579"/>
                </a:lnTo>
                <a:lnTo>
                  <a:pt x="3826567" y="38350"/>
                </a:lnTo>
                <a:lnTo>
                  <a:pt x="3836499" y="45751"/>
                </a:lnTo>
                <a:lnTo>
                  <a:pt x="3846430" y="43863"/>
                </a:lnTo>
                <a:lnTo>
                  <a:pt x="3856361" y="38598"/>
                </a:lnTo>
                <a:lnTo>
                  <a:pt x="3866293" y="43522"/>
                </a:lnTo>
                <a:lnTo>
                  <a:pt x="3876224" y="54957"/>
                </a:lnTo>
                <a:lnTo>
                  <a:pt x="3886155" y="55720"/>
                </a:lnTo>
                <a:lnTo>
                  <a:pt x="3896087" y="44261"/>
                </a:lnTo>
                <a:lnTo>
                  <a:pt x="3906018" y="37933"/>
                </a:lnTo>
                <a:lnTo>
                  <a:pt x="3915949" y="43856"/>
                </a:lnTo>
                <a:lnTo>
                  <a:pt x="3925881" y="49534"/>
                </a:lnTo>
                <a:lnTo>
                  <a:pt x="3935812" y="47558"/>
                </a:lnTo>
                <a:lnTo>
                  <a:pt x="3945743" y="46109"/>
                </a:lnTo>
                <a:lnTo>
                  <a:pt x="3955675" y="48409"/>
                </a:lnTo>
                <a:lnTo>
                  <a:pt x="3965606" y="45795"/>
                </a:lnTo>
                <a:lnTo>
                  <a:pt x="3975537" y="38709"/>
                </a:lnTo>
                <a:lnTo>
                  <a:pt x="3985469" y="39654"/>
                </a:lnTo>
                <a:lnTo>
                  <a:pt x="3995400" y="47385"/>
                </a:lnTo>
                <a:lnTo>
                  <a:pt x="4005331" y="45371"/>
                </a:lnTo>
                <a:lnTo>
                  <a:pt x="4015263" y="34516"/>
                </a:lnTo>
                <a:lnTo>
                  <a:pt x="4025194" y="36288"/>
                </a:lnTo>
                <a:lnTo>
                  <a:pt x="4035126" y="52264"/>
                </a:lnTo>
                <a:lnTo>
                  <a:pt x="4045057" y="55790"/>
                </a:lnTo>
                <a:lnTo>
                  <a:pt x="4054988" y="39134"/>
                </a:lnTo>
                <a:lnTo>
                  <a:pt x="4064920" y="31146"/>
                </a:lnTo>
                <a:lnTo>
                  <a:pt x="4074851" y="47908"/>
                </a:lnTo>
                <a:lnTo>
                  <a:pt x="4084782" y="63491"/>
                </a:lnTo>
                <a:lnTo>
                  <a:pt x="4094714" y="53900"/>
                </a:lnTo>
                <a:lnTo>
                  <a:pt x="4104645" y="35334"/>
                </a:lnTo>
                <a:lnTo>
                  <a:pt x="4114576" y="33286"/>
                </a:lnTo>
                <a:lnTo>
                  <a:pt x="4124508" y="43667"/>
                </a:lnTo>
                <a:lnTo>
                  <a:pt x="4134439" y="48531"/>
                </a:lnTo>
                <a:lnTo>
                  <a:pt x="4144370" y="45931"/>
                </a:lnTo>
                <a:lnTo>
                  <a:pt x="4154302" y="44075"/>
                </a:lnTo>
                <a:lnTo>
                  <a:pt x="4164233" y="44035"/>
                </a:lnTo>
                <a:lnTo>
                  <a:pt x="4174164" y="42327"/>
                </a:lnTo>
                <a:lnTo>
                  <a:pt x="4184096" y="38895"/>
                </a:lnTo>
                <a:lnTo>
                  <a:pt x="4194027" y="36126"/>
                </a:lnTo>
                <a:lnTo>
                  <a:pt x="4203958" y="36264"/>
                </a:lnTo>
                <a:lnTo>
                  <a:pt x="4213890" y="38834"/>
                </a:lnTo>
                <a:lnTo>
                  <a:pt x="4223821" y="38997"/>
                </a:lnTo>
                <a:lnTo>
                  <a:pt x="4233753" y="34775"/>
                </a:lnTo>
                <a:lnTo>
                  <a:pt x="4243684" y="32567"/>
                </a:lnTo>
                <a:lnTo>
                  <a:pt x="4253615" y="36102"/>
                </a:lnTo>
                <a:lnTo>
                  <a:pt x="4263547" y="39316"/>
                </a:lnTo>
                <a:lnTo>
                  <a:pt x="4273478" y="40412"/>
                </a:lnTo>
                <a:lnTo>
                  <a:pt x="4283409" y="46244"/>
                </a:lnTo>
                <a:lnTo>
                  <a:pt x="4293341" y="53038"/>
                </a:lnTo>
                <a:lnTo>
                  <a:pt x="4303272" y="47524"/>
                </a:lnTo>
                <a:lnTo>
                  <a:pt x="4313203" y="35625"/>
                </a:lnTo>
                <a:lnTo>
                  <a:pt x="4323135" y="37940"/>
                </a:lnTo>
                <a:lnTo>
                  <a:pt x="4333066" y="50805"/>
                </a:lnTo>
                <a:lnTo>
                  <a:pt x="4342997" y="50243"/>
                </a:lnTo>
                <a:lnTo>
                  <a:pt x="4352929" y="37172"/>
                </a:lnTo>
                <a:lnTo>
                  <a:pt x="4362860" y="35477"/>
                </a:lnTo>
                <a:lnTo>
                  <a:pt x="4372791" y="46046"/>
                </a:lnTo>
                <a:lnTo>
                  <a:pt x="4382723" y="48011"/>
                </a:lnTo>
                <a:lnTo>
                  <a:pt x="4392654" y="40822"/>
                </a:lnTo>
                <a:lnTo>
                  <a:pt x="4402585" y="40810"/>
                </a:lnTo>
                <a:lnTo>
                  <a:pt x="4412517" y="45712"/>
                </a:lnTo>
                <a:lnTo>
                  <a:pt x="4422448" y="43200"/>
                </a:lnTo>
                <a:lnTo>
                  <a:pt x="4432380" y="39104"/>
                </a:lnTo>
                <a:lnTo>
                  <a:pt x="4442311" y="42137"/>
                </a:lnTo>
                <a:lnTo>
                  <a:pt x="4452242" y="42362"/>
                </a:lnTo>
                <a:lnTo>
                  <a:pt x="4462174" y="33689"/>
                </a:lnTo>
                <a:lnTo>
                  <a:pt x="4472105" y="30462"/>
                </a:lnTo>
                <a:lnTo>
                  <a:pt x="4482036" y="39294"/>
                </a:lnTo>
                <a:lnTo>
                  <a:pt x="4491968" y="44940"/>
                </a:lnTo>
                <a:lnTo>
                  <a:pt x="4501899" y="39271"/>
                </a:lnTo>
                <a:lnTo>
                  <a:pt x="4511830" y="32910"/>
                </a:lnTo>
                <a:lnTo>
                  <a:pt x="4521762" y="31365"/>
                </a:lnTo>
                <a:lnTo>
                  <a:pt x="4531693" y="30211"/>
                </a:lnTo>
                <a:lnTo>
                  <a:pt x="4541624" y="31705"/>
                </a:lnTo>
                <a:lnTo>
                  <a:pt x="4551556" y="38031"/>
                </a:lnTo>
                <a:lnTo>
                  <a:pt x="4561487" y="39327"/>
                </a:lnTo>
                <a:lnTo>
                  <a:pt x="4571418" y="32628"/>
                </a:lnTo>
                <a:lnTo>
                  <a:pt x="4581350" y="32110"/>
                </a:lnTo>
                <a:lnTo>
                  <a:pt x="4591281" y="40943"/>
                </a:lnTo>
                <a:lnTo>
                  <a:pt x="4601212" y="42566"/>
                </a:lnTo>
                <a:lnTo>
                  <a:pt x="4611144" y="35135"/>
                </a:lnTo>
                <a:lnTo>
                  <a:pt x="4621075" y="37304"/>
                </a:lnTo>
                <a:lnTo>
                  <a:pt x="4631007" y="48685"/>
                </a:lnTo>
                <a:lnTo>
                  <a:pt x="4640938" y="47762"/>
                </a:lnTo>
                <a:lnTo>
                  <a:pt x="4650869" y="36081"/>
                </a:lnTo>
                <a:lnTo>
                  <a:pt x="4660801" y="37065"/>
                </a:lnTo>
                <a:lnTo>
                  <a:pt x="4670732" y="47988"/>
                </a:lnTo>
                <a:lnTo>
                  <a:pt x="4680663" y="43663"/>
                </a:lnTo>
                <a:lnTo>
                  <a:pt x="4690595" y="27839"/>
                </a:lnTo>
                <a:lnTo>
                  <a:pt x="4700526" y="28803"/>
                </a:lnTo>
                <a:lnTo>
                  <a:pt x="4710457" y="45504"/>
                </a:lnTo>
                <a:lnTo>
                  <a:pt x="4720389" y="49170"/>
                </a:lnTo>
                <a:lnTo>
                  <a:pt x="4730320" y="35779"/>
                </a:lnTo>
                <a:lnTo>
                  <a:pt x="4740251" y="28830"/>
                </a:lnTo>
                <a:lnTo>
                  <a:pt x="4750183" y="34082"/>
                </a:lnTo>
                <a:lnTo>
                  <a:pt x="4760114" y="35595"/>
                </a:lnTo>
                <a:lnTo>
                  <a:pt x="4770045" y="31494"/>
                </a:lnTo>
                <a:lnTo>
                  <a:pt x="4779977" y="34425"/>
                </a:lnTo>
                <a:lnTo>
                  <a:pt x="4789908" y="42583"/>
                </a:lnTo>
                <a:lnTo>
                  <a:pt x="4799839" y="43721"/>
                </a:lnTo>
                <a:lnTo>
                  <a:pt x="4809771" y="40141"/>
                </a:lnTo>
                <a:lnTo>
                  <a:pt x="4819702" y="41774"/>
                </a:lnTo>
                <a:lnTo>
                  <a:pt x="4829634" y="44556"/>
                </a:lnTo>
                <a:lnTo>
                  <a:pt x="4839565" y="40098"/>
                </a:lnTo>
                <a:lnTo>
                  <a:pt x="4849496" y="35362"/>
                </a:lnTo>
                <a:lnTo>
                  <a:pt x="4859428" y="40414"/>
                </a:lnTo>
                <a:lnTo>
                  <a:pt x="4869359" y="47728"/>
                </a:lnTo>
                <a:lnTo>
                  <a:pt x="4879290" y="44250"/>
                </a:lnTo>
                <a:lnTo>
                  <a:pt x="4889222" y="34445"/>
                </a:lnTo>
                <a:lnTo>
                  <a:pt x="4899153" y="32104"/>
                </a:lnTo>
                <a:lnTo>
                  <a:pt x="4909084" y="36718"/>
                </a:lnTo>
                <a:lnTo>
                  <a:pt x="4919016" y="36529"/>
                </a:lnTo>
                <a:lnTo>
                  <a:pt x="4928947" y="30696"/>
                </a:lnTo>
                <a:lnTo>
                  <a:pt x="4938878" y="30315"/>
                </a:lnTo>
                <a:lnTo>
                  <a:pt x="4948810" y="38083"/>
                </a:lnTo>
                <a:lnTo>
                  <a:pt x="4958741" y="43890"/>
                </a:lnTo>
                <a:lnTo>
                  <a:pt x="4968672" y="42661"/>
                </a:lnTo>
                <a:lnTo>
                  <a:pt x="4978604" y="40601"/>
                </a:lnTo>
                <a:lnTo>
                  <a:pt x="4988535" y="40651"/>
                </a:lnTo>
                <a:lnTo>
                  <a:pt x="4998466" y="38234"/>
                </a:lnTo>
                <a:lnTo>
                  <a:pt x="5008398" y="34860"/>
                </a:lnTo>
                <a:lnTo>
                  <a:pt x="5018329" y="38027"/>
                </a:lnTo>
                <a:lnTo>
                  <a:pt x="5028261" y="44475"/>
                </a:lnTo>
                <a:lnTo>
                  <a:pt x="5038192" y="43243"/>
                </a:lnTo>
                <a:lnTo>
                  <a:pt x="5048123" y="37019"/>
                </a:lnTo>
                <a:lnTo>
                  <a:pt x="5058055" y="38201"/>
                </a:lnTo>
                <a:lnTo>
                  <a:pt x="5067986" y="44324"/>
                </a:lnTo>
                <a:lnTo>
                  <a:pt x="5077917" y="42682"/>
                </a:lnTo>
                <a:lnTo>
                  <a:pt x="5087849" y="36435"/>
                </a:lnTo>
                <a:lnTo>
                  <a:pt x="5097780" y="38354"/>
                </a:lnTo>
              </a:path>
            </a:pathLst>
          </a:custGeom>
          <a:solidFill>
            <a:srgbClr val="FFFFFF">
              <a:alpha val="0"/>
            </a:srgbClr>
          </a:solidFill>
          <a:ln w="10922" cap="rnd">
            <a:solidFill>
              <a:srgbClr val="BA4A00"/>
            </a:solidFill>
            <a:prstDash val="solid"/>
          </a:ln>
        </p:spPr>
      </p:sp>
      <p:sp>
        <p:nvSpPr>
          <p:cNvPr id="22" name="Text 20"/>
          <p:cNvSpPr/>
          <p:nvPr/>
        </p:nvSpPr>
        <p:spPr>
          <a:xfrm>
            <a:off x="484632" y="3552444"/>
            <a:ext cx="347472" cy="192024"/>
          </a:xfrm>
          <a:prstGeom prst="rect">
            <a:avLst/>
          </a:prstGeom>
          <a:noFill/>
          <a:ln/>
        </p:spPr>
        <p:txBody>
          <a:bodyPr wrap="square" lIns="0" tIns="0" rIns="0" bIns="0" rtlCol="0" anchor="t"/>
          <a:lstStyle/>
          <a:p>
            <a:pPr algn="r" indent="0" marL="0">
              <a:lnSpc>
                <a:spcPct val="100000"/>
              </a:lnSpc>
              <a:buNone/>
            </a:pPr>
            <a:r>
              <a:rPr lang="ko-KR" altLang="en-US" sz="850" dirty="0">
                <a:solidFill>
                  <a:srgbClr val="647986"/>
                </a:solidFill>
                <a:latin typeface="Pretendard" pitchFamily="34" charset="0"/>
                <a:ea typeface="Pretendard" pitchFamily="34" charset="-122"/>
                <a:cs typeface="Pretendard" pitchFamily="34" charset="-120"/>
              </a:rPr>
              <a:t>0.0</a:t>
            </a:r>
            <a:endParaRPr lang="ko-KR" sz="850" dirty="0"/>
          </a:p>
        </p:txBody>
      </p:sp>
      <p:sp>
        <p:nvSpPr>
          <p:cNvPr id="23" name="Text 21"/>
          <p:cNvSpPr/>
          <p:nvPr/>
        </p:nvSpPr>
        <p:spPr>
          <a:xfrm>
            <a:off x="5065776" y="3561588"/>
            <a:ext cx="841248" cy="164592"/>
          </a:xfrm>
          <a:prstGeom prst="rect">
            <a:avLst/>
          </a:prstGeom>
          <a:noFill/>
          <a:ln/>
        </p:spPr>
        <p:txBody>
          <a:bodyPr wrap="square" lIns="0" tIns="0" rIns="0" bIns="0" rtlCol="0" anchor="t"/>
          <a:lstStyle/>
          <a:p>
            <a:pPr algn="r" indent="0" marL="0">
              <a:lnSpc>
                <a:spcPct val="100000"/>
              </a:lnSpc>
              <a:buNone/>
            </a:pPr>
            <a:r>
              <a:rPr lang="ko-KR" altLang="en-US" sz="870" dirty="0">
                <a:solidFill>
                  <a:srgbClr val="BA4A00"/>
                </a:solidFill>
                <a:latin typeface="Pretendard" pitchFamily="34" charset="0"/>
                <a:ea typeface="Pretendard" pitchFamily="34" charset="-122"/>
                <a:cs typeface="Pretendard" pitchFamily="34" charset="-120"/>
              </a:rPr>
              <a:t>남은 오차</a:t>
            </a:r>
            <a:endParaRPr lang="ko-KR" sz="870" dirty="0"/>
          </a:p>
        </p:txBody>
      </p:sp>
      <p:sp>
        <p:nvSpPr>
          <p:cNvPr id="24" name="Text 22"/>
          <p:cNvSpPr/>
          <p:nvPr/>
        </p:nvSpPr>
        <p:spPr>
          <a:xfrm>
            <a:off x="6428232" y="2468880"/>
            <a:ext cx="5074920" cy="269875"/>
          </a:xfrm>
          <a:prstGeom prst="rect">
            <a:avLst/>
          </a:prstGeom>
          <a:noFill/>
          <a:ln/>
        </p:spPr>
        <p:txBody>
          <a:bodyPr wrap="square" lIns="0" tIns="0" rIns="0" bIns="0" rtlCol="0" anchor="t"/>
          <a:lstStyle/>
          <a:p>
            <a:pPr algn="l" indent="0" marL="0">
              <a:lnSpc>
                <a:spcPct val="100000"/>
              </a:lnSpc>
              <a:buNone/>
            </a:pPr>
            <a:r>
              <a:rPr lang="ko-KR" altLang="en-US" sz="1700" b="1" dirty="0">
                <a:solidFill>
                  <a:srgbClr val="17313B"/>
                </a:solidFill>
                <a:latin typeface="Pretendard" pitchFamily="34" charset="0"/>
                <a:ea typeface="Pretendard" pitchFamily="34" charset="-122"/>
                <a:cs typeface="Pretendard" pitchFamily="34" charset="-120"/>
              </a:rPr>
              <a:t>AVATA2 · 허수부 Q</a:t>
            </a:r>
            <a:endParaRPr lang="ko-KR" sz="1700" dirty="0"/>
          </a:p>
        </p:txBody>
      </p:sp>
      <p:sp>
        <p:nvSpPr>
          <p:cNvPr id="25" name="Shape 23"/>
          <p:cNvSpPr/>
          <p:nvPr/>
        </p:nvSpPr>
        <p:spPr>
          <a:xfrm>
            <a:off x="6428232" y="2788920"/>
            <a:ext cx="5074920" cy="594360"/>
          </a:xfrm>
          <a:prstGeom prst="rect">
            <a:avLst>
              <a:gd name="adj" fmla="val 15385"/>
            </a:avLst>
          </a:prstGeom>
          <a:solidFill>
            <a:srgbClr val="FFFFFF"/>
          </a:solidFill>
          <a:ln w="12700">
            <a:solidFill>
              <a:srgbClr val="DAE3E7"/>
            </a:solidFill>
            <a:prstDash val="solid"/>
          </a:ln>
        </p:spPr>
      </p:sp>
      <p:sp>
        <p:nvSpPr>
          <p:cNvPr id="26" name="Shape 24"/>
          <p:cNvSpPr/>
          <p:nvPr/>
        </p:nvSpPr>
        <p:spPr>
          <a:xfrm>
            <a:off x="6428232" y="3086100"/>
            <a:ext cx="5074920" cy="0"/>
          </a:xfrm>
          <a:prstGeom prst="line">
            <a:avLst/>
          </a:prstGeom>
          <a:noFill/>
          <a:ln w="8255">
            <a:solidFill>
              <a:srgbClr val="DAE3E7"/>
            </a:solidFill>
            <a:prstDash val="solid"/>
          </a:ln>
        </p:spPr>
      </p:sp>
      <p:sp>
        <p:nvSpPr>
          <p:cNvPr id="27" name="wave_3"/>
          <p:cNvSpPr/>
          <p:nvPr/>
        </p:nvSpPr>
        <p:spPr>
          <a:xfrm>
            <a:off x="6405372" y="2788073"/>
            <a:ext cx="5120640" cy="577760"/>
          </a:xfrm>
          <a:custGeom>
            <a:avLst/>
            <a:gdLst/>
            <a:ahLst/>
            <a:cxnLst/>
            <a:rect l="l" t="t" r="r" b="b"/>
            <a:pathLst>
              <a:path w="5120640" h="577760" fill="none" stroke="1" extrusionOk="0">
                <a:moveTo>
                  <a:pt x="22860" y="280515"/>
                </a:moveTo>
                <a:lnTo>
                  <a:pt x="32791" y="254280"/>
                </a:lnTo>
                <a:lnTo>
                  <a:pt x="42723" y="297316"/>
                </a:lnTo>
                <a:lnTo>
                  <a:pt x="52654" y="370184"/>
                </a:lnTo>
                <a:lnTo>
                  <a:pt x="62585" y="411304"/>
                </a:lnTo>
                <a:lnTo>
                  <a:pt x="72517" y="442282"/>
                </a:lnTo>
                <a:lnTo>
                  <a:pt x="82448" y="477645"/>
                </a:lnTo>
                <a:lnTo>
                  <a:pt x="92379" y="475656"/>
                </a:lnTo>
                <a:lnTo>
                  <a:pt x="102311" y="437531"/>
                </a:lnTo>
                <a:lnTo>
                  <a:pt x="112242" y="424654"/>
                </a:lnTo>
                <a:lnTo>
                  <a:pt x="122174" y="449832"/>
                </a:lnTo>
                <a:lnTo>
                  <a:pt x="132105" y="462003"/>
                </a:lnTo>
                <a:lnTo>
                  <a:pt x="142036" y="441442"/>
                </a:lnTo>
                <a:lnTo>
                  <a:pt x="151968" y="422692"/>
                </a:lnTo>
                <a:lnTo>
                  <a:pt x="161899" y="432073"/>
                </a:lnTo>
                <a:lnTo>
                  <a:pt x="171830" y="459153"/>
                </a:lnTo>
                <a:lnTo>
                  <a:pt x="181762" y="476109"/>
                </a:lnTo>
                <a:lnTo>
                  <a:pt x="191693" y="460439"/>
                </a:lnTo>
                <a:lnTo>
                  <a:pt x="201624" y="413662"/>
                </a:lnTo>
                <a:lnTo>
                  <a:pt x="211556" y="360270"/>
                </a:lnTo>
                <a:lnTo>
                  <a:pt x="221487" y="323559"/>
                </a:lnTo>
                <a:lnTo>
                  <a:pt x="231418" y="316494"/>
                </a:lnTo>
                <a:lnTo>
                  <a:pt x="241350" y="343314"/>
                </a:lnTo>
                <a:lnTo>
                  <a:pt x="251281" y="382661"/>
                </a:lnTo>
                <a:lnTo>
                  <a:pt x="261212" y="394798"/>
                </a:lnTo>
                <a:lnTo>
                  <a:pt x="271144" y="371687"/>
                </a:lnTo>
                <a:lnTo>
                  <a:pt x="281075" y="344597"/>
                </a:lnTo>
                <a:lnTo>
                  <a:pt x="291006" y="333587"/>
                </a:lnTo>
                <a:lnTo>
                  <a:pt x="300938" y="334541"/>
                </a:lnTo>
                <a:lnTo>
                  <a:pt x="310869" y="338939"/>
                </a:lnTo>
                <a:lnTo>
                  <a:pt x="320801" y="320079"/>
                </a:lnTo>
                <a:lnTo>
                  <a:pt x="330732" y="253067"/>
                </a:lnTo>
                <a:lnTo>
                  <a:pt x="340663" y="188235"/>
                </a:lnTo>
                <a:lnTo>
                  <a:pt x="350595" y="206211"/>
                </a:lnTo>
                <a:lnTo>
                  <a:pt x="360526" y="269742"/>
                </a:lnTo>
                <a:lnTo>
                  <a:pt x="370457" y="262559"/>
                </a:lnTo>
                <a:lnTo>
                  <a:pt x="380389" y="191823"/>
                </a:lnTo>
                <a:lnTo>
                  <a:pt x="390320" y="171110"/>
                </a:lnTo>
                <a:lnTo>
                  <a:pt x="400251" y="202107"/>
                </a:lnTo>
                <a:lnTo>
                  <a:pt x="410183" y="182128"/>
                </a:lnTo>
                <a:lnTo>
                  <a:pt x="420114" y="116367"/>
                </a:lnTo>
                <a:lnTo>
                  <a:pt x="430045" y="108056"/>
                </a:lnTo>
                <a:lnTo>
                  <a:pt x="439977" y="161854"/>
                </a:lnTo>
                <a:lnTo>
                  <a:pt x="449908" y="190769"/>
                </a:lnTo>
                <a:lnTo>
                  <a:pt x="459839" y="176797"/>
                </a:lnTo>
                <a:lnTo>
                  <a:pt x="469771" y="170431"/>
                </a:lnTo>
                <a:lnTo>
                  <a:pt x="479702" y="191145"/>
                </a:lnTo>
                <a:lnTo>
                  <a:pt x="489633" y="230598"/>
                </a:lnTo>
                <a:lnTo>
                  <a:pt x="499565" y="281484"/>
                </a:lnTo>
                <a:lnTo>
                  <a:pt x="509496" y="322767"/>
                </a:lnTo>
                <a:lnTo>
                  <a:pt x="519428" y="350037"/>
                </a:lnTo>
                <a:lnTo>
                  <a:pt x="529359" y="389025"/>
                </a:lnTo>
                <a:lnTo>
                  <a:pt x="539290" y="414303"/>
                </a:lnTo>
                <a:lnTo>
                  <a:pt x="549222" y="362661"/>
                </a:lnTo>
                <a:lnTo>
                  <a:pt x="559153" y="278628"/>
                </a:lnTo>
                <a:lnTo>
                  <a:pt x="569084" y="273555"/>
                </a:lnTo>
                <a:lnTo>
                  <a:pt x="579016" y="315129"/>
                </a:lnTo>
                <a:lnTo>
                  <a:pt x="588947" y="283181"/>
                </a:lnTo>
                <a:lnTo>
                  <a:pt x="598878" y="220325"/>
                </a:lnTo>
                <a:lnTo>
                  <a:pt x="608810" y="259011"/>
                </a:lnTo>
                <a:lnTo>
                  <a:pt x="618741" y="351734"/>
                </a:lnTo>
                <a:lnTo>
                  <a:pt x="628672" y="358359"/>
                </a:lnTo>
                <a:lnTo>
                  <a:pt x="638604" y="307890"/>
                </a:lnTo>
                <a:lnTo>
                  <a:pt x="648535" y="300282"/>
                </a:lnTo>
                <a:lnTo>
                  <a:pt x="658466" y="292746"/>
                </a:lnTo>
                <a:lnTo>
                  <a:pt x="668398" y="231823"/>
                </a:lnTo>
                <a:lnTo>
                  <a:pt x="678329" y="207648"/>
                </a:lnTo>
                <a:lnTo>
                  <a:pt x="688260" y="268646"/>
                </a:lnTo>
                <a:lnTo>
                  <a:pt x="698192" y="306639"/>
                </a:lnTo>
                <a:lnTo>
                  <a:pt x="708123" y="276073"/>
                </a:lnTo>
                <a:lnTo>
                  <a:pt x="718055" y="275122"/>
                </a:lnTo>
                <a:lnTo>
                  <a:pt x="727986" y="321760"/>
                </a:lnTo>
                <a:lnTo>
                  <a:pt x="737917" y="319806"/>
                </a:lnTo>
                <a:lnTo>
                  <a:pt x="747849" y="277072"/>
                </a:lnTo>
                <a:lnTo>
                  <a:pt x="757780" y="287401"/>
                </a:lnTo>
                <a:lnTo>
                  <a:pt x="767711" y="320096"/>
                </a:lnTo>
                <a:lnTo>
                  <a:pt x="777643" y="281230"/>
                </a:lnTo>
                <a:lnTo>
                  <a:pt x="787574" y="215387"/>
                </a:lnTo>
                <a:lnTo>
                  <a:pt x="797505" y="220670"/>
                </a:lnTo>
                <a:lnTo>
                  <a:pt x="807437" y="262750"/>
                </a:lnTo>
                <a:lnTo>
                  <a:pt x="817368" y="260404"/>
                </a:lnTo>
                <a:lnTo>
                  <a:pt x="827299" y="239664"/>
                </a:lnTo>
                <a:lnTo>
                  <a:pt x="837231" y="258422"/>
                </a:lnTo>
                <a:lnTo>
                  <a:pt x="847162" y="292988"/>
                </a:lnTo>
                <a:lnTo>
                  <a:pt x="857093" y="300691"/>
                </a:lnTo>
                <a:lnTo>
                  <a:pt x="867025" y="299259"/>
                </a:lnTo>
                <a:lnTo>
                  <a:pt x="876956" y="326306"/>
                </a:lnTo>
                <a:lnTo>
                  <a:pt x="886887" y="383486"/>
                </a:lnTo>
                <a:lnTo>
                  <a:pt x="896819" y="437530"/>
                </a:lnTo>
                <a:lnTo>
                  <a:pt x="906750" y="450750"/>
                </a:lnTo>
                <a:lnTo>
                  <a:pt x="916682" y="426237"/>
                </a:lnTo>
                <a:lnTo>
                  <a:pt x="926613" y="411945"/>
                </a:lnTo>
                <a:lnTo>
                  <a:pt x="936544" y="428741"/>
                </a:lnTo>
                <a:lnTo>
                  <a:pt x="946476" y="443969"/>
                </a:lnTo>
                <a:lnTo>
                  <a:pt x="956407" y="447900"/>
                </a:lnTo>
                <a:lnTo>
                  <a:pt x="966338" y="466119"/>
                </a:lnTo>
                <a:lnTo>
                  <a:pt x="976270" y="470617"/>
                </a:lnTo>
                <a:lnTo>
                  <a:pt x="986201" y="402816"/>
                </a:lnTo>
                <a:lnTo>
                  <a:pt x="996132" y="300947"/>
                </a:lnTo>
                <a:lnTo>
                  <a:pt x="1006064" y="262114"/>
                </a:lnTo>
                <a:lnTo>
                  <a:pt x="1015995" y="278243"/>
                </a:lnTo>
                <a:lnTo>
                  <a:pt x="1025926" y="257108"/>
                </a:lnTo>
                <a:lnTo>
                  <a:pt x="1035858" y="186951"/>
                </a:lnTo>
                <a:lnTo>
                  <a:pt x="1045789" y="140288"/>
                </a:lnTo>
                <a:lnTo>
                  <a:pt x="1055720" y="146798"/>
                </a:lnTo>
                <a:lnTo>
                  <a:pt x="1065652" y="174850"/>
                </a:lnTo>
                <a:lnTo>
                  <a:pt x="1075583" y="194471"/>
                </a:lnTo>
                <a:lnTo>
                  <a:pt x="1085514" y="190800"/>
                </a:lnTo>
                <a:lnTo>
                  <a:pt x="1095446" y="174684"/>
                </a:lnTo>
                <a:lnTo>
                  <a:pt x="1105377" y="195415"/>
                </a:lnTo>
                <a:lnTo>
                  <a:pt x="1115309" y="267368"/>
                </a:lnTo>
                <a:lnTo>
                  <a:pt x="1125240" y="319101"/>
                </a:lnTo>
                <a:lnTo>
                  <a:pt x="1135171" y="302906"/>
                </a:lnTo>
                <a:lnTo>
                  <a:pt x="1145103" y="278251"/>
                </a:lnTo>
                <a:lnTo>
                  <a:pt x="1155034" y="299272"/>
                </a:lnTo>
                <a:lnTo>
                  <a:pt x="1164965" y="329447"/>
                </a:lnTo>
                <a:lnTo>
                  <a:pt x="1174897" y="339546"/>
                </a:lnTo>
                <a:lnTo>
                  <a:pt x="1184828" y="352948"/>
                </a:lnTo>
                <a:lnTo>
                  <a:pt x="1194759" y="351565"/>
                </a:lnTo>
                <a:lnTo>
                  <a:pt x="1204691" y="297272"/>
                </a:lnTo>
                <a:lnTo>
                  <a:pt x="1214622" y="249502"/>
                </a:lnTo>
                <a:lnTo>
                  <a:pt x="1224553" y="281438"/>
                </a:lnTo>
                <a:lnTo>
                  <a:pt x="1234485" y="321360"/>
                </a:lnTo>
                <a:lnTo>
                  <a:pt x="1244416" y="273683"/>
                </a:lnTo>
                <a:lnTo>
                  <a:pt x="1254347" y="211136"/>
                </a:lnTo>
                <a:lnTo>
                  <a:pt x="1264279" y="237698"/>
                </a:lnTo>
                <a:lnTo>
                  <a:pt x="1274210" y="284179"/>
                </a:lnTo>
                <a:lnTo>
                  <a:pt x="1284141" y="252220"/>
                </a:lnTo>
                <a:lnTo>
                  <a:pt x="1294073" y="209594"/>
                </a:lnTo>
                <a:lnTo>
                  <a:pt x="1304004" y="241549"/>
                </a:lnTo>
                <a:lnTo>
                  <a:pt x="1313936" y="283369"/>
                </a:lnTo>
                <a:lnTo>
                  <a:pt x="1323867" y="276861"/>
                </a:lnTo>
                <a:lnTo>
                  <a:pt x="1333798" y="295987"/>
                </a:lnTo>
                <a:lnTo>
                  <a:pt x="1343730" y="373533"/>
                </a:lnTo>
                <a:lnTo>
                  <a:pt x="1353661" y="418555"/>
                </a:lnTo>
                <a:lnTo>
                  <a:pt x="1363592" y="410538"/>
                </a:lnTo>
                <a:lnTo>
                  <a:pt x="1373524" y="444946"/>
                </a:lnTo>
                <a:lnTo>
                  <a:pt x="1383455" y="522666"/>
                </a:lnTo>
                <a:lnTo>
                  <a:pt x="1393386" y="535677"/>
                </a:lnTo>
                <a:lnTo>
                  <a:pt x="1403318" y="487727"/>
                </a:lnTo>
                <a:lnTo>
                  <a:pt x="1413249" y="489003"/>
                </a:lnTo>
                <a:lnTo>
                  <a:pt x="1423180" y="541615"/>
                </a:lnTo>
                <a:lnTo>
                  <a:pt x="1433112" y="554900"/>
                </a:lnTo>
                <a:lnTo>
                  <a:pt x="1443043" y="525308"/>
                </a:lnTo>
                <a:lnTo>
                  <a:pt x="1452974" y="503354"/>
                </a:lnTo>
                <a:lnTo>
                  <a:pt x="1462906" y="470286"/>
                </a:lnTo>
                <a:lnTo>
                  <a:pt x="1472837" y="410308"/>
                </a:lnTo>
                <a:lnTo>
                  <a:pt x="1482768" y="378817"/>
                </a:lnTo>
                <a:lnTo>
                  <a:pt x="1492700" y="380112"/>
                </a:lnTo>
                <a:lnTo>
                  <a:pt x="1502631" y="341792"/>
                </a:lnTo>
                <a:lnTo>
                  <a:pt x="1512563" y="280849"/>
                </a:lnTo>
                <a:lnTo>
                  <a:pt x="1522494" y="291970"/>
                </a:lnTo>
                <a:lnTo>
                  <a:pt x="1532425" y="343294"/>
                </a:lnTo>
                <a:lnTo>
                  <a:pt x="1542357" y="317191"/>
                </a:lnTo>
                <a:lnTo>
                  <a:pt x="1552288" y="246297"/>
                </a:lnTo>
                <a:lnTo>
                  <a:pt x="1562219" y="261330"/>
                </a:lnTo>
                <a:lnTo>
                  <a:pt x="1572151" y="343192"/>
                </a:lnTo>
                <a:lnTo>
                  <a:pt x="1582082" y="373403"/>
                </a:lnTo>
                <a:lnTo>
                  <a:pt x="1592013" y="362980"/>
                </a:lnTo>
                <a:lnTo>
                  <a:pt x="1601945" y="395870"/>
                </a:lnTo>
                <a:lnTo>
                  <a:pt x="1611876" y="434237"/>
                </a:lnTo>
                <a:lnTo>
                  <a:pt x="1621807" y="395435"/>
                </a:lnTo>
                <a:lnTo>
                  <a:pt x="1631739" y="325152"/>
                </a:lnTo>
                <a:lnTo>
                  <a:pt x="1641670" y="312581"/>
                </a:lnTo>
                <a:lnTo>
                  <a:pt x="1651601" y="333088"/>
                </a:lnTo>
                <a:lnTo>
                  <a:pt x="1661533" y="316545"/>
                </a:lnTo>
                <a:lnTo>
                  <a:pt x="1671464" y="274813"/>
                </a:lnTo>
                <a:lnTo>
                  <a:pt x="1681395" y="255211"/>
                </a:lnTo>
                <a:lnTo>
                  <a:pt x="1691327" y="249711"/>
                </a:lnTo>
                <a:lnTo>
                  <a:pt x="1701258" y="225476"/>
                </a:lnTo>
                <a:lnTo>
                  <a:pt x="1711190" y="190883"/>
                </a:lnTo>
                <a:lnTo>
                  <a:pt x="1721121" y="183562"/>
                </a:lnTo>
                <a:lnTo>
                  <a:pt x="1731052" y="211622"/>
                </a:lnTo>
                <a:lnTo>
                  <a:pt x="1740984" y="232289"/>
                </a:lnTo>
                <a:lnTo>
                  <a:pt x="1750915" y="209812"/>
                </a:lnTo>
                <a:lnTo>
                  <a:pt x="1760846" y="182925"/>
                </a:lnTo>
                <a:lnTo>
                  <a:pt x="1770778" y="213305"/>
                </a:lnTo>
                <a:lnTo>
                  <a:pt x="1780709" y="273030"/>
                </a:lnTo>
                <a:lnTo>
                  <a:pt x="1790640" y="282572"/>
                </a:lnTo>
                <a:lnTo>
                  <a:pt x="1800572" y="253737"/>
                </a:lnTo>
                <a:lnTo>
                  <a:pt x="1810503" y="264795"/>
                </a:lnTo>
                <a:lnTo>
                  <a:pt x="1820434" y="305618"/>
                </a:lnTo>
                <a:lnTo>
                  <a:pt x="1830366" y="296560"/>
                </a:lnTo>
                <a:lnTo>
                  <a:pt x="1840297" y="242623"/>
                </a:lnTo>
                <a:lnTo>
                  <a:pt x="1850228" y="219497"/>
                </a:lnTo>
                <a:lnTo>
                  <a:pt x="1860160" y="236802"/>
                </a:lnTo>
                <a:lnTo>
                  <a:pt x="1870091" y="248437"/>
                </a:lnTo>
                <a:lnTo>
                  <a:pt x="1880023" y="250360"/>
                </a:lnTo>
                <a:lnTo>
                  <a:pt x="1889954" y="259131"/>
                </a:lnTo>
                <a:lnTo>
                  <a:pt x="1899885" y="257673"/>
                </a:lnTo>
                <a:lnTo>
                  <a:pt x="1909817" y="240005"/>
                </a:lnTo>
                <a:lnTo>
                  <a:pt x="1919748" y="235793"/>
                </a:lnTo>
                <a:lnTo>
                  <a:pt x="1929679" y="249782"/>
                </a:lnTo>
                <a:lnTo>
                  <a:pt x="1939611" y="254239"/>
                </a:lnTo>
                <a:lnTo>
                  <a:pt x="1949542" y="245706"/>
                </a:lnTo>
                <a:lnTo>
                  <a:pt x="1959473" y="238772"/>
                </a:lnTo>
                <a:lnTo>
                  <a:pt x="1969405" y="233895"/>
                </a:lnTo>
                <a:lnTo>
                  <a:pt x="1979336" y="244777"/>
                </a:lnTo>
                <a:lnTo>
                  <a:pt x="1989267" y="293642"/>
                </a:lnTo>
                <a:lnTo>
                  <a:pt x="1999199" y="344837"/>
                </a:lnTo>
                <a:lnTo>
                  <a:pt x="2009130" y="332300"/>
                </a:lnTo>
                <a:lnTo>
                  <a:pt x="2019061" y="271461"/>
                </a:lnTo>
                <a:lnTo>
                  <a:pt x="2028993" y="247041"/>
                </a:lnTo>
                <a:lnTo>
                  <a:pt x="2038924" y="288012"/>
                </a:lnTo>
                <a:lnTo>
                  <a:pt x="2048855" y="342910"/>
                </a:lnTo>
                <a:lnTo>
                  <a:pt x="2058787" y="365281"/>
                </a:lnTo>
                <a:lnTo>
                  <a:pt x="2068718" y="357070"/>
                </a:lnTo>
                <a:lnTo>
                  <a:pt x="2078650" y="349350"/>
                </a:lnTo>
                <a:lnTo>
                  <a:pt x="2088581" y="367555"/>
                </a:lnTo>
                <a:lnTo>
                  <a:pt x="2098512" y="388966"/>
                </a:lnTo>
                <a:lnTo>
                  <a:pt x="2108444" y="360407"/>
                </a:lnTo>
                <a:lnTo>
                  <a:pt x="2118375" y="294719"/>
                </a:lnTo>
                <a:lnTo>
                  <a:pt x="2128306" y="273172"/>
                </a:lnTo>
                <a:lnTo>
                  <a:pt x="2138238" y="306318"/>
                </a:lnTo>
                <a:lnTo>
                  <a:pt x="2148169" y="307938"/>
                </a:lnTo>
                <a:lnTo>
                  <a:pt x="2158100" y="255294"/>
                </a:lnTo>
                <a:lnTo>
                  <a:pt x="2168032" y="234853"/>
                </a:lnTo>
                <a:lnTo>
                  <a:pt x="2177963" y="284831"/>
                </a:lnTo>
                <a:lnTo>
                  <a:pt x="2187894" y="337801"/>
                </a:lnTo>
                <a:lnTo>
                  <a:pt x="2197826" y="348691"/>
                </a:lnTo>
                <a:lnTo>
                  <a:pt x="2207757" y="345997"/>
                </a:lnTo>
                <a:lnTo>
                  <a:pt x="2217688" y="351507"/>
                </a:lnTo>
                <a:lnTo>
                  <a:pt x="2227620" y="359517"/>
                </a:lnTo>
                <a:lnTo>
                  <a:pt x="2237551" y="372786"/>
                </a:lnTo>
                <a:lnTo>
                  <a:pt x="2247482" y="383751"/>
                </a:lnTo>
                <a:lnTo>
                  <a:pt x="2257414" y="371756"/>
                </a:lnTo>
                <a:lnTo>
                  <a:pt x="2267345" y="354134"/>
                </a:lnTo>
                <a:lnTo>
                  <a:pt x="2277277" y="362954"/>
                </a:lnTo>
                <a:lnTo>
                  <a:pt x="2287208" y="375352"/>
                </a:lnTo>
                <a:lnTo>
                  <a:pt x="2297139" y="359781"/>
                </a:lnTo>
                <a:lnTo>
                  <a:pt x="2307071" y="349916"/>
                </a:lnTo>
                <a:lnTo>
                  <a:pt x="2317002" y="373604"/>
                </a:lnTo>
                <a:lnTo>
                  <a:pt x="2326933" y="379165"/>
                </a:lnTo>
                <a:lnTo>
                  <a:pt x="2336865" y="326565"/>
                </a:lnTo>
                <a:lnTo>
                  <a:pt x="2346796" y="265242"/>
                </a:lnTo>
                <a:lnTo>
                  <a:pt x="2356727" y="247113"/>
                </a:lnTo>
                <a:lnTo>
                  <a:pt x="2366659" y="254352"/>
                </a:lnTo>
                <a:lnTo>
                  <a:pt x="2376590" y="255776"/>
                </a:lnTo>
                <a:lnTo>
                  <a:pt x="2386521" y="244851"/>
                </a:lnTo>
                <a:lnTo>
                  <a:pt x="2396453" y="215360"/>
                </a:lnTo>
                <a:lnTo>
                  <a:pt x="2406384" y="178096"/>
                </a:lnTo>
                <a:lnTo>
                  <a:pt x="2416315" y="171887"/>
                </a:lnTo>
                <a:lnTo>
                  <a:pt x="2426247" y="198765"/>
                </a:lnTo>
                <a:lnTo>
                  <a:pt x="2436178" y="210719"/>
                </a:lnTo>
                <a:lnTo>
                  <a:pt x="2446109" y="196650"/>
                </a:lnTo>
                <a:lnTo>
                  <a:pt x="2456041" y="195732"/>
                </a:lnTo>
                <a:lnTo>
                  <a:pt x="2465972" y="213102"/>
                </a:lnTo>
                <a:lnTo>
                  <a:pt x="2475904" y="220140"/>
                </a:lnTo>
                <a:lnTo>
                  <a:pt x="2485835" y="225334"/>
                </a:lnTo>
                <a:lnTo>
                  <a:pt x="2495766" y="249285"/>
                </a:lnTo>
                <a:lnTo>
                  <a:pt x="2505698" y="264722"/>
                </a:lnTo>
                <a:lnTo>
                  <a:pt x="2515629" y="243014"/>
                </a:lnTo>
                <a:lnTo>
                  <a:pt x="2525560" y="208869"/>
                </a:lnTo>
                <a:lnTo>
                  <a:pt x="2535492" y="192409"/>
                </a:lnTo>
                <a:lnTo>
                  <a:pt x="2545423" y="189564"/>
                </a:lnTo>
                <a:lnTo>
                  <a:pt x="2555354" y="197021"/>
                </a:lnTo>
                <a:lnTo>
                  <a:pt x="2565286" y="219519"/>
                </a:lnTo>
                <a:lnTo>
                  <a:pt x="2575217" y="240669"/>
                </a:lnTo>
                <a:lnTo>
                  <a:pt x="2585148" y="242507"/>
                </a:lnTo>
                <a:lnTo>
                  <a:pt x="2595080" y="232855"/>
                </a:lnTo>
                <a:lnTo>
                  <a:pt x="2605011" y="222991"/>
                </a:lnTo>
                <a:lnTo>
                  <a:pt x="2614942" y="221579"/>
                </a:lnTo>
                <a:lnTo>
                  <a:pt x="2624874" y="247314"/>
                </a:lnTo>
                <a:lnTo>
                  <a:pt x="2634805" y="286947"/>
                </a:lnTo>
                <a:lnTo>
                  <a:pt x="2644736" y="283362"/>
                </a:lnTo>
                <a:lnTo>
                  <a:pt x="2654668" y="237747"/>
                </a:lnTo>
                <a:lnTo>
                  <a:pt x="2664599" y="240631"/>
                </a:lnTo>
                <a:lnTo>
                  <a:pt x="2674531" y="320524"/>
                </a:lnTo>
                <a:lnTo>
                  <a:pt x="2684462" y="377408"/>
                </a:lnTo>
                <a:lnTo>
                  <a:pt x="2694393" y="350598"/>
                </a:lnTo>
                <a:lnTo>
                  <a:pt x="2704325" y="316879"/>
                </a:lnTo>
                <a:lnTo>
                  <a:pt x="2714256" y="341781"/>
                </a:lnTo>
                <a:lnTo>
                  <a:pt x="2724187" y="374553"/>
                </a:lnTo>
                <a:lnTo>
                  <a:pt x="2734119" y="361268"/>
                </a:lnTo>
                <a:lnTo>
                  <a:pt x="2744050" y="333340"/>
                </a:lnTo>
                <a:lnTo>
                  <a:pt x="2753981" y="331058"/>
                </a:lnTo>
                <a:lnTo>
                  <a:pt x="2763913" y="341673"/>
                </a:lnTo>
                <a:lnTo>
                  <a:pt x="2773844" y="340172"/>
                </a:lnTo>
                <a:lnTo>
                  <a:pt x="2783775" y="321805"/>
                </a:lnTo>
                <a:lnTo>
                  <a:pt x="2793707" y="295148"/>
                </a:lnTo>
                <a:lnTo>
                  <a:pt x="2803638" y="278982"/>
                </a:lnTo>
                <a:lnTo>
                  <a:pt x="2813569" y="282319"/>
                </a:lnTo>
                <a:lnTo>
                  <a:pt x="2823501" y="284371"/>
                </a:lnTo>
                <a:lnTo>
                  <a:pt x="2833432" y="272534"/>
                </a:lnTo>
                <a:lnTo>
                  <a:pt x="2843363" y="273432"/>
                </a:lnTo>
                <a:lnTo>
                  <a:pt x="2853295" y="301955"/>
                </a:lnTo>
                <a:lnTo>
                  <a:pt x="2863226" y="328498"/>
                </a:lnTo>
                <a:lnTo>
                  <a:pt x="2873158" y="335907"/>
                </a:lnTo>
                <a:lnTo>
                  <a:pt x="2883089" y="346238"/>
                </a:lnTo>
                <a:lnTo>
                  <a:pt x="2893020" y="368624"/>
                </a:lnTo>
                <a:lnTo>
                  <a:pt x="2902952" y="390627"/>
                </a:lnTo>
                <a:lnTo>
                  <a:pt x="2912883" y="419877"/>
                </a:lnTo>
                <a:lnTo>
                  <a:pt x="2922814" y="462296"/>
                </a:lnTo>
                <a:lnTo>
                  <a:pt x="2932746" y="485285"/>
                </a:lnTo>
                <a:lnTo>
                  <a:pt x="2942677" y="470091"/>
                </a:lnTo>
                <a:lnTo>
                  <a:pt x="2952608" y="453275"/>
                </a:lnTo>
                <a:lnTo>
                  <a:pt x="2962540" y="460777"/>
                </a:lnTo>
                <a:lnTo>
                  <a:pt x="2972471" y="465258"/>
                </a:lnTo>
                <a:lnTo>
                  <a:pt x="2982402" y="448768"/>
                </a:lnTo>
                <a:lnTo>
                  <a:pt x="2992334" y="434792"/>
                </a:lnTo>
                <a:lnTo>
                  <a:pt x="3002265" y="434783"/>
                </a:lnTo>
                <a:lnTo>
                  <a:pt x="3012196" y="431409"/>
                </a:lnTo>
                <a:lnTo>
                  <a:pt x="3022128" y="417497"/>
                </a:lnTo>
                <a:lnTo>
                  <a:pt x="3032059" y="396400"/>
                </a:lnTo>
                <a:lnTo>
                  <a:pt x="3041990" y="363940"/>
                </a:lnTo>
                <a:lnTo>
                  <a:pt x="3051922" y="329408"/>
                </a:lnTo>
                <a:lnTo>
                  <a:pt x="3061853" y="316819"/>
                </a:lnTo>
                <a:lnTo>
                  <a:pt x="3071785" y="323092"/>
                </a:lnTo>
                <a:lnTo>
                  <a:pt x="3081716" y="318987"/>
                </a:lnTo>
                <a:lnTo>
                  <a:pt x="3091647" y="292654"/>
                </a:lnTo>
                <a:lnTo>
                  <a:pt x="3101579" y="251834"/>
                </a:lnTo>
                <a:lnTo>
                  <a:pt x="3111510" y="206419"/>
                </a:lnTo>
                <a:lnTo>
                  <a:pt x="3121441" y="180777"/>
                </a:lnTo>
                <a:lnTo>
                  <a:pt x="3131373" y="198074"/>
                </a:lnTo>
                <a:lnTo>
                  <a:pt x="3141304" y="233100"/>
                </a:lnTo>
                <a:lnTo>
                  <a:pt x="3151235" y="239242"/>
                </a:lnTo>
                <a:lnTo>
                  <a:pt x="3161167" y="221042"/>
                </a:lnTo>
                <a:lnTo>
                  <a:pt x="3171098" y="212233"/>
                </a:lnTo>
                <a:lnTo>
                  <a:pt x="3181029" y="205948"/>
                </a:lnTo>
                <a:lnTo>
                  <a:pt x="3190961" y="181539"/>
                </a:lnTo>
                <a:lnTo>
                  <a:pt x="3200892" y="162757"/>
                </a:lnTo>
                <a:lnTo>
                  <a:pt x="3210823" y="179533"/>
                </a:lnTo>
                <a:lnTo>
                  <a:pt x="3220755" y="216683"/>
                </a:lnTo>
                <a:lnTo>
                  <a:pt x="3230686" y="249272"/>
                </a:lnTo>
                <a:lnTo>
                  <a:pt x="3240617" y="274574"/>
                </a:lnTo>
                <a:lnTo>
                  <a:pt x="3250549" y="285240"/>
                </a:lnTo>
                <a:lnTo>
                  <a:pt x="3260480" y="274997"/>
                </a:lnTo>
                <a:lnTo>
                  <a:pt x="3270412" y="274749"/>
                </a:lnTo>
                <a:lnTo>
                  <a:pt x="3280343" y="316655"/>
                </a:lnTo>
                <a:lnTo>
                  <a:pt x="3290274" y="373914"/>
                </a:lnTo>
                <a:lnTo>
                  <a:pt x="3300206" y="396621"/>
                </a:lnTo>
                <a:lnTo>
                  <a:pt x="3310137" y="385982"/>
                </a:lnTo>
                <a:lnTo>
                  <a:pt x="3320068" y="384324"/>
                </a:lnTo>
                <a:lnTo>
                  <a:pt x="3330000" y="413781"/>
                </a:lnTo>
                <a:lnTo>
                  <a:pt x="3339931" y="455599"/>
                </a:lnTo>
                <a:lnTo>
                  <a:pt x="3349862" y="475611"/>
                </a:lnTo>
                <a:lnTo>
                  <a:pt x="3359794" y="462689"/>
                </a:lnTo>
                <a:lnTo>
                  <a:pt x="3369725" y="443570"/>
                </a:lnTo>
                <a:lnTo>
                  <a:pt x="3379656" y="442870"/>
                </a:lnTo>
                <a:lnTo>
                  <a:pt x="3389588" y="442293"/>
                </a:lnTo>
                <a:lnTo>
                  <a:pt x="3399519" y="416579"/>
                </a:lnTo>
                <a:lnTo>
                  <a:pt x="3409450" y="380291"/>
                </a:lnTo>
                <a:lnTo>
                  <a:pt x="3419382" y="351148"/>
                </a:lnTo>
                <a:lnTo>
                  <a:pt x="3429313" y="313138"/>
                </a:lnTo>
                <a:lnTo>
                  <a:pt x="3439245" y="263412"/>
                </a:lnTo>
                <a:lnTo>
                  <a:pt x="3449176" y="231783"/>
                </a:lnTo>
                <a:lnTo>
                  <a:pt x="3459107" y="215645"/>
                </a:lnTo>
                <a:lnTo>
                  <a:pt x="3469039" y="176180"/>
                </a:lnTo>
                <a:lnTo>
                  <a:pt x="3478970" y="121892"/>
                </a:lnTo>
                <a:lnTo>
                  <a:pt x="3488901" y="102346"/>
                </a:lnTo>
                <a:lnTo>
                  <a:pt x="3498833" y="112687"/>
                </a:lnTo>
                <a:lnTo>
                  <a:pt x="3508764" y="102166"/>
                </a:lnTo>
                <a:lnTo>
                  <a:pt x="3518695" y="69489"/>
                </a:lnTo>
                <a:lnTo>
                  <a:pt x="3528627" y="61303"/>
                </a:lnTo>
                <a:lnTo>
                  <a:pt x="3538558" y="95039"/>
                </a:lnTo>
                <a:lnTo>
                  <a:pt x="3548489" y="145013"/>
                </a:lnTo>
                <a:lnTo>
                  <a:pt x="3558421" y="174928"/>
                </a:lnTo>
                <a:lnTo>
                  <a:pt x="3568352" y="162284"/>
                </a:lnTo>
                <a:lnTo>
                  <a:pt x="3578283" y="132960"/>
                </a:lnTo>
                <a:lnTo>
                  <a:pt x="3588215" y="148301"/>
                </a:lnTo>
                <a:lnTo>
                  <a:pt x="3598146" y="207627"/>
                </a:lnTo>
                <a:lnTo>
                  <a:pt x="3608077" y="235697"/>
                </a:lnTo>
                <a:lnTo>
                  <a:pt x="3618009" y="221935"/>
                </a:lnTo>
                <a:lnTo>
                  <a:pt x="3627940" y="252930"/>
                </a:lnTo>
                <a:lnTo>
                  <a:pt x="3637872" y="346459"/>
                </a:lnTo>
                <a:lnTo>
                  <a:pt x="3647803" y="403645"/>
                </a:lnTo>
                <a:lnTo>
                  <a:pt x="3657734" y="383819"/>
                </a:lnTo>
                <a:lnTo>
                  <a:pt x="3667666" y="364581"/>
                </a:lnTo>
                <a:lnTo>
                  <a:pt x="3677597" y="387589"/>
                </a:lnTo>
                <a:lnTo>
                  <a:pt x="3687528" y="406549"/>
                </a:lnTo>
                <a:lnTo>
                  <a:pt x="3697460" y="403428"/>
                </a:lnTo>
                <a:lnTo>
                  <a:pt x="3707391" y="407775"/>
                </a:lnTo>
                <a:lnTo>
                  <a:pt x="3717322" y="414017"/>
                </a:lnTo>
                <a:lnTo>
                  <a:pt x="3727254" y="398403"/>
                </a:lnTo>
                <a:lnTo>
                  <a:pt x="3737185" y="372088"/>
                </a:lnTo>
                <a:lnTo>
                  <a:pt x="3747116" y="340675"/>
                </a:lnTo>
                <a:lnTo>
                  <a:pt x="3757048" y="293963"/>
                </a:lnTo>
                <a:lnTo>
                  <a:pt x="3766979" y="268666"/>
                </a:lnTo>
                <a:lnTo>
                  <a:pt x="3776910" y="306346"/>
                </a:lnTo>
                <a:lnTo>
                  <a:pt x="3786842" y="356969"/>
                </a:lnTo>
                <a:lnTo>
                  <a:pt x="3796773" y="355068"/>
                </a:lnTo>
                <a:lnTo>
                  <a:pt x="3806704" y="339497"/>
                </a:lnTo>
                <a:lnTo>
                  <a:pt x="3816636" y="362819"/>
                </a:lnTo>
                <a:lnTo>
                  <a:pt x="3826567" y="379770"/>
                </a:lnTo>
                <a:lnTo>
                  <a:pt x="3836499" y="358160"/>
                </a:lnTo>
                <a:lnTo>
                  <a:pt x="3846430" y="364272"/>
                </a:lnTo>
                <a:lnTo>
                  <a:pt x="3856361" y="417139"/>
                </a:lnTo>
                <a:lnTo>
                  <a:pt x="3866293" y="425007"/>
                </a:lnTo>
                <a:lnTo>
                  <a:pt x="3876224" y="370721"/>
                </a:lnTo>
                <a:lnTo>
                  <a:pt x="3886155" y="371178"/>
                </a:lnTo>
                <a:lnTo>
                  <a:pt x="3896087" y="463799"/>
                </a:lnTo>
                <a:lnTo>
                  <a:pt x="3906018" y="529052"/>
                </a:lnTo>
                <a:lnTo>
                  <a:pt x="3915949" y="497402"/>
                </a:lnTo>
                <a:lnTo>
                  <a:pt x="3925881" y="446442"/>
                </a:lnTo>
                <a:lnTo>
                  <a:pt x="3935812" y="438972"/>
                </a:lnTo>
                <a:lnTo>
                  <a:pt x="3945743" y="435767"/>
                </a:lnTo>
                <a:lnTo>
                  <a:pt x="3955675" y="408397"/>
                </a:lnTo>
                <a:lnTo>
                  <a:pt x="3965606" y="389988"/>
                </a:lnTo>
                <a:lnTo>
                  <a:pt x="3975537" y="383845"/>
                </a:lnTo>
                <a:lnTo>
                  <a:pt x="3985469" y="344049"/>
                </a:lnTo>
                <a:lnTo>
                  <a:pt x="3995400" y="272603"/>
                </a:lnTo>
                <a:lnTo>
                  <a:pt x="4005331" y="237446"/>
                </a:lnTo>
                <a:lnTo>
                  <a:pt x="4015263" y="263286"/>
                </a:lnTo>
                <a:lnTo>
                  <a:pt x="4025194" y="280653"/>
                </a:lnTo>
                <a:lnTo>
                  <a:pt x="4035126" y="226597"/>
                </a:lnTo>
                <a:lnTo>
                  <a:pt x="4045057" y="140444"/>
                </a:lnTo>
                <a:lnTo>
                  <a:pt x="4054988" y="100194"/>
                </a:lnTo>
                <a:lnTo>
                  <a:pt x="4064920" y="102659"/>
                </a:lnTo>
                <a:lnTo>
                  <a:pt x="4074851" y="84614"/>
                </a:lnTo>
                <a:lnTo>
                  <a:pt x="4084782" y="39816"/>
                </a:lnTo>
                <a:lnTo>
                  <a:pt x="4094714" y="22860"/>
                </a:lnTo>
                <a:lnTo>
                  <a:pt x="4104645" y="45709"/>
                </a:lnTo>
                <a:lnTo>
                  <a:pt x="4114576" y="64747"/>
                </a:lnTo>
                <a:lnTo>
                  <a:pt x="4124508" y="67019"/>
                </a:lnTo>
                <a:lnTo>
                  <a:pt x="4134439" y="80642"/>
                </a:lnTo>
                <a:lnTo>
                  <a:pt x="4144370" y="106901"/>
                </a:lnTo>
                <a:lnTo>
                  <a:pt x="4154302" y="123180"/>
                </a:lnTo>
                <a:lnTo>
                  <a:pt x="4164233" y="141151"/>
                </a:lnTo>
                <a:lnTo>
                  <a:pt x="4174164" y="189588"/>
                </a:lnTo>
                <a:lnTo>
                  <a:pt x="4184096" y="249781"/>
                </a:lnTo>
                <a:lnTo>
                  <a:pt x="4194027" y="265774"/>
                </a:lnTo>
                <a:lnTo>
                  <a:pt x="4203958" y="218793"/>
                </a:lnTo>
                <a:lnTo>
                  <a:pt x="4213890" y="159645"/>
                </a:lnTo>
                <a:lnTo>
                  <a:pt x="4223821" y="156920"/>
                </a:lnTo>
                <a:lnTo>
                  <a:pt x="4233753" y="216921"/>
                </a:lnTo>
                <a:lnTo>
                  <a:pt x="4243684" y="276554"/>
                </a:lnTo>
                <a:lnTo>
                  <a:pt x="4253615" y="294270"/>
                </a:lnTo>
                <a:lnTo>
                  <a:pt x="4263547" y="306209"/>
                </a:lnTo>
                <a:lnTo>
                  <a:pt x="4273478" y="348677"/>
                </a:lnTo>
                <a:lnTo>
                  <a:pt x="4283409" y="385988"/>
                </a:lnTo>
                <a:lnTo>
                  <a:pt x="4293341" y="380677"/>
                </a:lnTo>
                <a:lnTo>
                  <a:pt x="4303272" y="364275"/>
                </a:lnTo>
                <a:lnTo>
                  <a:pt x="4313203" y="369017"/>
                </a:lnTo>
                <a:lnTo>
                  <a:pt x="4323135" y="371633"/>
                </a:lnTo>
                <a:lnTo>
                  <a:pt x="4333066" y="363033"/>
                </a:lnTo>
                <a:lnTo>
                  <a:pt x="4342997" y="374869"/>
                </a:lnTo>
                <a:lnTo>
                  <a:pt x="4352929" y="396718"/>
                </a:lnTo>
                <a:lnTo>
                  <a:pt x="4362860" y="382370"/>
                </a:lnTo>
                <a:lnTo>
                  <a:pt x="4372791" y="355463"/>
                </a:lnTo>
                <a:lnTo>
                  <a:pt x="4382723" y="377239"/>
                </a:lnTo>
                <a:lnTo>
                  <a:pt x="4392654" y="415752"/>
                </a:lnTo>
                <a:lnTo>
                  <a:pt x="4402585" y="393240"/>
                </a:lnTo>
                <a:lnTo>
                  <a:pt x="4412517" y="339496"/>
                </a:lnTo>
                <a:lnTo>
                  <a:pt x="4422448" y="342900"/>
                </a:lnTo>
                <a:lnTo>
                  <a:pt x="4432380" y="381380"/>
                </a:lnTo>
                <a:lnTo>
                  <a:pt x="4442311" y="358036"/>
                </a:lnTo>
                <a:lnTo>
                  <a:pt x="4452242" y="274827"/>
                </a:lnTo>
                <a:lnTo>
                  <a:pt x="4462174" y="226076"/>
                </a:lnTo>
                <a:lnTo>
                  <a:pt x="4472105" y="239965"/>
                </a:lnTo>
                <a:lnTo>
                  <a:pt x="4482036" y="250255"/>
                </a:lnTo>
                <a:lnTo>
                  <a:pt x="4491968" y="217477"/>
                </a:lnTo>
                <a:lnTo>
                  <a:pt x="4501899" y="179639"/>
                </a:lnTo>
                <a:lnTo>
                  <a:pt x="4511830" y="175070"/>
                </a:lnTo>
                <a:lnTo>
                  <a:pt x="4521762" y="187191"/>
                </a:lnTo>
                <a:lnTo>
                  <a:pt x="4531693" y="189679"/>
                </a:lnTo>
                <a:lnTo>
                  <a:pt x="4541624" y="198385"/>
                </a:lnTo>
                <a:lnTo>
                  <a:pt x="4551556" y="239409"/>
                </a:lnTo>
                <a:lnTo>
                  <a:pt x="4561487" y="292857"/>
                </a:lnTo>
                <a:lnTo>
                  <a:pt x="4571418" y="315605"/>
                </a:lnTo>
                <a:lnTo>
                  <a:pt x="4581350" y="304553"/>
                </a:lnTo>
                <a:lnTo>
                  <a:pt x="4591281" y="290532"/>
                </a:lnTo>
                <a:lnTo>
                  <a:pt x="4601212" y="289615"/>
                </a:lnTo>
                <a:lnTo>
                  <a:pt x="4611144" y="306689"/>
                </a:lnTo>
                <a:lnTo>
                  <a:pt x="4621075" y="351874"/>
                </a:lnTo>
                <a:lnTo>
                  <a:pt x="4631007" y="404985"/>
                </a:lnTo>
                <a:lnTo>
                  <a:pt x="4640938" y="413882"/>
                </a:lnTo>
                <a:lnTo>
                  <a:pt x="4650869" y="373659"/>
                </a:lnTo>
                <a:lnTo>
                  <a:pt x="4660801" y="344166"/>
                </a:lnTo>
                <a:lnTo>
                  <a:pt x="4670732" y="355215"/>
                </a:lnTo>
                <a:lnTo>
                  <a:pt x="4680663" y="372367"/>
                </a:lnTo>
                <a:lnTo>
                  <a:pt x="4690595" y="375131"/>
                </a:lnTo>
                <a:lnTo>
                  <a:pt x="4700526" y="378530"/>
                </a:lnTo>
                <a:lnTo>
                  <a:pt x="4710457" y="373903"/>
                </a:lnTo>
                <a:lnTo>
                  <a:pt x="4720389" y="342084"/>
                </a:lnTo>
                <a:lnTo>
                  <a:pt x="4730320" y="309363"/>
                </a:lnTo>
                <a:lnTo>
                  <a:pt x="4740251" y="301851"/>
                </a:lnTo>
                <a:lnTo>
                  <a:pt x="4750183" y="286377"/>
                </a:lnTo>
                <a:lnTo>
                  <a:pt x="4760114" y="240496"/>
                </a:lnTo>
                <a:lnTo>
                  <a:pt x="4770045" y="214098"/>
                </a:lnTo>
                <a:lnTo>
                  <a:pt x="4779977" y="238445"/>
                </a:lnTo>
                <a:lnTo>
                  <a:pt x="4789908" y="254674"/>
                </a:lnTo>
                <a:lnTo>
                  <a:pt x="4799839" y="213162"/>
                </a:lnTo>
                <a:lnTo>
                  <a:pt x="4809771" y="162236"/>
                </a:lnTo>
                <a:lnTo>
                  <a:pt x="4819702" y="165506"/>
                </a:lnTo>
                <a:lnTo>
                  <a:pt x="4829634" y="205440"/>
                </a:lnTo>
                <a:lnTo>
                  <a:pt x="4839565" y="230358"/>
                </a:lnTo>
                <a:lnTo>
                  <a:pt x="4849496" y="234656"/>
                </a:lnTo>
                <a:lnTo>
                  <a:pt x="4859428" y="241559"/>
                </a:lnTo>
                <a:lnTo>
                  <a:pt x="4869359" y="252658"/>
                </a:lnTo>
                <a:lnTo>
                  <a:pt x="4879290" y="256501"/>
                </a:lnTo>
                <a:lnTo>
                  <a:pt x="4889222" y="259299"/>
                </a:lnTo>
                <a:lnTo>
                  <a:pt x="4899153" y="274813"/>
                </a:lnTo>
                <a:lnTo>
                  <a:pt x="4909084" y="299301"/>
                </a:lnTo>
                <a:lnTo>
                  <a:pt x="4919016" y="322839"/>
                </a:lnTo>
                <a:lnTo>
                  <a:pt x="4928947" y="352025"/>
                </a:lnTo>
                <a:lnTo>
                  <a:pt x="4938878" y="389310"/>
                </a:lnTo>
                <a:lnTo>
                  <a:pt x="4948810" y="405093"/>
                </a:lnTo>
                <a:lnTo>
                  <a:pt x="4958741" y="377584"/>
                </a:lnTo>
                <a:lnTo>
                  <a:pt x="4968672" y="345826"/>
                </a:lnTo>
                <a:lnTo>
                  <a:pt x="4978604" y="363040"/>
                </a:lnTo>
                <a:lnTo>
                  <a:pt x="4988535" y="413200"/>
                </a:lnTo>
                <a:lnTo>
                  <a:pt x="4998466" y="439057"/>
                </a:lnTo>
                <a:lnTo>
                  <a:pt x="5008398" y="427663"/>
                </a:lnTo>
                <a:lnTo>
                  <a:pt x="5018329" y="403688"/>
                </a:lnTo>
                <a:lnTo>
                  <a:pt x="5028261" y="380198"/>
                </a:lnTo>
                <a:lnTo>
                  <a:pt x="5038192" y="375290"/>
                </a:lnTo>
                <a:lnTo>
                  <a:pt x="5048123" y="414434"/>
                </a:lnTo>
                <a:lnTo>
                  <a:pt x="5058055" y="466946"/>
                </a:lnTo>
                <a:lnTo>
                  <a:pt x="5067986" y="463900"/>
                </a:lnTo>
                <a:lnTo>
                  <a:pt x="5077917" y="412170"/>
                </a:lnTo>
                <a:lnTo>
                  <a:pt x="5087849" y="386884"/>
                </a:lnTo>
                <a:lnTo>
                  <a:pt x="5097780" y="397920"/>
                </a:lnTo>
              </a:path>
            </a:pathLst>
          </a:custGeom>
          <a:solidFill>
            <a:srgbClr val="FFFFFF">
              <a:alpha val="0"/>
            </a:srgbClr>
          </a:solidFill>
          <a:ln w="13335" cap="rnd">
            <a:solidFill>
              <a:srgbClr val="17313B"/>
            </a:solidFill>
            <a:prstDash val="solid"/>
          </a:ln>
        </p:spPr>
      </p:sp>
      <p:sp>
        <p:nvSpPr>
          <p:cNvPr id="28" name="wave_4"/>
          <p:cNvSpPr/>
          <p:nvPr/>
        </p:nvSpPr>
        <p:spPr>
          <a:xfrm>
            <a:off x="6405372" y="2809777"/>
            <a:ext cx="5120640" cy="527675"/>
          </a:xfrm>
          <a:custGeom>
            <a:avLst/>
            <a:gdLst/>
            <a:ahLst/>
            <a:cxnLst/>
            <a:rect l="l" t="t" r="r" b="b"/>
            <a:pathLst>
              <a:path w="5120640" h="527675" fill="none" stroke="1" extrusionOk="0">
                <a:moveTo>
                  <a:pt x="22860" y="271122"/>
                </a:moveTo>
                <a:lnTo>
                  <a:pt x="32791" y="239323"/>
                </a:lnTo>
                <a:lnTo>
                  <a:pt x="42723" y="277046"/>
                </a:lnTo>
                <a:lnTo>
                  <a:pt x="52654" y="343524"/>
                </a:lnTo>
                <a:lnTo>
                  <a:pt x="62585" y="379745"/>
                </a:lnTo>
                <a:lnTo>
                  <a:pt x="72517" y="408675"/>
                </a:lnTo>
                <a:lnTo>
                  <a:pt x="82448" y="449556"/>
                </a:lnTo>
                <a:lnTo>
                  <a:pt x="92379" y="461111"/>
                </a:lnTo>
                <a:lnTo>
                  <a:pt x="102311" y="427818"/>
                </a:lnTo>
                <a:lnTo>
                  <a:pt x="112242" y="398742"/>
                </a:lnTo>
                <a:lnTo>
                  <a:pt x="122174" y="407624"/>
                </a:lnTo>
                <a:lnTo>
                  <a:pt x="132105" y="429792"/>
                </a:lnTo>
                <a:lnTo>
                  <a:pt x="142036" y="430312"/>
                </a:lnTo>
                <a:lnTo>
                  <a:pt x="151968" y="408703"/>
                </a:lnTo>
                <a:lnTo>
                  <a:pt x="161899" y="394529"/>
                </a:lnTo>
                <a:lnTo>
                  <a:pt x="171830" y="410583"/>
                </a:lnTo>
                <a:lnTo>
                  <a:pt x="181762" y="436292"/>
                </a:lnTo>
                <a:lnTo>
                  <a:pt x="191693" y="428527"/>
                </a:lnTo>
                <a:lnTo>
                  <a:pt x="201624" y="384526"/>
                </a:lnTo>
                <a:lnTo>
                  <a:pt x="211556" y="341036"/>
                </a:lnTo>
                <a:lnTo>
                  <a:pt x="221487" y="314455"/>
                </a:lnTo>
                <a:lnTo>
                  <a:pt x="231418" y="301009"/>
                </a:lnTo>
                <a:lnTo>
                  <a:pt x="241350" y="316739"/>
                </a:lnTo>
                <a:lnTo>
                  <a:pt x="251281" y="366064"/>
                </a:lnTo>
                <a:lnTo>
                  <a:pt x="261212" y="401987"/>
                </a:lnTo>
                <a:lnTo>
                  <a:pt x="271144" y="386417"/>
                </a:lnTo>
                <a:lnTo>
                  <a:pt x="281075" y="348591"/>
                </a:lnTo>
                <a:lnTo>
                  <a:pt x="291006" y="331406"/>
                </a:lnTo>
                <a:lnTo>
                  <a:pt x="300938" y="332288"/>
                </a:lnTo>
                <a:lnTo>
                  <a:pt x="310869" y="327662"/>
                </a:lnTo>
                <a:lnTo>
                  <a:pt x="320801" y="301622"/>
                </a:lnTo>
                <a:lnTo>
                  <a:pt x="330732" y="249551"/>
                </a:lnTo>
                <a:lnTo>
                  <a:pt x="340663" y="200008"/>
                </a:lnTo>
                <a:lnTo>
                  <a:pt x="350595" y="195757"/>
                </a:lnTo>
                <a:lnTo>
                  <a:pt x="360526" y="218464"/>
                </a:lnTo>
                <a:lnTo>
                  <a:pt x="370457" y="207228"/>
                </a:lnTo>
                <a:lnTo>
                  <a:pt x="380389" y="169293"/>
                </a:lnTo>
                <a:lnTo>
                  <a:pt x="390320" y="163885"/>
                </a:lnTo>
                <a:lnTo>
                  <a:pt x="400251" y="178865"/>
                </a:lnTo>
                <a:lnTo>
                  <a:pt x="410183" y="155945"/>
                </a:lnTo>
                <a:lnTo>
                  <a:pt x="420114" y="116432"/>
                </a:lnTo>
                <a:lnTo>
                  <a:pt x="430045" y="122560"/>
                </a:lnTo>
                <a:lnTo>
                  <a:pt x="439977" y="156585"/>
                </a:lnTo>
                <a:lnTo>
                  <a:pt x="449908" y="165956"/>
                </a:lnTo>
                <a:lnTo>
                  <a:pt x="459839" y="162638"/>
                </a:lnTo>
                <a:lnTo>
                  <a:pt x="469771" y="175418"/>
                </a:lnTo>
                <a:lnTo>
                  <a:pt x="479702" y="191018"/>
                </a:lnTo>
                <a:lnTo>
                  <a:pt x="489633" y="208963"/>
                </a:lnTo>
                <a:lnTo>
                  <a:pt x="499565" y="252960"/>
                </a:lnTo>
                <a:lnTo>
                  <a:pt x="509496" y="304845"/>
                </a:lnTo>
                <a:lnTo>
                  <a:pt x="519428" y="331505"/>
                </a:lnTo>
                <a:lnTo>
                  <a:pt x="529359" y="348950"/>
                </a:lnTo>
                <a:lnTo>
                  <a:pt x="539290" y="363408"/>
                </a:lnTo>
                <a:lnTo>
                  <a:pt x="549222" y="332978"/>
                </a:lnTo>
                <a:lnTo>
                  <a:pt x="559153" y="270680"/>
                </a:lnTo>
                <a:lnTo>
                  <a:pt x="569084" y="254408"/>
                </a:lnTo>
                <a:lnTo>
                  <a:pt x="579016" y="277281"/>
                </a:lnTo>
                <a:lnTo>
                  <a:pt x="588947" y="257347"/>
                </a:lnTo>
                <a:lnTo>
                  <a:pt x="598878" y="215995"/>
                </a:lnTo>
                <a:lnTo>
                  <a:pt x="608810" y="245023"/>
                </a:lnTo>
                <a:lnTo>
                  <a:pt x="618741" y="311614"/>
                </a:lnTo>
                <a:lnTo>
                  <a:pt x="628672" y="311344"/>
                </a:lnTo>
                <a:lnTo>
                  <a:pt x="638604" y="264515"/>
                </a:lnTo>
                <a:lnTo>
                  <a:pt x="648535" y="253392"/>
                </a:lnTo>
                <a:lnTo>
                  <a:pt x="658466" y="255658"/>
                </a:lnTo>
                <a:lnTo>
                  <a:pt x="668398" y="225982"/>
                </a:lnTo>
                <a:lnTo>
                  <a:pt x="678329" y="215463"/>
                </a:lnTo>
                <a:lnTo>
                  <a:pt x="688260" y="256283"/>
                </a:lnTo>
                <a:lnTo>
                  <a:pt x="698192" y="281051"/>
                </a:lnTo>
                <a:lnTo>
                  <a:pt x="708123" y="264060"/>
                </a:lnTo>
                <a:lnTo>
                  <a:pt x="718055" y="268567"/>
                </a:lnTo>
                <a:lnTo>
                  <a:pt x="727986" y="297662"/>
                </a:lnTo>
                <a:lnTo>
                  <a:pt x="737917" y="286757"/>
                </a:lnTo>
                <a:lnTo>
                  <a:pt x="747849" y="254005"/>
                </a:lnTo>
                <a:lnTo>
                  <a:pt x="757780" y="267519"/>
                </a:lnTo>
                <a:lnTo>
                  <a:pt x="767711" y="292958"/>
                </a:lnTo>
                <a:lnTo>
                  <a:pt x="777643" y="254807"/>
                </a:lnTo>
                <a:lnTo>
                  <a:pt x="787574" y="190513"/>
                </a:lnTo>
                <a:lnTo>
                  <a:pt x="797505" y="183866"/>
                </a:lnTo>
                <a:lnTo>
                  <a:pt x="807437" y="219971"/>
                </a:lnTo>
                <a:lnTo>
                  <a:pt x="817368" y="234132"/>
                </a:lnTo>
                <a:lnTo>
                  <a:pt x="827299" y="224335"/>
                </a:lnTo>
                <a:lnTo>
                  <a:pt x="837231" y="224254"/>
                </a:lnTo>
                <a:lnTo>
                  <a:pt x="847162" y="239109"/>
                </a:lnTo>
                <a:lnTo>
                  <a:pt x="857093" y="261196"/>
                </a:lnTo>
                <a:lnTo>
                  <a:pt x="867025" y="291034"/>
                </a:lnTo>
                <a:lnTo>
                  <a:pt x="876956" y="326525"/>
                </a:lnTo>
                <a:lnTo>
                  <a:pt x="886887" y="364943"/>
                </a:lnTo>
                <a:lnTo>
                  <a:pt x="896819" y="400493"/>
                </a:lnTo>
                <a:lnTo>
                  <a:pt x="906750" y="413200"/>
                </a:lnTo>
                <a:lnTo>
                  <a:pt x="916682" y="398420"/>
                </a:lnTo>
                <a:lnTo>
                  <a:pt x="926613" y="389095"/>
                </a:lnTo>
                <a:lnTo>
                  <a:pt x="936544" y="403948"/>
                </a:lnTo>
                <a:lnTo>
                  <a:pt x="946476" y="418572"/>
                </a:lnTo>
                <a:lnTo>
                  <a:pt x="956407" y="424245"/>
                </a:lnTo>
                <a:lnTo>
                  <a:pt x="966338" y="438867"/>
                </a:lnTo>
                <a:lnTo>
                  <a:pt x="976270" y="436304"/>
                </a:lnTo>
                <a:lnTo>
                  <a:pt x="986201" y="370462"/>
                </a:lnTo>
                <a:lnTo>
                  <a:pt x="996132" y="280090"/>
                </a:lnTo>
                <a:lnTo>
                  <a:pt x="1006064" y="247626"/>
                </a:lnTo>
                <a:lnTo>
                  <a:pt x="1015995" y="259364"/>
                </a:lnTo>
                <a:lnTo>
                  <a:pt x="1025926" y="233415"/>
                </a:lnTo>
                <a:lnTo>
                  <a:pt x="1035858" y="164149"/>
                </a:lnTo>
                <a:lnTo>
                  <a:pt x="1045789" y="117945"/>
                </a:lnTo>
                <a:lnTo>
                  <a:pt x="1055720" y="120053"/>
                </a:lnTo>
                <a:lnTo>
                  <a:pt x="1065652" y="144110"/>
                </a:lnTo>
                <a:lnTo>
                  <a:pt x="1075583" y="167364"/>
                </a:lnTo>
                <a:lnTo>
                  <a:pt x="1085514" y="173097"/>
                </a:lnTo>
                <a:lnTo>
                  <a:pt x="1095446" y="158830"/>
                </a:lnTo>
                <a:lnTo>
                  <a:pt x="1105377" y="165475"/>
                </a:lnTo>
                <a:lnTo>
                  <a:pt x="1115309" y="224511"/>
                </a:lnTo>
                <a:lnTo>
                  <a:pt x="1125240" y="290231"/>
                </a:lnTo>
                <a:lnTo>
                  <a:pt x="1135171" y="305060"/>
                </a:lnTo>
                <a:lnTo>
                  <a:pt x="1145103" y="286848"/>
                </a:lnTo>
                <a:lnTo>
                  <a:pt x="1155034" y="276888"/>
                </a:lnTo>
                <a:lnTo>
                  <a:pt x="1164965" y="275189"/>
                </a:lnTo>
                <a:lnTo>
                  <a:pt x="1174897" y="284181"/>
                </a:lnTo>
                <a:lnTo>
                  <a:pt x="1184828" y="317216"/>
                </a:lnTo>
                <a:lnTo>
                  <a:pt x="1194759" y="334343"/>
                </a:lnTo>
                <a:lnTo>
                  <a:pt x="1204691" y="291378"/>
                </a:lnTo>
                <a:lnTo>
                  <a:pt x="1214622" y="245920"/>
                </a:lnTo>
                <a:lnTo>
                  <a:pt x="1224553" y="271122"/>
                </a:lnTo>
                <a:lnTo>
                  <a:pt x="1234485" y="308969"/>
                </a:lnTo>
                <a:lnTo>
                  <a:pt x="1244416" y="272703"/>
                </a:lnTo>
                <a:lnTo>
                  <a:pt x="1254347" y="217295"/>
                </a:lnTo>
                <a:lnTo>
                  <a:pt x="1264279" y="231740"/>
                </a:lnTo>
                <a:lnTo>
                  <a:pt x="1274210" y="265052"/>
                </a:lnTo>
                <a:lnTo>
                  <a:pt x="1284141" y="236538"/>
                </a:lnTo>
                <a:lnTo>
                  <a:pt x="1294073" y="197265"/>
                </a:lnTo>
                <a:lnTo>
                  <a:pt x="1304004" y="218436"/>
                </a:lnTo>
                <a:lnTo>
                  <a:pt x="1313936" y="256278"/>
                </a:lnTo>
                <a:lnTo>
                  <a:pt x="1323867" y="264285"/>
                </a:lnTo>
                <a:lnTo>
                  <a:pt x="1333798" y="287838"/>
                </a:lnTo>
                <a:lnTo>
                  <a:pt x="1343730" y="345156"/>
                </a:lnTo>
                <a:lnTo>
                  <a:pt x="1353661" y="378585"/>
                </a:lnTo>
                <a:lnTo>
                  <a:pt x="1363592" y="387162"/>
                </a:lnTo>
                <a:lnTo>
                  <a:pt x="1373524" y="434047"/>
                </a:lnTo>
                <a:lnTo>
                  <a:pt x="1383455" y="499258"/>
                </a:lnTo>
                <a:lnTo>
                  <a:pt x="1393386" y="502989"/>
                </a:lnTo>
                <a:lnTo>
                  <a:pt x="1403318" y="463428"/>
                </a:lnTo>
                <a:lnTo>
                  <a:pt x="1413249" y="461483"/>
                </a:lnTo>
                <a:lnTo>
                  <a:pt x="1423180" y="493118"/>
                </a:lnTo>
                <a:lnTo>
                  <a:pt x="1433112" y="504815"/>
                </a:lnTo>
                <a:lnTo>
                  <a:pt x="1443043" y="497649"/>
                </a:lnTo>
                <a:lnTo>
                  <a:pt x="1452974" y="479661"/>
                </a:lnTo>
                <a:lnTo>
                  <a:pt x="1462906" y="426062"/>
                </a:lnTo>
                <a:lnTo>
                  <a:pt x="1472837" y="364633"/>
                </a:lnTo>
                <a:lnTo>
                  <a:pt x="1482768" y="359468"/>
                </a:lnTo>
                <a:lnTo>
                  <a:pt x="1492700" y="375907"/>
                </a:lnTo>
                <a:lnTo>
                  <a:pt x="1502631" y="329710"/>
                </a:lnTo>
                <a:lnTo>
                  <a:pt x="1512563" y="259888"/>
                </a:lnTo>
                <a:lnTo>
                  <a:pt x="1522494" y="262791"/>
                </a:lnTo>
                <a:lnTo>
                  <a:pt x="1532425" y="302950"/>
                </a:lnTo>
                <a:lnTo>
                  <a:pt x="1542357" y="288147"/>
                </a:lnTo>
                <a:lnTo>
                  <a:pt x="1552288" y="251836"/>
                </a:lnTo>
                <a:lnTo>
                  <a:pt x="1562219" y="269954"/>
                </a:lnTo>
                <a:lnTo>
                  <a:pt x="1572151" y="306213"/>
                </a:lnTo>
                <a:lnTo>
                  <a:pt x="1582082" y="308805"/>
                </a:lnTo>
                <a:lnTo>
                  <a:pt x="1592013" y="323769"/>
                </a:lnTo>
                <a:lnTo>
                  <a:pt x="1601945" y="374223"/>
                </a:lnTo>
                <a:lnTo>
                  <a:pt x="1611876" y="386047"/>
                </a:lnTo>
                <a:lnTo>
                  <a:pt x="1621807" y="337007"/>
                </a:lnTo>
                <a:lnTo>
                  <a:pt x="1631739" y="309848"/>
                </a:lnTo>
                <a:lnTo>
                  <a:pt x="1641670" y="332757"/>
                </a:lnTo>
                <a:lnTo>
                  <a:pt x="1651601" y="337341"/>
                </a:lnTo>
                <a:lnTo>
                  <a:pt x="1661533" y="300180"/>
                </a:lnTo>
                <a:lnTo>
                  <a:pt x="1671464" y="266564"/>
                </a:lnTo>
                <a:lnTo>
                  <a:pt x="1681395" y="244595"/>
                </a:lnTo>
                <a:lnTo>
                  <a:pt x="1691327" y="212782"/>
                </a:lnTo>
                <a:lnTo>
                  <a:pt x="1701258" y="190670"/>
                </a:lnTo>
                <a:lnTo>
                  <a:pt x="1711190" y="197046"/>
                </a:lnTo>
                <a:lnTo>
                  <a:pt x="1721121" y="203786"/>
                </a:lnTo>
                <a:lnTo>
                  <a:pt x="1731052" y="195567"/>
                </a:lnTo>
                <a:lnTo>
                  <a:pt x="1740984" y="192467"/>
                </a:lnTo>
                <a:lnTo>
                  <a:pt x="1750915" y="191689"/>
                </a:lnTo>
                <a:lnTo>
                  <a:pt x="1760846" y="178683"/>
                </a:lnTo>
                <a:lnTo>
                  <a:pt x="1770778" y="178910"/>
                </a:lnTo>
                <a:lnTo>
                  <a:pt x="1780709" y="210481"/>
                </a:lnTo>
                <a:lnTo>
                  <a:pt x="1790640" y="236892"/>
                </a:lnTo>
                <a:lnTo>
                  <a:pt x="1800572" y="238578"/>
                </a:lnTo>
                <a:lnTo>
                  <a:pt x="1810503" y="248854"/>
                </a:lnTo>
                <a:lnTo>
                  <a:pt x="1820434" y="269077"/>
                </a:lnTo>
                <a:lnTo>
                  <a:pt x="1830366" y="254507"/>
                </a:lnTo>
                <a:lnTo>
                  <a:pt x="1840297" y="212666"/>
                </a:lnTo>
                <a:lnTo>
                  <a:pt x="1850228" y="201450"/>
                </a:lnTo>
                <a:lnTo>
                  <a:pt x="1860160" y="225425"/>
                </a:lnTo>
                <a:lnTo>
                  <a:pt x="1870091" y="241302"/>
                </a:lnTo>
                <a:lnTo>
                  <a:pt x="1880023" y="242867"/>
                </a:lnTo>
                <a:lnTo>
                  <a:pt x="1889954" y="247065"/>
                </a:lnTo>
                <a:lnTo>
                  <a:pt x="1899885" y="241972"/>
                </a:lnTo>
                <a:lnTo>
                  <a:pt x="1909817" y="221546"/>
                </a:lnTo>
                <a:lnTo>
                  <a:pt x="1919748" y="213134"/>
                </a:lnTo>
                <a:lnTo>
                  <a:pt x="1929679" y="225408"/>
                </a:lnTo>
                <a:lnTo>
                  <a:pt x="1939611" y="231953"/>
                </a:lnTo>
                <a:lnTo>
                  <a:pt x="1949542" y="221401"/>
                </a:lnTo>
                <a:lnTo>
                  <a:pt x="1959473" y="207567"/>
                </a:lnTo>
                <a:lnTo>
                  <a:pt x="1969405" y="204683"/>
                </a:lnTo>
                <a:lnTo>
                  <a:pt x="1979336" y="230292"/>
                </a:lnTo>
                <a:lnTo>
                  <a:pt x="1989267" y="286954"/>
                </a:lnTo>
                <a:lnTo>
                  <a:pt x="1999199" y="325721"/>
                </a:lnTo>
                <a:lnTo>
                  <a:pt x="2009130" y="299520"/>
                </a:lnTo>
                <a:lnTo>
                  <a:pt x="2019061" y="247109"/>
                </a:lnTo>
                <a:lnTo>
                  <a:pt x="2028993" y="240701"/>
                </a:lnTo>
                <a:lnTo>
                  <a:pt x="2038924" y="279333"/>
                </a:lnTo>
                <a:lnTo>
                  <a:pt x="2048855" y="316042"/>
                </a:lnTo>
                <a:lnTo>
                  <a:pt x="2058787" y="337358"/>
                </a:lnTo>
                <a:lnTo>
                  <a:pt x="2068718" y="345007"/>
                </a:lnTo>
                <a:lnTo>
                  <a:pt x="2078650" y="330876"/>
                </a:lnTo>
                <a:lnTo>
                  <a:pt x="2088581" y="316799"/>
                </a:lnTo>
                <a:lnTo>
                  <a:pt x="2098512" y="332514"/>
                </a:lnTo>
                <a:lnTo>
                  <a:pt x="2108444" y="343566"/>
                </a:lnTo>
                <a:lnTo>
                  <a:pt x="2118375" y="304652"/>
                </a:lnTo>
                <a:lnTo>
                  <a:pt x="2128306" y="259831"/>
                </a:lnTo>
                <a:lnTo>
                  <a:pt x="2138238" y="270633"/>
                </a:lnTo>
                <a:lnTo>
                  <a:pt x="2148169" y="295390"/>
                </a:lnTo>
                <a:lnTo>
                  <a:pt x="2158100" y="267097"/>
                </a:lnTo>
                <a:lnTo>
                  <a:pt x="2168032" y="225967"/>
                </a:lnTo>
                <a:lnTo>
                  <a:pt x="2177963" y="248526"/>
                </a:lnTo>
                <a:lnTo>
                  <a:pt x="2187894" y="310160"/>
                </a:lnTo>
                <a:lnTo>
                  <a:pt x="2197826" y="331365"/>
                </a:lnTo>
                <a:lnTo>
                  <a:pt x="2207757" y="307433"/>
                </a:lnTo>
                <a:lnTo>
                  <a:pt x="2217688" y="301933"/>
                </a:lnTo>
                <a:lnTo>
                  <a:pt x="2227620" y="343039"/>
                </a:lnTo>
                <a:lnTo>
                  <a:pt x="2237551" y="386797"/>
                </a:lnTo>
                <a:lnTo>
                  <a:pt x="2247482" y="380362"/>
                </a:lnTo>
                <a:lnTo>
                  <a:pt x="2257414" y="336047"/>
                </a:lnTo>
                <a:lnTo>
                  <a:pt x="2267345" y="316989"/>
                </a:lnTo>
                <a:lnTo>
                  <a:pt x="2277277" y="342904"/>
                </a:lnTo>
                <a:lnTo>
                  <a:pt x="2287208" y="361971"/>
                </a:lnTo>
                <a:lnTo>
                  <a:pt x="2297139" y="346394"/>
                </a:lnTo>
                <a:lnTo>
                  <a:pt x="2307071" y="339130"/>
                </a:lnTo>
                <a:lnTo>
                  <a:pt x="2317002" y="358500"/>
                </a:lnTo>
                <a:lnTo>
                  <a:pt x="2326933" y="350676"/>
                </a:lnTo>
                <a:lnTo>
                  <a:pt x="2336865" y="292903"/>
                </a:lnTo>
                <a:lnTo>
                  <a:pt x="2346796" y="244772"/>
                </a:lnTo>
                <a:lnTo>
                  <a:pt x="2356727" y="246126"/>
                </a:lnTo>
                <a:lnTo>
                  <a:pt x="2366659" y="258732"/>
                </a:lnTo>
                <a:lnTo>
                  <a:pt x="2376590" y="242966"/>
                </a:lnTo>
                <a:lnTo>
                  <a:pt x="2386521" y="208315"/>
                </a:lnTo>
                <a:lnTo>
                  <a:pt x="2396453" y="177098"/>
                </a:lnTo>
                <a:lnTo>
                  <a:pt x="2406384" y="164164"/>
                </a:lnTo>
                <a:lnTo>
                  <a:pt x="2416315" y="177175"/>
                </a:lnTo>
                <a:lnTo>
                  <a:pt x="2426247" y="194314"/>
                </a:lnTo>
                <a:lnTo>
                  <a:pt x="2436178" y="183023"/>
                </a:lnTo>
                <a:lnTo>
                  <a:pt x="2446109" y="158291"/>
                </a:lnTo>
                <a:lnTo>
                  <a:pt x="2456041" y="160329"/>
                </a:lnTo>
                <a:lnTo>
                  <a:pt x="2465972" y="182041"/>
                </a:lnTo>
                <a:lnTo>
                  <a:pt x="2475904" y="192724"/>
                </a:lnTo>
                <a:lnTo>
                  <a:pt x="2485835" y="203172"/>
                </a:lnTo>
                <a:lnTo>
                  <a:pt x="2495766" y="230672"/>
                </a:lnTo>
                <a:lnTo>
                  <a:pt x="2505698" y="247222"/>
                </a:lnTo>
                <a:lnTo>
                  <a:pt x="2515629" y="229432"/>
                </a:lnTo>
                <a:lnTo>
                  <a:pt x="2525560" y="201136"/>
                </a:lnTo>
                <a:lnTo>
                  <a:pt x="2535492" y="183000"/>
                </a:lnTo>
                <a:lnTo>
                  <a:pt x="2545423" y="168774"/>
                </a:lnTo>
                <a:lnTo>
                  <a:pt x="2555354" y="167445"/>
                </a:lnTo>
                <a:lnTo>
                  <a:pt x="2565286" y="192867"/>
                </a:lnTo>
                <a:lnTo>
                  <a:pt x="2575217" y="218699"/>
                </a:lnTo>
                <a:lnTo>
                  <a:pt x="2585148" y="215070"/>
                </a:lnTo>
                <a:lnTo>
                  <a:pt x="2595080" y="202021"/>
                </a:lnTo>
                <a:lnTo>
                  <a:pt x="2605011" y="210167"/>
                </a:lnTo>
                <a:lnTo>
                  <a:pt x="2614942" y="234368"/>
                </a:lnTo>
                <a:lnTo>
                  <a:pt x="2624874" y="259903"/>
                </a:lnTo>
                <a:lnTo>
                  <a:pt x="2634805" y="276921"/>
                </a:lnTo>
                <a:lnTo>
                  <a:pt x="2644736" y="265383"/>
                </a:lnTo>
                <a:lnTo>
                  <a:pt x="2654668" y="231175"/>
                </a:lnTo>
                <a:lnTo>
                  <a:pt x="2664599" y="229519"/>
                </a:lnTo>
                <a:lnTo>
                  <a:pt x="2674531" y="283675"/>
                </a:lnTo>
                <a:lnTo>
                  <a:pt x="2684462" y="334522"/>
                </a:lnTo>
                <a:lnTo>
                  <a:pt x="2694393" y="335801"/>
                </a:lnTo>
                <a:lnTo>
                  <a:pt x="2704325" y="323824"/>
                </a:lnTo>
                <a:lnTo>
                  <a:pt x="2714256" y="335277"/>
                </a:lnTo>
                <a:lnTo>
                  <a:pt x="2724187" y="343446"/>
                </a:lnTo>
                <a:lnTo>
                  <a:pt x="2734119" y="324847"/>
                </a:lnTo>
                <a:lnTo>
                  <a:pt x="2744050" y="306020"/>
                </a:lnTo>
                <a:lnTo>
                  <a:pt x="2753981" y="310571"/>
                </a:lnTo>
                <a:lnTo>
                  <a:pt x="2763913" y="325415"/>
                </a:lnTo>
                <a:lnTo>
                  <a:pt x="2773844" y="329486"/>
                </a:lnTo>
                <a:lnTo>
                  <a:pt x="2783775" y="311568"/>
                </a:lnTo>
                <a:lnTo>
                  <a:pt x="2793707" y="274726"/>
                </a:lnTo>
                <a:lnTo>
                  <a:pt x="2803638" y="246582"/>
                </a:lnTo>
                <a:lnTo>
                  <a:pt x="2813569" y="251253"/>
                </a:lnTo>
                <a:lnTo>
                  <a:pt x="2823501" y="268799"/>
                </a:lnTo>
                <a:lnTo>
                  <a:pt x="2833432" y="267888"/>
                </a:lnTo>
                <a:lnTo>
                  <a:pt x="2843363" y="261031"/>
                </a:lnTo>
                <a:lnTo>
                  <a:pt x="2853295" y="276919"/>
                </a:lnTo>
                <a:lnTo>
                  <a:pt x="2863226" y="307783"/>
                </a:lnTo>
                <a:lnTo>
                  <a:pt x="2873158" y="329094"/>
                </a:lnTo>
                <a:lnTo>
                  <a:pt x="2883089" y="337632"/>
                </a:lnTo>
                <a:lnTo>
                  <a:pt x="2893020" y="343930"/>
                </a:lnTo>
                <a:lnTo>
                  <a:pt x="2902952" y="361645"/>
                </a:lnTo>
                <a:lnTo>
                  <a:pt x="2912883" y="403580"/>
                </a:lnTo>
                <a:lnTo>
                  <a:pt x="2922814" y="453461"/>
                </a:lnTo>
                <a:lnTo>
                  <a:pt x="2932746" y="469404"/>
                </a:lnTo>
                <a:lnTo>
                  <a:pt x="2942677" y="448019"/>
                </a:lnTo>
                <a:lnTo>
                  <a:pt x="2952608" y="435855"/>
                </a:lnTo>
                <a:lnTo>
                  <a:pt x="2962540" y="451505"/>
                </a:lnTo>
                <a:lnTo>
                  <a:pt x="2972471" y="460103"/>
                </a:lnTo>
                <a:lnTo>
                  <a:pt x="2982402" y="441529"/>
                </a:lnTo>
                <a:lnTo>
                  <a:pt x="2992334" y="416591"/>
                </a:lnTo>
                <a:lnTo>
                  <a:pt x="3002265" y="400919"/>
                </a:lnTo>
                <a:lnTo>
                  <a:pt x="3012196" y="390782"/>
                </a:lnTo>
                <a:lnTo>
                  <a:pt x="3022128" y="382568"/>
                </a:lnTo>
                <a:lnTo>
                  <a:pt x="3032059" y="366427"/>
                </a:lnTo>
                <a:lnTo>
                  <a:pt x="3041990" y="331948"/>
                </a:lnTo>
                <a:lnTo>
                  <a:pt x="3051922" y="298542"/>
                </a:lnTo>
                <a:lnTo>
                  <a:pt x="3061853" y="292070"/>
                </a:lnTo>
                <a:lnTo>
                  <a:pt x="3071785" y="294999"/>
                </a:lnTo>
                <a:lnTo>
                  <a:pt x="3081716" y="276958"/>
                </a:lnTo>
                <a:lnTo>
                  <a:pt x="3091647" y="248958"/>
                </a:lnTo>
                <a:lnTo>
                  <a:pt x="3101579" y="229938"/>
                </a:lnTo>
                <a:lnTo>
                  <a:pt x="3111510" y="206911"/>
                </a:lnTo>
                <a:lnTo>
                  <a:pt x="3121441" y="179226"/>
                </a:lnTo>
                <a:lnTo>
                  <a:pt x="3131373" y="178299"/>
                </a:lnTo>
                <a:lnTo>
                  <a:pt x="3141304" y="204517"/>
                </a:lnTo>
                <a:lnTo>
                  <a:pt x="3151235" y="215731"/>
                </a:lnTo>
                <a:lnTo>
                  <a:pt x="3161167" y="197297"/>
                </a:lnTo>
                <a:lnTo>
                  <a:pt x="3171098" y="173058"/>
                </a:lnTo>
                <a:lnTo>
                  <a:pt x="3181029" y="153490"/>
                </a:lnTo>
                <a:lnTo>
                  <a:pt x="3190961" y="138822"/>
                </a:lnTo>
                <a:lnTo>
                  <a:pt x="3200892" y="144828"/>
                </a:lnTo>
                <a:lnTo>
                  <a:pt x="3210823" y="173066"/>
                </a:lnTo>
                <a:lnTo>
                  <a:pt x="3220755" y="200657"/>
                </a:lnTo>
                <a:lnTo>
                  <a:pt x="3230686" y="225604"/>
                </a:lnTo>
                <a:lnTo>
                  <a:pt x="3240617" y="258942"/>
                </a:lnTo>
                <a:lnTo>
                  <a:pt x="3250549" y="275331"/>
                </a:lnTo>
                <a:lnTo>
                  <a:pt x="3260480" y="253278"/>
                </a:lnTo>
                <a:lnTo>
                  <a:pt x="3270412" y="239673"/>
                </a:lnTo>
                <a:lnTo>
                  <a:pt x="3280343" y="284284"/>
                </a:lnTo>
                <a:lnTo>
                  <a:pt x="3290274" y="348881"/>
                </a:lnTo>
                <a:lnTo>
                  <a:pt x="3300206" y="366970"/>
                </a:lnTo>
                <a:lnTo>
                  <a:pt x="3310137" y="346593"/>
                </a:lnTo>
                <a:lnTo>
                  <a:pt x="3320068" y="342652"/>
                </a:lnTo>
                <a:lnTo>
                  <a:pt x="3330000" y="374603"/>
                </a:lnTo>
                <a:lnTo>
                  <a:pt x="3339931" y="419279"/>
                </a:lnTo>
                <a:lnTo>
                  <a:pt x="3349862" y="445286"/>
                </a:lnTo>
                <a:lnTo>
                  <a:pt x="3359794" y="437422"/>
                </a:lnTo>
                <a:lnTo>
                  <a:pt x="3369725" y="414559"/>
                </a:lnTo>
                <a:lnTo>
                  <a:pt x="3379656" y="407500"/>
                </a:lnTo>
                <a:lnTo>
                  <a:pt x="3389588" y="407279"/>
                </a:lnTo>
                <a:lnTo>
                  <a:pt x="3399519" y="382245"/>
                </a:lnTo>
                <a:lnTo>
                  <a:pt x="3409450" y="342908"/>
                </a:lnTo>
                <a:lnTo>
                  <a:pt x="3419382" y="320630"/>
                </a:lnTo>
                <a:lnTo>
                  <a:pt x="3429313" y="300399"/>
                </a:lnTo>
                <a:lnTo>
                  <a:pt x="3439245" y="253677"/>
                </a:lnTo>
                <a:lnTo>
                  <a:pt x="3449176" y="203749"/>
                </a:lnTo>
                <a:lnTo>
                  <a:pt x="3459107" y="181099"/>
                </a:lnTo>
                <a:lnTo>
                  <a:pt x="3469039" y="163299"/>
                </a:lnTo>
                <a:lnTo>
                  <a:pt x="3478970" y="126659"/>
                </a:lnTo>
                <a:lnTo>
                  <a:pt x="3488901" y="96221"/>
                </a:lnTo>
                <a:lnTo>
                  <a:pt x="3498833" y="91004"/>
                </a:lnTo>
                <a:lnTo>
                  <a:pt x="3508764" y="84660"/>
                </a:lnTo>
                <a:lnTo>
                  <a:pt x="3518695" y="58794"/>
                </a:lnTo>
                <a:lnTo>
                  <a:pt x="3528627" y="39565"/>
                </a:lnTo>
                <a:lnTo>
                  <a:pt x="3538558" y="59306"/>
                </a:lnTo>
                <a:lnTo>
                  <a:pt x="3548489" y="113615"/>
                </a:lnTo>
                <a:lnTo>
                  <a:pt x="3558421" y="159005"/>
                </a:lnTo>
                <a:lnTo>
                  <a:pt x="3568352" y="154423"/>
                </a:lnTo>
                <a:lnTo>
                  <a:pt x="3578283" y="122712"/>
                </a:lnTo>
                <a:lnTo>
                  <a:pt x="3588215" y="133308"/>
                </a:lnTo>
                <a:lnTo>
                  <a:pt x="3598146" y="192376"/>
                </a:lnTo>
                <a:lnTo>
                  <a:pt x="3608077" y="227301"/>
                </a:lnTo>
                <a:lnTo>
                  <a:pt x="3618009" y="220969"/>
                </a:lnTo>
                <a:lnTo>
                  <a:pt x="3627940" y="247162"/>
                </a:lnTo>
                <a:lnTo>
                  <a:pt x="3637872" y="325759"/>
                </a:lnTo>
                <a:lnTo>
                  <a:pt x="3647803" y="380087"/>
                </a:lnTo>
                <a:lnTo>
                  <a:pt x="3657734" y="379283"/>
                </a:lnTo>
                <a:lnTo>
                  <a:pt x="3667666" y="377641"/>
                </a:lnTo>
                <a:lnTo>
                  <a:pt x="3677597" y="393098"/>
                </a:lnTo>
                <a:lnTo>
                  <a:pt x="3687528" y="391657"/>
                </a:lnTo>
                <a:lnTo>
                  <a:pt x="3697460" y="381693"/>
                </a:lnTo>
                <a:lnTo>
                  <a:pt x="3707391" y="389252"/>
                </a:lnTo>
                <a:lnTo>
                  <a:pt x="3717322" y="385091"/>
                </a:lnTo>
                <a:lnTo>
                  <a:pt x="3727254" y="349213"/>
                </a:lnTo>
                <a:lnTo>
                  <a:pt x="3737185" y="325500"/>
                </a:lnTo>
                <a:lnTo>
                  <a:pt x="3747116" y="327451"/>
                </a:lnTo>
                <a:lnTo>
                  <a:pt x="3757048" y="305877"/>
                </a:lnTo>
                <a:lnTo>
                  <a:pt x="3766979" y="264744"/>
                </a:lnTo>
                <a:lnTo>
                  <a:pt x="3776910" y="269971"/>
                </a:lnTo>
                <a:lnTo>
                  <a:pt x="3786842" y="319300"/>
                </a:lnTo>
                <a:lnTo>
                  <a:pt x="3796773" y="346648"/>
                </a:lnTo>
                <a:lnTo>
                  <a:pt x="3806704" y="342912"/>
                </a:lnTo>
                <a:lnTo>
                  <a:pt x="3816636" y="340456"/>
                </a:lnTo>
                <a:lnTo>
                  <a:pt x="3826567" y="332468"/>
                </a:lnTo>
                <a:lnTo>
                  <a:pt x="3836499" y="320346"/>
                </a:lnTo>
                <a:lnTo>
                  <a:pt x="3846430" y="346755"/>
                </a:lnTo>
                <a:lnTo>
                  <a:pt x="3856361" y="396495"/>
                </a:lnTo>
                <a:lnTo>
                  <a:pt x="3866293" y="394247"/>
                </a:lnTo>
                <a:lnTo>
                  <a:pt x="3876224" y="354606"/>
                </a:lnTo>
                <a:lnTo>
                  <a:pt x="3886155" y="375110"/>
                </a:lnTo>
                <a:lnTo>
                  <a:pt x="3896087" y="452780"/>
                </a:lnTo>
                <a:lnTo>
                  <a:pt x="3906018" y="482172"/>
                </a:lnTo>
                <a:lnTo>
                  <a:pt x="3915949" y="441873"/>
                </a:lnTo>
                <a:lnTo>
                  <a:pt x="3925881" y="411385"/>
                </a:lnTo>
                <a:lnTo>
                  <a:pt x="3935812" y="416676"/>
                </a:lnTo>
                <a:lnTo>
                  <a:pt x="3945743" y="414111"/>
                </a:lnTo>
                <a:lnTo>
                  <a:pt x="3955675" y="396286"/>
                </a:lnTo>
                <a:lnTo>
                  <a:pt x="3965606" y="383923"/>
                </a:lnTo>
                <a:lnTo>
                  <a:pt x="3975537" y="357693"/>
                </a:lnTo>
                <a:lnTo>
                  <a:pt x="3985469" y="298614"/>
                </a:lnTo>
                <a:lnTo>
                  <a:pt x="3995400" y="243477"/>
                </a:lnTo>
                <a:lnTo>
                  <a:pt x="4005331" y="229017"/>
                </a:lnTo>
                <a:lnTo>
                  <a:pt x="4015263" y="234498"/>
                </a:lnTo>
                <a:lnTo>
                  <a:pt x="4025194" y="223961"/>
                </a:lnTo>
                <a:lnTo>
                  <a:pt x="4035126" y="195742"/>
                </a:lnTo>
                <a:lnTo>
                  <a:pt x="4045057" y="163841"/>
                </a:lnTo>
                <a:lnTo>
                  <a:pt x="4054988" y="128770"/>
                </a:lnTo>
                <a:lnTo>
                  <a:pt x="4064920" y="85217"/>
                </a:lnTo>
                <a:lnTo>
                  <a:pt x="4074851" y="42115"/>
                </a:lnTo>
                <a:lnTo>
                  <a:pt x="4084782" y="22860"/>
                </a:lnTo>
                <a:lnTo>
                  <a:pt x="4094714" y="36912"/>
                </a:lnTo>
                <a:lnTo>
                  <a:pt x="4104645" y="57518"/>
                </a:lnTo>
                <a:lnTo>
                  <a:pt x="4114576" y="55346"/>
                </a:lnTo>
                <a:lnTo>
                  <a:pt x="4124508" y="46765"/>
                </a:lnTo>
                <a:lnTo>
                  <a:pt x="4134439" y="65086"/>
                </a:lnTo>
                <a:lnTo>
                  <a:pt x="4144370" y="97610"/>
                </a:lnTo>
                <a:lnTo>
                  <a:pt x="4154302" y="110933"/>
                </a:lnTo>
                <a:lnTo>
                  <a:pt x="4164233" y="121664"/>
                </a:lnTo>
                <a:lnTo>
                  <a:pt x="4174164" y="169835"/>
                </a:lnTo>
                <a:lnTo>
                  <a:pt x="4184096" y="234422"/>
                </a:lnTo>
                <a:lnTo>
                  <a:pt x="4194027" y="249798"/>
                </a:lnTo>
                <a:lnTo>
                  <a:pt x="4203958" y="204381"/>
                </a:lnTo>
                <a:lnTo>
                  <a:pt x="4213890" y="159513"/>
                </a:lnTo>
                <a:lnTo>
                  <a:pt x="4223821" y="164876"/>
                </a:lnTo>
                <a:lnTo>
                  <a:pt x="4233753" y="204880"/>
                </a:lnTo>
                <a:lnTo>
                  <a:pt x="4243684" y="241286"/>
                </a:lnTo>
                <a:lnTo>
                  <a:pt x="4253615" y="269297"/>
                </a:lnTo>
                <a:lnTo>
                  <a:pt x="4263547" y="304582"/>
                </a:lnTo>
                <a:lnTo>
                  <a:pt x="4273478" y="340358"/>
                </a:lnTo>
                <a:lnTo>
                  <a:pt x="4283409" y="356808"/>
                </a:lnTo>
                <a:lnTo>
                  <a:pt x="4293341" y="360420"/>
                </a:lnTo>
                <a:lnTo>
                  <a:pt x="4303272" y="369539"/>
                </a:lnTo>
                <a:lnTo>
                  <a:pt x="4313203" y="373862"/>
                </a:lnTo>
                <a:lnTo>
                  <a:pt x="4323135" y="359809"/>
                </a:lnTo>
                <a:lnTo>
                  <a:pt x="4333066" y="353694"/>
                </a:lnTo>
                <a:lnTo>
                  <a:pt x="4342997" y="377148"/>
                </a:lnTo>
                <a:lnTo>
                  <a:pt x="4352929" y="393226"/>
                </a:lnTo>
                <a:lnTo>
                  <a:pt x="4362860" y="368478"/>
                </a:lnTo>
                <a:lnTo>
                  <a:pt x="4372791" y="342138"/>
                </a:lnTo>
                <a:lnTo>
                  <a:pt x="4382723" y="355344"/>
                </a:lnTo>
                <a:lnTo>
                  <a:pt x="4392654" y="370142"/>
                </a:lnTo>
                <a:lnTo>
                  <a:pt x="4402585" y="342064"/>
                </a:lnTo>
                <a:lnTo>
                  <a:pt x="4412517" y="308797"/>
                </a:lnTo>
                <a:lnTo>
                  <a:pt x="4422448" y="322428"/>
                </a:lnTo>
                <a:lnTo>
                  <a:pt x="4432380" y="353431"/>
                </a:lnTo>
                <a:lnTo>
                  <a:pt x="4442311" y="338962"/>
                </a:lnTo>
                <a:lnTo>
                  <a:pt x="4452242" y="280133"/>
                </a:lnTo>
                <a:lnTo>
                  <a:pt x="4462174" y="230993"/>
                </a:lnTo>
                <a:lnTo>
                  <a:pt x="4472105" y="219647"/>
                </a:lnTo>
                <a:lnTo>
                  <a:pt x="4482036" y="220430"/>
                </a:lnTo>
                <a:lnTo>
                  <a:pt x="4491968" y="198240"/>
                </a:lnTo>
                <a:lnTo>
                  <a:pt x="4501899" y="161177"/>
                </a:lnTo>
                <a:lnTo>
                  <a:pt x="4511830" y="147992"/>
                </a:lnTo>
                <a:lnTo>
                  <a:pt x="4521762" y="162074"/>
                </a:lnTo>
                <a:lnTo>
                  <a:pt x="4531693" y="167314"/>
                </a:lnTo>
                <a:lnTo>
                  <a:pt x="4541624" y="166800"/>
                </a:lnTo>
                <a:lnTo>
                  <a:pt x="4551556" y="207753"/>
                </a:lnTo>
                <a:lnTo>
                  <a:pt x="4561487" y="278756"/>
                </a:lnTo>
                <a:lnTo>
                  <a:pt x="4571418" y="302964"/>
                </a:lnTo>
                <a:lnTo>
                  <a:pt x="4581350" y="268185"/>
                </a:lnTo>
                <a:lnTo>
                  <a:pt x="4591281" y="249571"/>
                </a:lnTo>
                <a:lnTo>
                  <a:pt x="4601212" y="277362"/>
                </a:lnTo>
                <a:lnTo>
                  <a:pt x="4611144" y="306523"/>
                </a:lnTo>
                <a:lnTo>
                  <a:pt x="4621075" y="325269"/>
                </a:lnTo>
                <a:lnTo>
                  <a:pt x="4631007" y="359935"/>
                </a:lnTo>
                <a:lnTo>
                  <a:pt x="4640938" y="382538"/>
                </a:lnTo>
                <a:lnTo>
                  <a:pt x="4650869" y="349078"/>
                </a:lnTo>
                <a:lnTo>
                  <a:pt x="4660801" y="302634"/>
                </a:lnTo>
                <a:lnTo>
                  <a:pt x="4670732" y="312292"/>
                </a:lnTo>
                <a:lnTo>
                  <a:pt x="4680663" y="354401"/>
                </a:lnTo>
                <a:lnTo>
                  <a:pt x="4690595" y="364513"/>
                </a:lnTo>
                <a:lnTo>
                  <a:pt x="4700526" y="346133"/>
                </a:lnTo>
                <a:lnTo>
                  <a:pt x="4710457" y="335675"/>
                </a:lnTo>
                <a:lnTo>
                  <a:pt x="4720389" y="328222"/>
                </a:lnTo>
                <a:lnTo>
                  <a:pt x="4730320" y="307832"/>
                </a:lnTo>
                <a:lnTo>
                  <a:pt x="4740251" y="284405"/>
                </a:lnTo>
                <a:lnTo>
                  <a:pt x="4750183" y="261432"/>
                </a:lnTo>
                <a:lnTo>
                  <a:pt x="4760114" y="231801"/>
                </a:lnTo>
                <a:lnTo>
                  <a:pt x="4770045" y="212936"/>
                </a:lnTo>
                <a:lnTo>
                  <a:pt x="4779977" y="221001"/>
                </a:lnTo>
                <a:lnTo>
                  <a:pt x="4789908" y="225369"/>
                </a:lnTo>
                <a:lnTo>
                  <a:pt x="4799839" y="192178"/>
                </a:lnTo>
                <a:lnTo>
                  <a:pt x="4809771" y="146893"/>
                </a:lnTo>
                <a:lnTo>
                  <a:pt x="4819702" y="137156"/>
                </a:lnTo>
                <a:lnTo>
                  <a:pt x="4829634" y="162418"/>
                </a:lnTo>
                <a:lnTo>
                  <a:pt x="4839565" y="185953"/>
                </a:lnTo>
                <a:lnTo>
                  <a:pt x="4849496" y="191063"/>
                </a:lnTo>
                <a:lnTo>
                  <a:pt x="4859428" y="191660"/>
                </a:lnTo>
                <a:lnTo>
                  <a:pt x="4869359" y="203870"/>
                </a:lnTo>
                <a:lnTo>
                  <a:pt x="4879290" y="227977"/>
                </a:lnTo>
                <a:lnTo>
                  <a:pt x="4889222" y="252443"/>
                </a:lnTo>
                <a:lnTo>
                  <a:pt x="4899153" y="268138"/>
                </a:lnTo>
                <a:lnTo>
                  <a:pt x="4909084" y="278534"/>
                </a:lnTo>
                <a:lnTo>
                  <a:pt x="4919016" y="295700"/>
                </a:lnTo>
                <a:lnTo>
                  <a:pt x="4928947" y="326345"/>
                </a:lnTo>
                <a:lnTo>
                  <a:pt x="4938878" y="359191"/>
                </a:lnTo>
                <a:lnTo>
                  <a:pt x="4948810" y="367977"/>
                </a:lnTo>
                <a:lnTo>
                  <a:pt x="4958741" y="342908"/>
                </a:lnTo>
                <a:lnTo>
                  <a:pt x="4968672" y="319229"/>
                </a:lnTo>
                <a:lnTo>
                  <a:pt x="4978604" y="342562"/>
                </a:lnTo>
                <a:lnTo>
                  <a:pt x="4988535" y="400040"/>
                </a:lnTo>
                <a:lnTo>
                  <a:pt x="4998466" y="428743"/>
                </a:lnTo>
                <a:lnTo>
                  <a:pt x="5008398" y="402356"/>
                </a:lnTo>
                <a:lnTo>
                  <a:pt x="5018329" y="362383"/>
                </a:lnTo>
                <a:lnTo>
                  <a:pt x="5028261" y="354490"/>
                </a:lnTo>
                <a:lnTo>
                  <a:pt x="5038192" y="380326"/>
                </a:lnTo>
                <a:lnTo>
                  <a:pt x="5048123" y="416702"/>
                </a:lnTo>
                <a:lnTo>
                  <a:pt x="5058055" y="440346"/>
                </a:lnTo>
                <a:lnTo>
                  <a:pt x="5067986" y="434266"/>
                </a:lnTo>
                <a:lnTo>
                  <a:pt x="5077917" y="401686"/>
                </a:lnTo>
                <a:lnTo>
                  <a:pt x="5087849" y="367916"/>
                </a:lnTo>
                <a:lnTo>
                  <a:pt x="5097780" y="351896"/>
                </a:lnTo>
              </a:path>
            </a:pathLst>
          </a:custGeom>
          <a:solidFill>
            <a:srgbClr val="FFFFFF">
              <a:alpha val="0"/>
            </a:srgbClr>
          </a:solidFill>
          <a:ln w="13335" cap="rnd">
            <a:solidFill>
              <a:srgbClr val="007C83"/>
            </a:solidFill>
            <a:prstDash val="dash"/>
          </a:ln>
        </p:spPr>
      </p:sp>
      <p:sp>
        <p:nvSpPr>
          <p:cNvPr id="29" name="Text 27"/>
          <p:cNvSpPr/>
          <p:nvPr/>
        </p:nvSpPr>
        <p:spPr>
          <a:xfrm>
            <a:off x="6007608" y="3310128"/>
            <a:ext cx="347472" cy="192024"/>
          </a:xfrm>
          <a:prstGeom prst="rect">
            <a:avLst/>
          </a:prstGeom>
          <a:noFill/>
          <a:ln/>
        </p:spPr>
        <p:txBody>
          <a:bodyPr wrap="square" lIns="0" tIns="0" rIns="0" bIns="0" rtlCol="0" anchor="t"/>
          <a:lstStyle/>
          <a:p>
            <a:pPr algn="r" indent="0" marL="0">
              <a:lnSpc>
                <a:spcPct val="100000"/>
              </a:lnSpc>
              <a:buNone/>
            </a:pPr>
            <a:r>
              <a:rPr lang="ko-KR" altLang="en-US" sz="850" dirty="0">
                <a:solidFill>
                  <a:srgbClr val="647986"/>
                </a:solidFill>
                <a:latin typeface="Pretendard" pitchFamily="34" charset="0"/>
                <a:ea typeface="Pretendard" pitchFamily="34" charset="-122"/>
                <a:cs typeface="Pretendard" pitchFamily="34" charset="-120"/>
              </a:rPr>
              <a:t>-4.2</a:t>
            </a:r>
            <a:endParaRPr lang="ko-KR" sz="850" dirty="0"/>
          </a:p>
        </p:txBody>
      </p:sp>
      <p:sp>
        <p:nvSpPr>
          <p:cNvPr id="30" name="Text 28"/>
          <p:cNvSpPr/>
          <p:nvPr/>
        </p:nvSpPr>
        <p:spPr>
          <a:xfrm>
            <a:off x="6007608" y="3012948"/>
            <a:ext cx="347472" cy="192024"/>
          </a:xfrm>
          <a:prstGeom prst="rect">
            <a:avLst/>
          </a:prstGeom>
          <a:noFill/>
          <a:ln/>
        </p:spPr>
        <p:txBody>
          <a:bodyPr wrap="square" lIns="0" tIns="0" rIns="0" bIns="0" rtlCol="0" anchor="t"/>
          <a:lstStyle/>
          <a:p>
            <a:pPr algn="r" indent="0" marL="0">
              <a:lnSpc>
                <a:spcPct val="100000"/>
              </a:lnSpc>
              <a:buNone/>
            </a:pPr>
            <a:r>
              <a:rPr lang="ko-KR" altLang="en-US" sz="850" dirty="0">
                <a:solidFill>
                  <a:srgbClr val="647986"/>
                </a:solidFill>
                <a:latin typeface="Pretendard" pitchFamily="34" charset="0"/>
                <a:ea typeface="Pretendard" pitchFamily="34" charset="-122"/>
                <a:cs typeface="Pretendard" pitchFamily="34" charset="-120"/>
              </a:rPr>
              <a:t>0.0</a:t>
            </a:r>
            <a:endParaRPr lang="ko-KR" sz="850" dirty="0"/>
          </a:p>
        </p:txBody>
      </p:sp>
      <p:sp>
        <p:nvSpPr>
          <p:cNvPr id="31" name="Text 29"/>
          <p:cNvSpPr/>
          <p:nvPr/>
        </p:nvSpPr>
        <p:spPr>
          <a:xfrm>
            <a:off x="6007608" y="2715768"/>
            <a:ext cx="347472" cy="192024"/>
          </a:xfrm>
          <a:prstGeom prst="rect">
            <a:avLst/>
          </a:prstGeom>
          <a:noFill/>
          <a:ln/>
        </p:spPr>
        <p:txBody>
          <a:bodyPr wrap="square" lIns="0" tIns="0" rIns="0" bIns="0" rtlCol="0" anchor="t"/>
          <a:lstStyle/>
          <a:p>
            <a:pPr algn="r" indent="0" marL="0">
              <a:lnSpc>
                <a:spcPct val="100000"/>
              </a:lnSpc>
              <a:buNone/>
            </a:pPr>
            <a:r>
              <a:rPr lang="ko-KR" altLang="en-US" sz="850" dirty="0">
                <a:solidFill>
                  <a:srgbClr val="647986"/>
                </a:solidFill>
                <a:latin typeface="Pretendard" pitchFamily="34" charset="0"/>
                <a:ea typeface="Pretendard" pitchFamily="34" charset="-122"/>
                <a:cs typeface="Pretendard" pitchFamily="34" charset="-120"/>
              </a:rPr>
              <a:t>4.2</a:t>
            </a:r>
            <a:endParaRPr lang="ko-KR" sz="850" dirty="0"/>
          </a:p>
        </p:txBody>
      </p:sp>
      <p:sp>
        <p:nvSpPr>
          <p:cNvPr id="32" name="Shape 30"/>
          <p:cNvSpPr/>
          <p:nvPr/>
        </p:nvSpPr>
        <p:spPr>
          <a:xfrm>
            <a:off x="6428232" y="3493008"/>
            <a:ext cx="5074920" cy="265176"/>
          </a:xfrm>
          <a:prstGeom prst="rect">
            <a:avLst>
              <a:gd name="adj" fmla="val 34483"/>
            </a:avLst>
          </a:prstGeom>
          <a:solidFill>
            <a:srgbClr val="FFFFFF"/>
          </a:solidFill>
          <a:ln w="12700">
            <a:solidFill>
              <a:srgbClr val="DAE3E7"/>
            </a:solidFill>
            <a:prstDash val="solid"/>
          </a:ln>
        </p:spPr>
      </p:sp>
      <p:sp>
        <p:nvSpPr>
          <p:cNvPr id="33" name="Shape 31"/>
          <p:cNvSpPr/>
          <p:nvPr/>
        </p:nvSpPr>
        <p:spPr>
          <a:xfrm>
            <a:off x="6428232" y="3625596"/>
            <a:ext cx="5074920" cy="0"/>
          </a:xfrm>
          <a:prstGeom prst="line">
            <a:avLst/>
          </a:prstGeom>
          <a:noFill/>
          <a:ln w="8255">
            <a:solidFill>
              <a:srgbClr val="DAE3E7"/>
            </a:solidFill>
            <a:prstDash val="solid"/>
          </a:ln>
        </p:spPr>
      </p:sp>
      <p:sp>
        <p:nvSpPr>
          <p:cNvPr id="34" name="wave_5"/>
          <p:cNvSpPr/>
          <p:nvPr/>
        </p:nvSpPr>
        <p:spPr>
          <a:xfrm>
            <a:off x="6405372" y="3583598"/>
            <a:ext cx="5120640" cy="87290"/>
          </a:xfrm>
          <a:custGeom>
            <a:avLst/>
            <a:gdLst/>
            <a:ahLst/>
            <a:cxnLst/>
            <a:rect l="l" t="t" r="r" b="b"/>
            <a:pathLst>
              <a:path w="5120640" h="87290" fill="none" stroke="1" extrusionOk="0">
                <a:moveTo>
                  <a:pt x="22860" y="47490"/>
                </a:moveTo>
                <a:lnTo>
                  <a:pt x="32791" y="45008"/>
                </a:lnTo>
                <a:lnTo>
                  <a:pt x="42723" y="42637"/>
                </a:lnTo>
                <a:lnTo>
                  <a:pt x="52654" y="39786"/>
                </a:lnTo>
                <a:lnTo>
                  <a:pt x="62585" y="37600"/>
                </a:lnTo>
                <a:lnTo>
                  <a:pt x="72517" y="36687"/>
                </a:lnTo>
                <a:lnTo>
                  <a:pt x="82448" y="39149"/>
                </a:lnTo>
                <a:lnTo>
                  <a:pt x="92379" y="45192"/>
                </a:lnTo>
                <a:lnTo>
                  <a:pt x="102311" y="47347"/>
                </a:lnTo>
                <a:lnTo>
                  <a:pt x="112242" y="40120"/>
                </a:lnTo>
                <a:lnTo>
                  <a:pt x="122174" y="32849"/>
                </a:lnTo>
                <a:lnTo>
                  <a:pt x="132105" y="37310"/>
                </a:lnTo>
                <a:lnTo>
                  <a:pt x="142036" y="46715"/>
                </a:lnTo>
                <a:lnTo>
                  <a:pt x="151968" y="45439"/>
                </a:lnTo>
                <a:lnTo>
                  <a:pt x="161899" y="34930"/>
                </a:lnTo>
                <a:lnTo>
                  <a:pt x="171830" y="30011"/>
                </a:lnTo>
                <a:lnTo>
                  <a:pt x="181762" y="33916"/>
                </a:lnTo>
                <a:lnTo>
                  <a:pt x="191693" y="37443"/>
                </a:lnTo>
                <a:lnTo>
                  <a:pt x="201624" y="38682"/>
                </a:lnTo>
                <a:lnTo>
                  <a:pt x="211556" y="43100"/>
                </a:lnTo>
                <a:lnTo>
                  <a:pt x="221487" y="47619"/>
                </a:lnTo>
                <a:lnTo>
                  <a:pt x="231418" y="44772"/>
                </a:lnTo>
                <a:lnTo>
                  <a:pt x="241350" y="39824"/>
                </a:lnTo>
                <a:lnTo>
                  <a:pt x="251281" y="44276"/>
                </a:lnTo>
                <a:lnTo>
                  <a:pt x="261212" y="54888"/>
                </a:lnTo>
                <a:lnTo>
                  <a:pt x="271144" y="58253"/>
                </a:lnTo>
                <a:lnTo>
                  <a:pt x="281075" y="53463"/>
                </a:lnTo>
                <a:lnTo>
                  <a:pt x="291006" y="50708"/>
                </a:lnTo>
                <a:lnTo>
                  <a:pt x="300938" y="50676"/>
                </a:lnTo>
                <a:lnTo>
                  <a:pt x="310869" y="46649"/>
                </a:lnTo>
                <a:lnTo>
                  <a:pt x="320801" y="43446"/>
                </a:lnTo>
                <a:lnTo>
                  <a:pt x="330732" y="50112"/>
                </a:lnTo>
                <a:lnTo>
                  <a:pt x="340663" y="56933"/>
                </a:lnTo>
                <a:lnTo>
                  <a:pt x="350595" y="47017"/>
                </a:lnTo>
                <a:lnTo>
                  <a:pt x="360526" y="28802"/>
                </a:lnTo>
                <a:lnTo>
                  <a:pt x="370457" y="26995"/>
                </a:lnTo>
                <a:lnTo>
                  <a:pt x="380389" y="41629"/>
                </a:lnTo>
                <a:lnTo>
                  <a:pt x="390320" y="48457"/>
                </a:lnTo>
                <a:lnTo>
                  <a:pt x="400251" y="41311"/>
                </a:lnTo>
                <a:lnTo>
                  <a:pt x="410183" y="39999"/>
                </a:lnTo>
                <a:lnTo>
                  <a:pt x="420114" y="51710"/>
                </a:lnTo>
                <a:lnTo>
                  <a:pt x="430045" y="58151"/>
                </a:lnTo>
                <a:lnTo>
                  <a:pt x="439977" y="49330"/>
                </a:lnTo>
                <a:lnTo>
                  <a:pt x="449908" y="40610"/>
                </a:lnTo>
                <a:lnTo>
                  <a:pt x="459839" y="45364"/>
                </a:lnTo>
                <a:lnTo>
                  <a:pt x="469771" y="53906"/>
                </a:lnTo>
                <a:lnTo>
                  <a:pt x="479702" y="51624"/>
                </a:lnTo>
                <a:lnTo>
                  <a:pt x="489633" y="42028"/>
                </a:lnTo>
                <a:lnTo>
                  <a:pt x="499565" y="38954"/>
                </a:lnTo>
                <a:lnTo>
                  <a:pt x="509496" y="43685"/>
                </a:lnTo>
                <a:lnTo>
                  <a:pt x="519428" y="43412"/>
                </a:lnTo>
                <a:lnTo>
                  <a:pt x="529359" y="33801"/>
                </a:lnTo>
                <a:lnTo>
                  <a:pt x="539290" y="28973"/>
                </a:lnTo>
                <a:lnTo>
                  <a:pt x="549222" y="38437"/>
                </a:lnTo>
                <a:lnTo>
                  <a:pt x="559153" y="48134"/>
                </a:lnTo>
                <a:lnTo>
                  <a:pt x="569084" y="43138"/>
                </a:lnTo>
                <a:lnTo>
                  <a:pt x="579016" y="34795"/>
                </a:lnTo>
                <a:lnTo>
                  <a:pt x="588947" y="40155"/>
                </a:lnTo>
                <a:lnTo>
                  <a:pt x="598878" y="49749"/>
                </a:lnTo>
                <a:lnTo>
                  <a:pt x="608810" y="45440"/>
                </a:lnTo>
                <a:lnTo>
                  <a:pt x="618741" y="33781"/>
                </a:lnTo>
                <a:lnTo>
                  <a:pt x="628672" y="30705"/>
                </a:lnTo>
                <a:lnTo>
                  <a:pt x="638604" y="32329"/>
                </a:lnTo>
                <a:lnTo>
                  <a:pt x="648535" y="30760"/>
                </a:lnTo>
                <a:lnTo>
                  <a:pt x="658466" y="35134"/>
                </a:lnTo>
                <a:lnTo>
                  <a:pt x="668398" y="49075"/>
                </a:lnTo>
                <a:lnTo>
                  <a:pt x="678329" y="55167"/>
                </a:lnTo>
                <a:lnTo>
                  <a:pt x="688260" y="46165"/>
                </a:lnTo>
                <a:lnTo>
                  <a:pt x="698192" y="40264"/>
                </a:lnTo>
                <a:lnTo>
                  <a:pt x="708123" y="46321"/>
                </a:lnTo>
                <a:lnTo>
                  <a:pt x="718055" y="48756"/>
                </a:lnTo>
                <a:lnTo>
                  <a:pt x="727986" y="40929"/>
                </a:lnTo>
                <a:lnTo>
                  <a:pt x="737917" y="36936"/>
                </a:lnTo>
                <a:lnTo>
                  <a:pt x="747849" y="41389"/>
                </a:lnTo>
                <a:lnTo>
                  <a:pt x="757780" y="42811"/>
                </a:lnTo>
                <a:lnTo>
                  <a:pt x="767711" y="39573"/>
                </a:lnTo>
                <a:lnTo>
                  <a:pt x="777643" y="39892"/>
                </a:lnTo>
                <a:lnTo>
                  <a:pt x="787574" y="40583"/>
                </a:lnTo>
                <a:lnTo>
                  <a:pt x="797505" y="35260"/>
                </a:lnTo>
                <a:lnTo>
                  <a:pt x="807437" y="32595"/>
                </a:lnTo>
                <a:lnTo>
                  <a:pt x="817368" y="39959"/>
                </a:lnTo>
                <a:lnTo>
                  <a:pt x="827299" y="44842"/>
                </a:lnTo>
                <a:lnTo>
                  <a:pt x="837231" y="36437"/>
                </a:lnTo>
                <a:lnTo>
                  <a:pt x="847162" y="27642"/>
                </a:lnTo>
                <a:lnTo>
                  <a:pt x="857093" y="34060"/>
                </a:lnTo>
                <a:lnTo>
                  <a:pt x="867025" y="48011"/>
                </a:lnTo>
                <a:lnTo>
                  <a:pt x="876956" y="51779"/>
                </a:lnTo>
                <a:lnTo>
                  <a:pt x="886887" y="43407"/>
                </a:lnTo>
                <a:lnTo>
                  <a:pt x="896819" y="35156"/>
                </a:lnTo>
                <a:lnTo>
                  <a:pt x="906750" y="34928"/>
                </a:lnTo>
                <a:lnTo>
                  <a:pt x="916682" y="39270"/>
                </a:lnTo>
                <a:lnTo>
                  <a:pt x="926613" y="41486"/>
                </a:lnTo>
                <a:lnTo>
                  <a:pt x="936544" y="40619"/>
                </a:lnTo>
                <a:lnTo>
                  <a:pt x="946476" y="40349"/>
                </a:lnTo>
                <a:lnTo>
                  <a:pt x="956407" y="41127"/>
                </a:lnTo>
                <a:lnTo>
                  <a:pt x="966338" y="39522"/>
                </a:lnTo>
                <a:lnTo>
                  <a:pt x="976270" y="36372"/>
                </a:lnTo>
                <a:lnTo>
                  <a:pt x="986201" y="37246"/>
                </a:lnTo>
                <a:lnTo>
                  <a:pt x="996132" y="42375"/>
                </a:lnTo>
                <a:lnTo>
                  <a:pt x="1006064" y="45217"/>
                </a:lnTo>
                <a:lnTo>
                  <a:pt x="1015995" y="43258"/>
                </a:lnTo>
                <a:lnTo>
                  <a:pt x="1025926" y="41110"/>
                </a:lnTo>
                <a:lnTo>
                  <a:pt x="1035858" y="41508"/>
                </a:lnTo>
                <a:lnTo>
                  <a:pt x="1045789" y="41712"/>
                </a:lnTo>
                <a:lnTo>
                  <a:pt x="1055720" y="39748"/>
                </a:lnTo>
                <a:lnTo>
                  <a:pt x="1065652" y="37966"/>
                </a:lnTo>
                <a:lnTo>
                  <a:pt x="1075583" y="39587"/>
                </a:lnTo>
                <a:lnTo>
                  <a:pt x="1085514" y="43782"/>
                </a:lnTo>
                <a:lnTo>
                  <a:pt x="1095446" y="44608"/>
                </a:lnTo>
                <a:lnTo>
                  <a:pt x="1105377" y="38323"/>
                </a:lnTo>
                <a:lnTo>
                  <a:pt x="1115309" y="32560"/>
                </a:lnTo>
                <a:lnTo>
                  <a:pt x="1125240" y="38800"/>
                </a:lnTo>
                <a:lnTo>
                  <a:pt x="1135171" y="52642"/>
                </a:lnTo>
                <a:lnTo>
                  <a:pt x="1145103" y="55516"/>
                </a:lnTo>
                <a:lnTo>
                  <a:pt x="1155034" y="41694"/>
                </a:lnTo>
                <a:lnTo>
                  <a:pt x="1164965" y="27473"/>
                </a:lnTo>
                <a:lnTo>
                  <a:pt x="1174897" y="26979"/>
                </a:lnTo>
                <a:lnTo>
                  <a:pt x="1184828" y="35739"/>
                </a:lnTo>
                <a:lnTo>
                  <a:pt x="1194759" y="43997"/>
                </a:lnTo>
                <a:lnTo>
                  <a:pt x="1204691" y="49051"/>
                </a:lnTo>
                <a:lnTo>
                  <a:pt x="1214622" y="50082"/>
                </a:lnTo>
                <a:lnTo>
                  <a:pt x="1224553" y="47079"/>
                </a:lnTo>
                <a:lnTo>
                  <a:pt x="1234485" y="46152"/>
                </a:lnTo>
                <a:lnTo>
                  <a:pt x="1244416" y="51243"/>
                </a:lnTo>
                <a:lnTo>
                  <a:pt x="1254347" y="54428"/>
                </a:lnTo>
                <a:lnTo>
                  <a:pt x="1264279" y="49023"/>
                </a:lnTo>
                <a:lnTo>
                  <a:pt x="1274210" y="43147"/>
                </a:lnTo>
                <a:lnTo>
                  <a:pt x="1284141" y="44684"/>
                </a:lnTo>
                <a:lnTo>
                  <a:pt x="1294073" y="46180"/>
                </a:lnTo>
                <a:lnTo>
                  <a:pt x="1304004" y="41369"/>
                </a:lnTo>
                <a:lnTo>
                  <a:pt x="1313936" y="39594"/>
                </a:lnTo>
                <a:lnTo>
                  <a:pt x="1323867" y="46070"/>
                </a:lnTo>
                <a:lnTo>
                  <a:pt x="1333798" y="48045"/>
                </a:lnTo>
                <a:lnTo>
                  <a:pt x="1343730" y="39020"/>
                </a:lnTo>
                <a:lnTo>
                  <a:pt x="1353661" y="33848"/>
                </a:lnTo>
                <a:lnTo>
                  <a:pt x="1363592" y="41251"/>
                </a:lnTo>
                <a:lnTo>
                  <a:pt x="1373524" y="46818"/>
                </a:lnTo>
                <a:lnTo>
                  <a:pt x="1383455" y="41237"/>
                </a:lnTo>
                <a:lnTo>
                  <a:pt x="1393386" y="37097"/>
                </a:lnTo>
                <a:lnTo>
                  <a:pt x="1403318" y="40839"/>
                </a:lnTo>
                <a:lnTo>
                  <a:pt x="1413249" y="39403"/>
                </a:lnTo>
                <a:lnTo>
                  <a:pt x="1423180" y="30044"/>
                </a:lnTo>
                <a:lnTo>
                  <a:pt x="1433112" y="29335"/>
                </a:lnTo>
                <a:lnTo>
                  <a:pt x="1443043" y="39340"/>
                </a:lnTo>
                <a:lnTo>
                  <a:pt x="1452974" y="41110"/>
                </a:lnTo>
                <a:lnTo>
                  <a:pt x="1462906" y="31950"/>
                </a:lnTo>
                <a:lnTo>
                  <a:pt x="1472837" y="31303"/>
                </a:lnTo>
                <a:lnTo>
                  <a:pt x="1482768" y="43048"/>
                </a:lnTo>
                <a:lnTo>
                  <a:pt x="1492700" y="49805"/>
                </a:lnTo>
                <a:lnTo>
                  <a:pt x="1502631" y="46290"/>
                </a:lnTo>
                <a:lnTo>
                  <a:pt x="1512563" y="42329"/>
                </a:lnTo>
                <a:lnTo>
                  <a:pt x="1522494" y="38663"/>
                </a:lnTo>
                <a:lnTo>
                  <a:pt x="1532425" y="33681"/>
                </a:lnTo>
                <a:lnTo>
                  <a:pt x="1542357" y="38723"/>
                </a:lnTo>
                <a:lnTo>
                  <a:pt x="1552288" y="54152"/>
                </a:lnTo>
                <a:lnTo>
                  <a:pt x="1562219" y="55529"/>
                </a:lnTo>
                <a:lnTo>
                  <a:pt x="1572151" y="35182"/>
                </a:lnTo>
                <a:lnTo>
                  <a:pt x="1582082" y="22860"/>
                </a:lnTo>
                <a:lnTo>
                  <a:pt x="1592013" y="34186"/>
                </a:lnTo>
                <a:lnTo>
                  <a:pt x="1601945" y="42023"/>
                </a:lnTo>
                <a:lnTo>
                  <a:pt x="1611876" y="30181"/>
                </a:lnTo>
                <a:lnTo>
                  <a:pt x="1621807" y="25613"/>
                </a:lnTo>
                <a:lnTo>
                  <a:pt x="1631739" y="44853"/>
                </a:lnTo>
                <a:lnTo>
                  <a:pt x="1641670" y="60682"/>
                </a:lnTo>
                <a:lnTo>
                  <a:pt x="1651601" y="53578"/>
                </a:lnTo>
                <a:lnTo>
                  <a:pt x="1661533" y="44379"/>
                </a:lnTo>
                <a:lnTo>
                  <a:pt x="1671464" y="48000"/>
                </a:lnTo>
                <a:lnTo>
                  <a:pt x="1681395" y="46944"/>
                </a:lnTo>
                <a:lnTo>
                  <a:pt x="1691327" y="35204"/>
                </a:lnTo>
                <a:lnTo>
                  <a:pt x="1701258" y="36152"/>
                </a:lnTo>
                <a:lnTo>
                  <a:pt x="1711190" y="54430"/>
                </a:lnTo>
                <a:lnTo>
                  <a:pt x="1721121" y="60704"/>
                </a:lnTo>
                <a:lnTo>
                  <a:pt x="1731052" y="44517"/>
                </a:lnTo>
                <a:lnTo>
                  <a:pt x="1740984" y="33914"/>
                </a:lnTo>
                <a:lnTo>
                  <a:pt x="1750915" y="43595"/>
                </a:lnTo>
                <a:lnTo>
                  <a:pt x="1760846" y="49788"/>
                </a:lnTo>
                <a:lnTo>
                  <a:pt x="1770778" y="36335"/>
                </a:lnTo>
                <a:lnTo>
                  <a:pt x="1780709" y="23774"/>
                </a:lnTo>
                <a:lnTo>
                  <a:pt x="1790640" y="31300"/>
                </a:lnTo>
                <a:lnTo>
                  <a:pt x="1800572" y="44917"/>
                </a:lnTo>
                <a:lnTo>
                  <a:pt x="1810503" y="44568"/>
                </a:lnTo>
                <a:lnTo>
                  <a:pt x="1820434" y="35378"/>
                </a:lnTo>
                <a:lnTo>
                  <a:pt x="1830366" y="32919"/>
                </a:lnTo>
                <a:lnTo>
                  <a:pt x="1840297" y="38316"/>
                </a:lnTo>
                <a:lnTo>
                  <a:pt x="1850228" y="43629"/>
                </a:lnTo>
                <a:lnTo>
                  <a:pt x="1860160" y="46604"/>
                </a:lnTo>
                <a:lnTo>
                  <a:pt x="1870091" y="48497"/>
                </a:lnTo>
                <a:lnTo>
                  <a:pt x="1880023" y="48338"/>
                </a:lnTo>
                <a:lnTo>
                  <a:pt x="1889954" y="46298"/>
                </a:lnTo>
                <a:lnTo>
                  <a:pt x="1899885" y="44676"/>
                </a:lnTo>
                <a:lnTo>
                  <a:pt x="1909817" y="43445"/>
                </a:lnTo>
                <a:lnTo>
                  <a:pt x="1919748" y="41571"/>
                </a:lnTo>
                <a:lnTo>
                  <a:pt x="1929679" y="40806"/>
                </a:lnTo>
                <a:lnTo>
                  <a:pt x="1939611" y="41738"/>
                </a:lnTo>
                <a:lnTo>
                  <a:pt x="1949542" y="40837"/>
                </a:lnTo>
                <a:lnTo>
                  <a:pt x="1959473" y="37759"/>
                </a:lnTo>
                <a:lnTo>
                  <a:pt x="1969405" y="38647"/>
                </a:lnTo>
                <a:lnTo>
                  <a:pt x="1979336" y="45218"/>
                </a:lnTo>
                <a:lnTo>
                  <a:pt x="1989267" y="48697"/>
                </a:lnTo>
                <a:lnTo>
                  <a:pt x="1999199" y="43152"/>
                </a:lnTo>
                <a:lnTo>
                  <a:pt x="2009130" y="37056"/>
                </a:lnTo>
                <a:lnTo>
                  <a:pt x="2019061" y="40816"/>
                </a:lnTo>
                <a:lnTo>
                  <a:pt x="2028993" y="48852"/>
                </a:lnTo>
                <a:lnTo>
                  <a:pt x="2038924" y="47809"/>
                </a:lnTo>
                <a:lnTo>
                  <a:pt x="2048855" y="39694"/>
                </a:lnTo>
                <a:lnTo>
                  <a:pt x="2058787" y="39223"/>
                </a:lnTo>
                <a:lnTo>
                  <a:pt x="2068718" y="46299"/>
                </a:lnTo>
                <a:lnTo>
                  <a:pt x="2078650" y="43439"/>
                </a:lnTo>
                <a:lnTo>
                  <a:pt x="2088581" y="29036"/>
                </a:lnTo>
                <a:lnTo>
                  <a:pt x="2098512" y="26494"/>
                </a:lnTo>
                <a:lnTo>
                  <a:pt x="2108444" y="44167"/>
                </a:lnTo>
                <a:lnTo>
                  <a:pt x="2118375" y="56112"/>
                </a:lnTo>
                <a:lnTo>
                  <a:pt x="2128306" y="45728"/>
                </a:lnTo>
                <a:lnTo>
                  <a:pt x="2138238" y="35760"/>
                </a:lnTo>
                <a:lnTo>
                  <a:pt x="2148169" y="46083"/>
                </a:lnTo>
                <a:lnTo>
                  <a:pt x="2158100" y="56947"/>
                </a:lnTo>
                <a:lnTo>
                  <a:pt x="2168032" y="47716"/>
                </a:lnTo>
                <a:lnTo>
                  <a:pt x="2177963" y="35483"/>
                </a:lnTo>
                <a:lnTo>
                  <a:pt x="2187894" y="39348"/>
                </a:lnTo>
                <a:lnTo>
                  <a:pt x="2197826" y="43951"/>
                </a:lnTo>
                <a:lnTo>
                  <a:pt x="2207757" y="34475"/>
                </a:lnTo>
                <a:lnTo>
                  <a:pt x="2217688" y="29563"/>
                </a:lnTo>
                <a:lnTo>
                  <a:pt x="2227620" y="44329"/>
                </a:lnTo>
                <a:lnTo>
                  <a:pt x="2237551" y="57932"/>
                </a:lnTo>
                <a:lnTo>
                  <a:pt x="2247482" y="50169"/>
                </a:lnTo>
                <a:lnTo>
                  <a:pt x="2257414" y="35749"/>
                </a:lnTo>
                <a:lnTo>
                  <a:pt x="2267345" y="35108"/>
                </a:lnTo>
                <a:lnTo>
                  <a:pt x="2277277" y="42735"/>
                </a:lnTo>
                <a:lnTo>
                  <a:pt x="2287208" y="45711"/>
                </a:lnTo>
                <a:lnTo>
                  <a:pt x="2297139" y="45708"/>
                </a:lnTo>
                <a:lnTo>
                  <a:pt x="2307071" y="46869"/>
                </a:lnTo>
                <a:lnTo>
                  <a:pt x="2317002" y="44942"/>
                </a:lnTo>
                <a:lnTo>
                  <a:pt x="2326933" y="38970"/>
                </a:lnTo>
                <a:lnTo>
                  <a:pt x="2336865" y="36662"/>
                </a:lnTo>
                <a:lnTo>
                  <a:pt x="2346796" y="42548"/>
                </a:lnTo>
                <a:lnTo>
                  <a:pt x="2356727" y="51240"/>
                </a:lnTo>
                <a:lnTo>
                  <a:pt x="2366659" y="53635"/>
                </a:lnTo>
                <a:lnTo>
                  <a:pt x="2376590" y="45965"/>
                </a:lnTo>
                <a:lnTo>
                  <a:pt x="2386521" y="35380"/>
                </a:lnTo>
                <a:lnTo>
                  <a:pt x="2396453" y="34610"/>
                </a:lnTo>
                <a:lnTo>
                  <a:pt x="2406384" y="45465"/>
                </a:lnTo>
                <a:lnTo>
                  <a:pt x="2416315" y="54040"/>
                </a:lnTo>
                <a:lnTo>
                  <a:pt x="2426247" y="49695"/>
                </a:lnTo>
                <a:lnTo>
                  <a:pt x="2436178" y="39324"/>
                </a:lnTo>
                <a:lnTo>
                  <a:pt x="2446109" y="34567"/>
                </a:lnTo>
                <a:lnTo>
                  <a:pt x="2456041" y="35885"/>
                </a:lnTo>
                <a:lnTo>
                  <a:pt x="2465972" y="37823"/>
                </a:lnTo>
                <a:lnTo>
                  <a:pt x="2475904" y="39449"/>
                </a:lnTo>
                <a:lnTo>
                  <a:pt x="2485835" y="41793"/>
                </a:lnTo>
                <a:lnTo>
                  <a:pt x="2495766" y="43376"/>
                </a:lnTo>
                <a:lnTo>
                  <a:pt x="2505698" y="43873"/>
                </a:lnTo>
                <a:lnTo>
                  <a:pt x="2515629" y="45621"/>
                </a:lnTo>
                <a:lnTo>
                  <a:pt x="2525560" y="48230"/>
                </a:lnTo>
                <a:lnTo>
                  <a:pt x="2535492" y="47483"/>
                </a:lnTo>
                <a:lnTo>
                  <a:pt x="2545423" y="42405"/>
                </a:lnTo>
                <a:lnTo>
                  <a:pt x="2555354" y="38485"/>
                </a:lnTo>
                <a:lnTo>
                  <a:pt x="2565286" y="39790"/>
                </a:lnTo>
                <a:lnTo>
                  <a:pt x="2575217" y="41879"/>
                </a:lnTo>
                <a:lnTo>
                  <a:pt x="2585148" y="39440"/>
                </a:lnTo>
                <a:lnTo>
                  <a:pt x="2595080" y="37924"/>
                </a:lnTo>
                <a:lnTo>
                  <a:pt x="2605011" y="45959"/>
                </a:lnTo>
                <a:lnTo>
                  <a:pt x="2614942" y="57387"/>
                </a:lnTo>
                <a:lnTo>
                  <a:pt x="2624874" y="57298"/>
                </a:lnTo>
                <a:lnTo>
                  <a:pt x="2634805" y="47208"/>
                </a:lnTo>
                <a:lnTo>
                  <a:pt x="2644736" y="43659"/>
                </a:lnTo>
                <a:lnTo>
                  <a:pt x="2654668" y="48749"/>
                </a:lnTo>
                <a:lnTo>
                  <a:pt x="2664599" y="46723"/>
                </a:lnTo>
                <a:lnTo>
                  <a:pt x="2674531" y="35240"/>
                </a:lnTo>
                <a:lnTo>
                  <a:pt x="2684462" y="32547"/>
                </a:lnTo>
                <a:lnTo>
                  <a:pt x="2694393" y="45079"/>
                </a:lnTo>
                <a:lnTo>
                  <a:pt x="2704325" y="54779"/>
                </a:lnTo>
                <a:lnTo>
                  <a:pt x="2714256" y="48779"/>
                </a:lnTo>
                <a:lnTo>
                  <a:pt x="2724187" y="37802"/>
                </a:lnTo>
                <a:lnTo>
                  <a:pt x="2734119" y="35431"/>
                </a:lnTo>
                <a:lnTo>
                  <a:pt x="2744050" y="39492"/>
                </a:lnTo>
                <a:lnTo>
                  <a:pt x="2753981" y="42540"/>
                </a:lnTo>
                <a:lnTo>
                  <a:pt x="2763913" y="44427"/>
                </a:lnTo>
                <a:lnTo>
                  <a:pt x="2773844" y="46913"/>
                </a:lnTo>
                <a:lnTo>
                  <a:pt x="2783775" y="47114"/>
                </a:lnTo>
                <a:lnTo>
                  <a:pt x="2793707" y="42569"/>
                </a:lnTo>
                <a:lnTo>
                  <a:pt x="2803638" y="37226"/>
                </a:lnTo>
                <a:lnTo>
                  <a:pt x="2813569" y="37821"/>
                </a:lnTo>
                <a:lnTo>
                  <a:pt x="2823501" y="44733"/>
                </a:lnTo>
                <a:lnTo>
                  <a:pt x="2833432" y="49608"/>
                </a:lnTo>
                <a:lnTo>
                  <a:pt x="2843363" y="46148"/>
                </a:lnTo>
                <a:lnTo>
                  <a:pt x="2853295" y="40511"/>
                </a:lnTo>
                <a:lnTo>
                  <a:pt x="2863226" y="42439"/>
                </a:lnTo>
                <a:lnTo>
                  <a:pt x="2873158" y="48641"/>
                </a:lnTo>
                <a:lnTo>
                  <a:pt x="2883089" y="47841"/>
                </a:lnTo>
                <a:lnTo>
                  <a:pt x="2893020" y="40664"/>
                </a:lnTo>
                <a:lnTo>
                  <a:pt x="2902952" y="38750"/>
                </a:lnTo>
                <a:lnTo>
                  <a:pt x="2912883" y="44410"/>
                </a:lnTo>
                <a:lnTo>
                  <a:pt x="2922814" y="47739"/>
                </a:lnTo>
                <a:lnTo>
                  <a:pt x="2932746" y="44595"/>
                </a:lnTo>
                <a:lnTo>
                  <a:pt x="2942677" y="41833"/>
                </a:lnTo>
                <a:lnTo>
                  <a:pt x="2952608" y="43909"/>
                </a:lnTo>
                <a:lnTo>
                  <a:pt x="2962540" y="47544"/>
                </a:lnTo>
                <a:lnTo>
                  <a:pt x="2972471" y="49381"/>
                </a:lnTo>
                <a:lnTo>
                  <a:pt x="2982402" y="48451"/>
                </a:lnTo>
                <a:lnTo>
                  <a:pt x="2992334" y="43560"/>
                </a:lnTo>
                <a:lnTo>
                  <a:pt x="3002265" y="36572"/>
                </a:lnTo>
                <a:lnTo>
                  <a:pt x="3012196" y="33555"/>
                </a:lnTo>
                <a:lnTo>
                  <a:pt x="3022128" y="36097"/>
                </a:lnTo>
                <a:lnTo>
                  <a:pt x="3032059" y="38308"/>
                </a:lnTo>
                <a:lnTo>
                  <a:pt x="3041990" y="37407"/>
                </a:lnTo>
                <a:lnTo>
                  <a:pt x="3051922" y="37910"/>
                </a:lnTo>
                <a:lnTo>
                  <a:pt x="3061853" y="40639"/>
                </a:lnTo>
                <a:lnTo>
                  <a:pt x="3071785" y="39147"/>
                </a:lnTo>
                <a:lnTo>
                  <a:pt x="3081716" y="32929"/>
                </a:lnTo>
                <a:lnTo>
                  <a:pt x="3091647" y="32186"/>
                </a:lnTo>
                <a:lnTo>
                  <a:pt x="3101579" y="41912"/>
                </a:lnTo>
                <a:lnTo>
                  <a:pt x="3111510" y="51900"/>
                </a:lnTo>
                <a:lnTo>
                  <a:pt x="3121441" y="50989"/>
                </a:lnTo>
                <a:lnTo>
                  <a:pt x="3131373" y="42858"/>
                </a:lnTo>
                <a:lnTo>
                  <a:pt x="3141304" y="38929"/>
                </a:lnTo>
                <a:lnTo>
                  <a:pt x="3151235" y="41191"/>
                </a:lnTo>
                <a:lnTo>
                  <a:pt x="3161167" y="41087"/>
                </a:lnTo>
                <a:lnTo>
                  <a:pt x="3171098" y="34203"/>
                </a:lnTo>
                <a:lnTo>
                  <a:pt x="3181029" y="28276"/>
                </a:lnTo>
                <a:lnTo>
                  <a:pt x="3190961" y="32622"/>
                </a:lnTo>
                <a:lnTo>
                  <a:pt x="3200892" y="43682"/>
                </a:lnTo>
                <a:lnTo>
                  <a:pt x="3210823" y="48795"/>
                </a:lnTo>
                <a:lnTo>
                  <a:pt x="3220755" y="44531"/>
                </a:lnTo>
                <a:lnTo>
                  <a:pt x="3230686" y="41121"/>
                </a:lnTo>
                <a:lnTo>
                  <a:pt x="3240617" y="44706"/>
                </a:lnTo>
                <a:lnTo>
                  <a:pt x="3250549" y="47260"/>
                </a:lnTo>
                <a:lnTo>
                  <a:pt x="3260480" y="41991"/>
                </a:lnTo>
                <a:lnTo>
                  <a:pt x="3270412" y="36031"/>
                </a:lnTo>
                <a:lnTo>
                  <a:pt x="3280343" y="37238"/>
                </a:lnTo>
                <a:lnTo>
                  <a:pt x="3290274" y="40512"/>
                </a:lnTo>
                <a:lnTo>
                  <a:pt x="3300206" y="38452"/>
                </a:lnTo>
                <a:lnTo>
                  <a:pt x="3310137" y="34107"/>
                </a:lnTo>
                <a:lnTo>
                  <a:pt x="3320068" y="33089"/>
                </a:lnTo>
                <a:lnTo>
                  <a:pt x="3330000" y="34202"/>
                </a:lnTo>
                <a:lnTo>
                  <a:pt x="3339931" y="35477"/>
                </a:lnTo>
                <a:lnTo>
                  <a:pt x="3349862" y="38151"/>
                </a:lnTo>
                <a:lnTo>
                  <a:pt x="3359794" y="40408"/>
                </a:lnTo>
                <a:lnTo>
                  <a:pt x="3369725" y="38737"/>
                </a:lnTo>
                <a:lnTo>
                  <a:pt x="3379656" y="35900"/>
                </a:lnTo>
                <a:lnTo>
                  <a:pt x="3389588" y="36059"/>
                </a:lnTo>
                <a:lnTo>
                  <a:pt x="3399519" y="36362"/>
                </a:lnTo>
                <a:lnTo>
                  <a:pt x="3409450" y="35002"/>
                </a:lnTo>
                <a:lnTo>
                  <a:pt x="3419382" y="38065"/>
                </a:lnTo>
                <a:lnTo>
                  <a:pt x="3429313" y="45997"/>
                </a:lnTo>
                <a:lnTo>
                  <a:pt x="3439245" y="47337"/>
                </a:lnTo>
                <a:lnTo>
                  <a:pt x="3449176" y="39173"/>
                </a:lnTo>
                <a:lnTo>
                  <a:pt x="3459107" y="36268"/>
                </a:lnTo>
                <a:lnTo>
                  <a:pt x="3469039" y="45934"/>
                </a:lnTo>
                <a:lnTo>
                  <a:pt x="3478970" y="53807"/>
                </a:lnTo>
                <a:lnTo>
                  <a:pt x="3488901" y="48948"/>
                </a:lnTo>
                <a:lnTo>
                  <a:pt x="3498833" y="42007"/>
                </a:lnTo>
                <a:lnTo>
                  <a:pt x="3508764" y="43870"/>
                </a:lnTo>
                <a:lnTo>
                  <a:pt x="3518695" y="46909"/>
                </a:lnTo>
                <a:lnTo>
                  <a:pt x="3528627" y="41982"/>
                </a:lnTo>
                <a:lnTo>
                  <a:pt x="3538558" y="35738"/>
                </a:lnTo>
                <a:lnTo>
                  <a:pt x="3548489" y="37672"/>
                </a:lnTo>
                <a:lnTo>
                  <a:pt x="3558421" y="44576"/>
                </a:lnTo>
                <a:lnTo>
                  <a:pt x="3568352" y="48173"/>
                </a:lnTo>
                <a:lnTo>
                  <a:pt x="3578283" y="47109"/>
                </a:lnTo>
                <a:lnTo>
                  <a:pt x="3588215" y="44991"/>
                </a:lnTo>
                <a:lnTo>
                  <a:pt x="3598146" y="44876"/>
                </a:lnTo>
                <a:lnTo>
                  <a:pt x="3608077" y="47935"/>
                </a:lnTo>
                <a:lnTo>
                  <a:pt x="3618009" y="51250"/>
                </a:lnTo>
                <a:lnTo>
                  <a:pt x="3627940" y="49107"/>
                </a:lnTo>
                <a:lnTo>
                  <a:pt x="3637872" y="42445"/>
                </a:lnTo>
                <a:lnTo>
                  <a:pt x="3647803" y="41170"/>
                </a:lnTo>
                <a:lnTo>
                  <a:pt x="3657734" y="49657"/>
                </a:lnTo>
                <a:lnTo>
                  <a:pt x="3667666" y="57508"/>
                </a:lnTo>
                <a:lnTo>
                  <a:pt x="3677597" y="54138"/>
                </a:lnTo>
                <a:lnTo>
                  <a:pt x="3687528" y="45036"/>
                </a:lnTo>
                <a:lnTo>
                  <a:pt x="3697460" y="41984"/>
                </a:lnTo>
                <a:lnTo>
                  <a:pt x="3707391" y="43416"/>
                </a:lnTo>
                <a:lnTo>
                  <a:pt x="3717322" y="38775"/>
                </a:lnTo>
                <a:lnTo>
                  <a:pt x="3727254" y="29735"/>
                </a:lnTo>
                <a:lnTo>
                  <a:pt x="3737185" y="30895"/>
                </a:lnTo>
                <a:lnTo>
                  <a:pt x="3747116" y="45781"/>
                </a:lnTo>
                <a:lnTo>
                  <a:pt x="3757048" y="56996"/>
                </a:lnTo>
                <a:lnTo>
                  <a:pt x="3766979" y="49931"/>
                </a:lnTo>
                <a:lnTo>
                  <a:pt x="3776910" y="35451"/>
                </a:lnTo>
                <a:lnTo>
                  <a:pt x="3786842" y="34874"/>
                </a:lnTo>
                <a:lnTo>
                  <a:pt x="3796773" y="47924"/>
                </a:lnTo>
                <a:lnTo>
                  <a:pt x="3806704" y="53204"/>
                </a:lnTo>
                <a:lnTo>
                  <a:pt x="3816636" y="41703"/>
                </a:lnTo>
                <a:lnTo>
                  <a:pt x="3826567" y="30577"/>
                </a:lnTo>
                <a:lnTo>
                  <a:pt x="3836499" y="34809"/>
                </a:lnTo>
                <a:lnTo>
                  <a:pt x="3846430" y="43865"/>
                </a:lnTo>
                <a:lnTo>
                  <a:pt x="3856361" y="42470"/>
                </a:lnTo>
                <a:lnTo>
                  <a:pt x="3866293" y="37957"/>
                </a:lnTo>
                <a:lnTo>
                  <a:pt x="3876224" y="44491"/>
                </a:lnTo>
                <a:lnTo>
                  <a:pt x="3886155" y="53435"/>
                </a:lnTo>
                <a:lnTo>
                  <a:pt x="3896087" y="46765"/>
                </a:lnTo>
                <a:lnTo>
                  <a:pt x="3906018" y="30765"/>
                </a:lnTo>
                <a:lnTo>
                  <a:pt x="3915949" y="26906"/>
                </a:lnTo>
                <a:lnTo>
                  <a:pt x="3925881" y="36040"/>
                </a:lnTo>
                <a:lnTo>
                  <a:pt x="3935812" y="41733"/>
                </a:lnTo>
                <a:lnTo>
                  <a:pt x="3945743" y="42019"/>
                </a:lnTo>
                <a:lnTo>
                  <a:pt x="3955675" y="46277"/>
                </a:lnTo>
                <a:lnTo>
                  <a:pt x="3965606" y="48975"/>
                </a:lnTo>
                <a:lnTo>
                  <a:pt x="3975537" y="40013"/>
                </a:lnTo>
                <a:lnTo>
                  <a:pt x="3985469" y="31410"/>
                </a:lnTo>
                <a:lnTo>
                  <a:pt x="3995400" y="38686"/>
                </a:lnTo>
                <a:lnTo>
                  <a:pt x="4005331" y="47920"/>
                </a:lnTo>
                <a:lnTo>
                  <a:pt x="4015263" y="38837"/>
                </a:lnTo>
                <a:lnTo>
                  <a:pt x="4025194" y="26387"/>
                </a:lnTo>
                <a:lnTo>
                  <a:pt x="4035126" y="37915"/>
                </a:lnTo>
                <a:lnTo>
                  <a:pt x="4045057" y="62120"/>
                </a:lnTo>
                <a:lnTo>
                  <a:pt x="4054988" y="64430"/>
                </a:lnTo>
                <a:lnTo>
                  <a:pt x="4064920" y="43899"/>
                </a:lnTo>
                <a:lnTo>
                  <a:pt x="4074851" y="32719"/>
                </a:lnTo>
                <a:lnTo>
                  <a:pt x="4084782" y="44116"/>
                </a:lnTo>
                <a:lnTo>
                  <a:pt x="4094714" y="57950"/>
                </a:lnTo>
                <a:lnTo>
                  <a:pt x="4104645" y="56950"/>
                </a:lnTo>
                <a:lnTo>
                  <a:pt x="4114576" y="47486"/>
                </a:lnTo>
                <a:lnTo>
                  <a:pt x="4124508" y="42645"/>
                </a:lnTo>
                <a:lnTo>
                  <a:pt x="4134439" y="44740"/>
                </a:lnTo>
                <a:lnTo>
                  <a:pt x="4144370" y="47536"/>
                </a:lnTo>
                <a:lnTo>
                  <a:pt x="4154302" y="46217"/>
                </a:lnTo>
                <a:lnTo>
                  <a:pt x="4164233" y="42986"/>
                </a:lnTo>
                <a:lnTo>
                  <a:pt x="4174164" y="42868"/>
                </a:lnTo>
                <a:lnTo>
                  <a:pt x="4184096" y="44828"/>
                </a:lnTo>
                <a:lnTo>
                  <a:pt x="4194027" y="44553"/>
                </a:lnTo>
                <a:lnTo>
                  <a:pt x="4203958" y="45251"/>
                </a:lnTo>
                <a:lnTo>
                  <a:pt x="4213890" y="51621"/>
                </a:lnTo>
                <a:lnTo>
                  <a:pt x="4223821" y="55230"/>
                </a:lnTo>
                <a:lnTo>
                  <a:pt x="4233753" y="46309"/>
                </a:lnTo>
                <a:lnTo>
                  <a:pt x="4243684" y="35946"/>
                </a:lnTo>
                <a:lnTo>
                  <a:pt x="4253615" y="40539"/>
                </a:lnTo>
                <a:lnTo>
                  <a:pt x="4263547" y="50954"/>
                </a:lnTo>
                <a:lnTo>
                  <a:pt x="4273478" y="47969"/>
                </a:lnTo>
                <a:lnTo>
                  <a:pt x="4283409" y="38662"/>
                </a:lnTo>
                <a:lnTo>
                  <a:pt x="4293341" y="42643"/>
                </a:lnTo>
                <a:lnTo>
                  <a:pt x="4303272" y="54030"/>
                </a:lnTo>
                <a:lnTo>
                  <a:pt x="4313203" y="53843"/>
                </a:lnTo>
                <a:lnTo>
                  <a:pt x="4323135" y="46405"/>
                </a:lnTo>
                <a:lnTo>
                  <a:pt x="4333066" y="47514"/>
                </a:lnTo>
                <a:lnTo>
                  <a:pt x="4342997" y="52697"/>
                </a:lnTo>
                <a:lnTo>
                  <a:pt x="4352929" y="50123"/>
                </a:lnTo>
                <a:lnTo>
                  <a:pt x="4362860" y="45483"/>
                </a:lnTo>
                <a:lnTo>
                  <a:pt x="4372791" y="45736"/>
                </a:lnTo>
                <a:lnTo>
                  <a:pt x="4382723" y="41912"/>
                </a:lnTo>
                <a:lnTo>
                  <a:pt x="4392654" y="31332"/>
                </a:lnTo>
                <a:lnTo>
                  <a:pt x="4402585" y="28849"/>
                </a:lnTo>
                <a:lnTo>
                  <a:pt x="4412517" y="37984"/>
                </a:lnTo>
                <a:lnTo>
                  <a:pt x="4422448" y="42547"/>
                </a:lnTo>
                <a:lnTo>
                  <a:pt x="4432380" y="39211"/>
                </a:lnTo>
                <a:lnTo>
                  <a:pt x="4442311" y="43171"/>
                </a:lnTo>
                <a:lnTo>
                  <a:pt x="4452242" y="54048"/>
                </a:lnTo>
                <a:lnTo>
                  <a:pt x="4462174" y="53874"/>
                </a:lnTo>
                <a:lnTo>
                  <a:pt x="4472105" y="42615"/>
                </a:lnTo>
                <a:lnTo>
                  <a:pt x="4482036" y="38374"/>
                </a:lnTo>
                <a:lnTo>
                  <a:pt x="4491968" y="43098"/>
                </a:lnTo>
                <a:lnTo>
                  <a:pt x="4501899" y="43444"/>
                </a:lnTo>
                <a:lnTo>
                  <a:pt x="4511830" y="39600"/>
                </a:lnTo>
                <a:lnTo>
                  <a:pt x="4521762" y="40475"/>
                </a:lnTo>
                <a:lnTo>
                  <a:pt x="4531693" y="41702"/>
                </a:lnTo>
                <a:lnTo>
                  <a:pt x="4541624" y="37589"/>
                </a:lnTo>
                <a:lnTo>
                  <a:pt x="4551556" y="37557"/>
                </a:lnTo>
                <a:lnTo>
                  <a:pt x="4561487" y="45390"/>
                </a:lnTo>
                <a:lnTo>
                  <a:pt x="4571418" y="46041"/>
                </a:lnTo>
                <a:lnTo>
                  <a:pt x="4581350" y="35455"/>
                </a:lnTo>
                <a:lnTo>
                  <a:pt x="4591281" y="33406"/>
                </a:lnTo>
                <a:lnTo>
                  <a:pt x="4601212" y="46214"/>
                </a:lnTo>
                <a:lnTo>
                  <a:pt x="4611144" y="51607"/>
                </a:lnTo>
                <a:lnTo>
                  <a:pt x="4621075" y="39811"/>
                </a:lnTo>
                <a:lnTo>
                  <a:pt x="4631007" y="31582"/>
                </a:lnTo>
                <a:lnTo>
                  <a:pt x="4640938" y="37696"/>
                </a:lnTo>
                <a:lnTo>
                  <a:pt x="4650869" y="40714"/>
                </a:lnTo>
                <a:lnTo>
                  <a:pt x="4660801" y="33151"/>
                </a:lnTo>
                <a:lnTo>
                  <a:pt x="4670732" y="32531"/>
                </a:lnTo>
                <a:lnTo>
                  <a:pt x="4680663" y="43665"/>
                </a:lnTo>
                <a:lnTo>
                  <a:pt x="4690595" y="46943"/>
                </a:lnTo>
                <a:lnTo>
                  <a:pt x="4700526" y="37226"/>
                </a:lnTo>
                <a:lnTo>
                  <a:pt x="4710457" y="34625"/>
                </a:lnTo>
                <a:lnTo>
                  <a:pt x="4720389" y="45496"/>
                </a:lnTo>
                <a:lnTo>
                  <a:pt x="4730320" y="50998"/>
                </a:lnTo>
                <a:lnTo>
                  <a:pt x="4740251" y="43897"/>
                </a:lnTo>
                <a:lnTo>
                  <a:pt x="4750183" y="40551"/>
                </a:lnTo>
                <a:lnTo>
                  <a:pt x="4760114" y="47801"/>
                </a:lnTo>
                <a:lnTo>
                  <a:pt x="4770045" y="51162"/>
                </a:lnTo>
                <a:lnTo>
                  <a:pt x="4779977" y="43898"/>
                </a:lnTo>
                <a:lnTo>
                  <a:pt x="4789908" y="38606"/>
                </a:lnTo>
                <a:lnTo>
                  <a:pt x="4799839" y="42319"/>
                </a:lnTo>
                <a:lnTo>
                  <a:pt x="4809771" y="44835"/>
                </a:lnTo>
                <a:lnTo>
                  <a:pt x="4819702" y="39033"/>
                </a:lnTo>
                <a:lnTo>
                  <a:pt x="4829634" y="32486"/>
                </a:lnTo>
                <a:lnTo>
                  <a:pt x="4839565" y="31869"/>
                </a:lnTo>
                <a:lnTo>
                  <a:pt x="4849496" y="32231"/>
                </a:lnTo>
                <a:lnTo>
                  <a:pt x="4859428" y="29418"/>
                </a:lnTo>
                <a:lnTo>
                  <a:pt x="4869359" y="29914"/>
                </a:lnTo>
                <a:lnTo>
                  <a:pt x="4879290" y="38954"/>
                </a:lnTo>
                <a:lnTo>
                  <a:pt x="4889222" y="48622"/>
                </a:lnTo>
                <a:lnTo>
                  <a:pt x="4899153" y="48703"/>
                </a:lnTo>
                <a:lnTo>
                  <a:pt x="4909084" y="42415"/>
                </a:lnTo>
                <a:lnTo>
                  <a:pt x="4919016" y="39572"/>
                </a:lnTo>
                <a:lnTo>
                  <a:pt x="4928947" y="40223"/>
                </a:lnTo>
                <a:lnTo>
                  <a:pt x="4938878" y="38243"/>
                </a:lnTo>
                <a:lnTo>
                  <a:pt x="4948810" y="35121"/>
                </a:lnTo>
                <a:lnTo>
                  <a:pt x="4958741" y="36210"/>
                </a:lnTo>
                <a:lnTo>
                  <a:pt x="4968672" y="39814"/>
                </a:lnTo>
                <a:lnTo>
                  <a:pt x="4978604" y="42544"/>
                </a:lnTo>
                <a:lnTo>
                  <a:pt x="4988535" y="45809"/>
                </a:lnTo>
                <a:lnTo>
                  <a:pt x="4998466" y="47079"/>
                </a:lnTo>
                <a:lnTo>
                  <a:pt x="5008398" y="40390"/>
                </a:lnTo>
                <a:lnTo>
                  <a:pt x="5018329" y="33252"/>
                </a:lnTo>
                <a:lnTo>
                  <a:pt x="5028261" y="40211"/>
                </a:lnTo>
                <a:lnTo>
                  <a:pt x="5038192" y="53928"/>
                </a:lnTo>
                <a:lnTo>
                  <a:pt x="5048123" y="52692"/>
                </a:lnTo>
                <a:lnTo>
                  <a:pt x="5058055" y="39813"/>
                </a:lnTo>
                <a:lnTo>
                  <a:pt x="5067986" y="38459"/>
                </a:lnTo>
                <a:lnTo>
                  <a:pt x="5077917" y="47003"/>
                </a:lnTo>
                <a:lnTo>
                  <a:pt x="5087849" y="43218"/>
                </a:lnTo>
                <a:lnTo>
                  <a:pt x="5097780" y="31147"/>
                </a:lnTo>
              </a:path>
            </a:pathLst>
          </a:custGeom>
          <a:solidFill>
            <a:srgbClr val="FFFFFF">
              <a:alpha val="0"/>
            </a:srgbClr>
          </a:solidFill>
          <a:ln w="10922" cap="rnd">
            <a:solidFill>
              <a:srgbClr val="BA4A00"/>
            </a:solidFill>
            <a:prstDash val="solid"/>
          </a:ln>
        </p:spPr>
      </p:sp>
      <p:sp>
        <p:nvSpPr>
          <p:cNvPr id="35" name="Text 33"/>
          <p:cNvSpPr/>
          <p:nvPr/>
        </p:nvSpPr>
        <p:spPr>
          <a:xfrm>
            <a:off x="6007608" y="3552444"/>
            <a:ext cx="347472" cy="192024"/>
          </a:xfrm>
          <a:prstGeom prst="rect">
            <a:avLst/>
          </a:prstGeom>
          <a:noFill/>
          <a:ln/>
        </p:spPr>
        <p:txBody>
          <a:bodyPr wrap="square" lIns="0" tIns="0" rIns="0" bIns="0" rtlCol="0" anchor="t"/>
          <a:lstStyle/>
          <a:p>
            <a:pPr algn="r" indent="0" marL="0">
              <a:lnSpc>
                <a:spcPct val="100000"/>
              </a:lnSpc>
              <a:buNone/>
            </a:pPr>
            <a:r>
              <a:rPr lang="ko-KR" altLang="en-US" sz="850" dirty="0">
                <a:solidFill>
                  <a:srgbClr val="647986"/>
                </a:solidFill>
                <a:latin typeface="Pretendard" pitchFamily="34" charset="0"/>
                <a:ea typeface="Pretendard" pitchFamily="34" charset="-122"/>
                <a:cs typeface="Pretendard" pitchFamily="34" charset="-120"/>
              </a:rPr>
              <a:t>0.0</a:t>
            </a:r>
            <a:endParaRPr lang="ko-KR" sz="850" dirty="0"/>
          </a:p>
        </p:txBody>
      </p:sp>
      <p:sp>
        <p:nvSpPr>
          <p:cNvPr id="36" name="Text 34"/>
          <p:cNvSpPr/>
          <p:nvPr/>
        </p:nvSpPr>
        <p:spPr>
          <a:xfrm>
            <a:off x="10588752" y="3561588"/>
            <a:ext cx="841248" cy="164592"/>
          </a:xfrm>
          <a:prstGeom prst="rect">
            <a:avLst/>
          </a:prstGeom>
          <a:noFill/>
          <a:ln/>
        </p:spPr>
        <p:txBody>
          <a:bodyPr wrap="square" lIns="0" tIns="0" rIns="0" bIns="0" rtlCol="0" anchor="t"/>
          <a:lstStyle/>
          <a:p>
            <a:pPr algn="r" indent="0" marL="0">
              <a:lnSpc>
                <a:spcPct val="100000"/>
              </a:lnSpc>
              <a:buNone/>
            </a:pPr>
            <a:r>
              <a:rPr lang="ko-KR" altLang="en-US" sz="870" dirty="0">
                <a:solidFill>
                  <a:srgbClr val="BA4A00"/>
                </a:solidFill>
                <a:latin typeface="Pretendard" pitchFamily="34" charset="0"/>
                <a:ea typeface="Pretendard" pitchFamily="34" charset="-122"/>
                <a:cs typeface="Pretendard" pitchFamily="34" charset="-120"/>
              </a:rPr>
              <a:t>남은 오차</a:t>
            </a:r>
            <a:endParaRPr lang="ko-KR" sz="870" dirty="0"/>
          </a:p>
        </p:txBody>
      </p:sp>
      <p:sp>
        <p:nvSpPr>
          <p:cNvPr id="37" name="Text 35"/>
          <p:cNvSpPr/>
          <p:nvPr/>
        </p:nvSpPr>
        <p:spPr>
          <a:xfrm>
            <a:off x="905256" y="3968496"/>
            <a:ext cx="5074920" cy="269875"/>
          </a:xfrm>
          <a:prstGeom prst="rect">
            <a:avLst/>
          </a:prstGeom>
          <a:noFill/>
          <a:ln/>
        </p:spPr>
        <p:txBody>
          <a:bodyPr wrap="square" lIns="0" tIns="0" rIns="0" bIns="0" rtlCol="0" anchor="t"/>
          <a:lstStyle/>
          <a:p>
            <a:pPr algn="l" indent="0" marL="0">
              <a:lnSpc>
                <a:spcPct val="100000"/>
              </a:lnSpc>
              <a:buNone/>
            </a:pPr>
            <a:r>
              <a:rPr lang="ko-KR" altLang="en-US" sz="1700" b="1" dirty="0">
                <a:solidFill>
                  <a:srgbClr val="17313B"/>
                </a:solidFill>
                <a:latin typeface="Pretendard" pitchFamily="34" charset="0"/>
                <a:ea typeface="Pretendard" pitchFamily="34" charset="-122"/>
                <a:cs typeface="Pretendard" pitchFamily="34" charset="-120"/>
              </a:rPr>
              <a:t>MAVIC3 PRO · 실수부 I</a:t>
            </a:r>
            <a:endParaRPr lang="ko-KR" sz="1700" dirty="0"/>
          </a:p>
        </p:txBody>
      </p:sp>
      <p:sp>
        <p:nvSpPr>
          <p:cNvPr id="38" name="Shape 36"/>
          <p:cNvSpPr/>
          <p:nvPr/>
        </p:nvSpPr>
        <p:spPr>
          <a:xfrm>
            <a:off x="905256" y="4288536"/>
            <a:ext cx="5074920" cy="594360"/>
          </a:xfrm>
          <a:prstGeom prst="rect">
            <a:avLst>
              <a:gd name="adj" fmla="val 15385"/>
            </a:avLst>
          </a:prstGeom>
          <a:solidFill>
            <a:srgbClr val="FFFFFF"/>
          </a:solidFill>
          <a:ln w="12700">
            <a:solidFill>
              <a:srgbClr val="DAE3E7"/>
            </a:solidFill>
            <a:prstDash val="solid"/>
          </a:ln>
        </p:spPr>
      </p:sp>
      <p:sp>
        <p:nvSpPr>
          <p:cNvPr id="39" name="Shape 37"/>
          <p:cNvSpPr/>
          <p:nvPr/>
        </p:nvSpPr>
        <p:spPr>
          <a:xfrm>
            <a:off x="905256" y="4585716"/>
            <a:ext cx="5074920" cy="0"/>
          </a:xfrm>
          <a:prstGeom prst="line">
            <a:avLst/>
          </a:prstGeom>
          <a:noFill/>
          <a:ln w="8255">
            <a:solidFill>
              <a:srgbClr val="DAE3E7"/>
            </a:solidFill>
            <a:prstDash val="solid"/>
          </a:ln>
        </p:spPr>
      </p:sp>
      <p:sp>
        <p:nvSpPr>
          <p:cNvPr id="40" name="wave_6"/>
          <p:cNvSpPr/>
          <p:nvPr/>
        </p:nvSpPr>
        <p:spPr>
          <a:xfrm>
            <a:off x="882396" y="4287689"/>
            <a:ext cx="5120640" cy="592484"/>
          </a:xfrm>
          <a:custGeom>
            <a:avLst/>
            <a:gdLst/>
            <a:ahLst/>
            <a:cxnLst/>
            <a:rect l="l" t="t" r="r" b="b"/>
            <a:pathLst>
              <a:path w="5120640" h="592484" fill="none" stroke="1" extrusionOk="0">
                <a:moveTo>
                  <a:pt x="22860" y="205168"/>
                </a:moveTo>
                <a:lnTo>
                  <a:pt x="32791" y="322646"/>
                </a:lnTo>
                <a:lnTo>
                  <a:pt x="42723" y="433670"/>
                </a:lnTo>
                <a:lnTo>
                  <a:pt x="52654" y="452122"/>
                </a:lnTo>
                <a:lnTo>
                  <a:pt x="62585" y="359154"/>
                </a:lnTo>
                <a:lnTo>
                  <a:pt x="72517" y="218269"/>
                </a:lnTo>
                <a:lnTo>
                  <a:pt x="82448" y="127865"/>
                </a:lnTo>
                <a:lnTo>
                  <a:pt x="92379" y="154456"/>
                </a:lnTo>
                <a:lnTo>
                  <a:pt x="102311" y="286026"/>
                </a:lnTo>
                <a:lnTo>
                  <a:pt x="112242" y="433145"/>
                </a:lnTo>
                <a:lnTo>
                  <a:pt x="122174" y="489141"/>
                </a:lnTo>
                <a:lnTo>
                  <a:pt x="132105" y="410817"/>
                </a:lnTo>
                <a:lnTo>
                  <a:pt x="142036" y="251171"/>
                </a:lnTo>
                <a:lnTo>
                  <a:pt x="151968" y="120166"/>
                </a:lnTo>
                <a:lnTo>
                  <a:pt x="161899" y="110012"/>
                </a:lnTo>
                <a:lnTo>
                  <a:pt x="171830" y="232517"/>
                </a:lnTo>
                <a:lnTo>
                  <a:pt x="181762" y="404988"/>
                </a:lnTo>
                <a:lnTo>
                  <a:pt x="191693" y="504484"/>
                </a:lnTo>
                <a:lnTo>
                  <a:pt x="201624" y="459296"/>
                </a:lnTo>
                <a:lnTo>
                  <a:pt x="211556" y="301815"/>
                </a:lnTo>
                <a:lnTo>
                  <a:pt x="221487" y="141266"/>
                </a:lnTo>
                <a:lnTo>
                  <a:pt x="231418" y="87282"/>
                </a:lnTo>
                <a:lnTo>
                  <a:pt x="241350" y="178199"/>
                </a:lnTo>
                <a:lnTo>
                  <a:pt x="251281" y="352593"/>
                </a:lnTo>
                <a:lnTo>
                  <a:pt x="261212" y="487928"/>
                </a:lnTo>
                <a:lnTo>
                  <a:pt x="271144" y="489752"/>
                </a:lnTo>
                <a:lnTo>
                  <a:pt x="281075" y="360794"/>
                </a:lnTo>
                <a:lnTo>
                  <a:pt x="291006" y="192792"/>
                </a:lnTo>
                <a:lnTo>
                  <a:pt x="300938" y="98756"/>
                </a:lnTo>
                <a:lnTo>
                  <a:pt x="310869" y="140477"/>
                </a:lnTo>
                <a:lnTo>
                  <a:pt x="320801" y="288758"/>
                </a:lnTo>
                <a:lnTo>
                  <a:pt x="330732" y="439653"/>
                </a:lnTo>
                <a:lnTo>
                  <a:pt x="340663" y="487937"/>
                </a:lnTo>
                <a:lnTo>
                  <a:pt x="350595" y="405344"/>
                </a:lnTo>
                <a:lnTo>
                  <a:pt x="360526" y="255554"/>
                </a:lnTo>
                <a:lnTo>
                  <a:pt x="370457" y="141452"/>
                </a:lnTo>
                <a:lnTo>
                  <a:pt x="380389" y="136445"/>
                </a:lnTo>
                <a:lnTo>
                  <a:pt x="390320" y="240811"/>
                </a:lnTo>
                <a:lnTo>
                  <a:pt x="400251" y="380755"/>
                </a:lnTo>
                <a:lnTo>
                  <a:pt x="410183" y="458257"/>
                </a:lnTo>
                <a:lnTo>
                  <a:pt x="420114" y="423812"/>
                </a:lnTo>
                <a:lnTo>
                  <a:pt x="430045" y="309760"/>
                </a:lnTo>
                <a:lnTo>
                  <a:pt x="439977" y="197696"/>
                </a:lnTo>
                <a:lnTo>
                  <a:pt x="449908" y="158697"/>
                </a:lnTo>
                <a:lnTo>
                  <a:pt x="459839" y="212604"/>
                </a:lnTo>
                <a:lnTo>
                  <a:pt x="469771" y="320123"/>
                </a:lnTo>
                <a:lnTo>
                  <a:pt x="479702" y="408289"/>
                </a:lnTo>
                <a:lnTo>
                  <a:pt x="489633" y="419900"/>
                </a:lnTo>
                <a:lnTo>
                  <a:pt x="499565" y="352675"/>
                </a:lnTo>
                <a:lnTo>
                  <a:pt x="509496" y="256211"/>
                </a:lnTo>
                <a:lnTo>
                  <a:pt x="519428" y="194158"/>
                </a:lnTo>
                <a:lnTo>
                  <a:pt x="529359" y="203030"/>
                </a:lnTo>
                <a:lnTo>
                  <a:pt x="539290" y="271190"/>
                </a:lnTo>
                <a:lnTo>
                  <a:pt x="549222" y="349279"/>
                </a:lnTo>
                <a:lnTo>
                  <a:pt x="559153" y="386625"/>
                </a:lnTo>
                <a:lnTo>
                  <a:pt x="569084" y="364960"/>
                </a:lnTo>
                <a:lnTo>
                  <a:pt x="579016" y="303833"/>
                </a:lnTo>
                <a:lnTo>
                  <a:pt x="588947" y="243103"/>
                </a:lnTo>
                <a:lnTo>
                  <a:pt x="598878" y="219953"/>
                </a:lnTo>
                <a:lnTo>
                  <a:pt x="608810" y="247281"/>
                </a:lnTo>
                <a:lnTo>
                  <a:pt x="618741" y="303708"/>
                </a:lnTo>
                <a:lnTo>
                  <a:pt x="628672" y="349648"/>
                </a:lnTo>
                <a:lnTo>
                  <a:pt x="638604" y="358255"/>
                </a:lnTo>
                <a:lnTo>
                  <a:pt x="648535" y="330476"/>
                </a:lnTo>
                <a:lnTo>
                  <a:pt x="658466" y="286930"/>
                </a:lnTo>
                <a:lnTo>
                  <a:pt x="668398" y="253961"/>
                </a:lnTo>
                <a:lnTo>
                  <a:pt x="678329" y="250884"/>
                </a:lnTo>
                <a:lnTo>
                  <a:pt x="688260" y="277393"/>
                </a:lnTo>
                <a:lnTo>
                  <a:pt x="698192" y="312922"/>
                </a:lnTo>
                <a:lnTo>
                  <a:pt x="708123" y="334255"/>
                </a:lnTo>
                <a:lnTo>
                  <a:pt x="718055" y="332380"/>
                </a:lnTo>
                <a:lnTo>
                  <a:pt x="727986" y="312379"/>
                </a:lnTo>
                <a:lnTo>
                  <a:pt x="737917" y="285916"/>
                </a:lnTo>
                <a:lnTo>
                  <a:pt x="747849" y="267313"/>
                </a:lnTo>
                <a:lnTo>
                  <a:pt x="757780" y="267798"/>
                </a:lnTo>
                <a:lnTo>
                  <a:pt x="767711" y="286549"/>
                </a:lnTo>
                <a:lnTo>
                  <a:pt x="777643" y="309917"/>
                </a:lnTo>
                <a:lnTo>
                  <a:pt x="787574" y="322333"/>
                </a:lnTo>
                <a:lnTo>
                  <a:pt x="797505" y="317703"/>
                </a:lnTo>
                <a:lnTo>
                  <a:pt x="807437" y="301801"/>
                </a:lnTo>
                <a:lnTo>
                  <a:pt x="817368" y="286097"/>
                </a:lnTo>
                <a:lnTo>
                  <a:pt x="827299" y="279129"/>
                </a:lnTo>
                <a:lnTo>
                  <a:pt x="837231" y="282454"/>
                </a:lnTo>
                <a:lnTo>
                  <a:pt x="847162" y="292641"/>
                </a:lnTo>
                <a:lnTo>
                  <a:pt x="857093" y="303992"/>
                </a:lnTo>
                <a:lnTo>
                  <a:pt x="867025" y="310340"/>
                </a:lnTo>
                <a:lnTo>
                  <a:pt x="876956" y="309380"/>
                </a:lnTo>
                <a:lnTo>
                  <a:pt x="886887" y="305394"/>
                </a:lnTo>
                <a:lnTo>
                  <a:pt x="896819" y="303159"/>
                </a:lnTo>
                <a:lnTo>
                  <a:pt x="906750" y="300792"/>
                </a:lnTo>
                <a:lnTo>
                  <a:pt x="916682" y="294264"/>
                </a:lnTo>
                <a:lnTo>
                  <a:pt x="926613" y="286338"/>
                </a:lnTo>
                <a:lnTo>
                  <a:pt x="936544" y="284552"/>
                </a:lnTo>
                <a:lnTo>
                  <a:pt x="946476" y="292392"/>
                </a:lnTo>
                <a:lnTo>
                  <a:pt x="956407" y="306715"/>
                </a:lnTo>
                <a:lnTo>
                  <a:pt x="966338" y="319840"/>
                </a:lnTo>
                <a:lnTo>
                  <a:pt x="976270" y="321347"/>
                </a:lnTo>
                <a:lnTo>
                  <a:pt x="986201" y="304969"/>
                </a:lnTo>
                <a:lnTo>
                  <a:pt x="996132" y="278476"/>
                </a:lnTo>
                <a:lnTo>
                  <a:pt x="1006064" y="261154"/>
                </a:lnTo>
                <a:lnTo>
                  <a:pt x="1015995" y="267647"/>
                </a:lnTo>
                <a:lnTo>
                  <a:pt x="1025926" y="296474"/>
                </a:lnTo>
                <a:lnTo>
                  <a:pt x="1035858" y="331625"/>
                </a:lnTo>
                <a:lnTo>
                  <a:pt x="1045789" y="350004"/>
                </a:lnTo>
                <a:lnTo>
                  <a:pt x="1055720" y="333725"/>
                </a:lnTo>
                <a:lnTo>
                  <a:pt x="1065652" y="287404"/>
                </a:lnTo>
                <a:lnTo>
                  <a:pt x="1075583" y="242593"/>
                </a:lnTo>
                <a:lnTo>
                  <a:pt x="1085514" y="234635"/>
                </a:lnTo>
                <a:lnTo>
                  <a:pt x="1095446" y="271724"/>
                </a:lnTo>
                <a:lnTo>
                  <a:pt x="1105377" y="328716"/>
                </a:lnTo>
                <a:lnTo>
                  <a:pt x="1115309" y="367839"/>
                </a:lnTo>
                <a:lnTo>
                  <a:pt x="1125240" y="363033"/>
                </a:lnTo>
                <a:lnTo>
                  <a:pt x="1135171" y="313800"/>
                </a:lnTo>
                <a:lnTo>
                  <a:pt x="1145103" y="248103"/>
                </a:lnTo>
                <a:lnTo>
                  <a:pt x="1155034" y="210407"/>
                </a:lnTo>
                <a:lnTo>
                  <a:pt x="1164965" y="232535"/>
                </a:lnTo>
                <a:lnTo>
                  <a:pt x="1174897" y="304953"/>
                </a:lnTo>
                <a:lnTo>
                  <a:pt x="1184828" y="377593"/>
                </a:lnTo>
                <a:lnTo>
                  <a:pt x="1194759" y="396687"/>
                </a:lnTo>
                <a:lnTo>
                  <a:pt x="1204691" y="347163"/>
                </a:lnTo>
                <a:lnTo>
                  <a:pt x="1214622" y="263133"/>
                </a:lnTo>
                <a:lnTo>
                  <a:pt x="1224553" y="201457"/>
                </a:lnTo>
                <a:lnTo>
                  <a:pt x="1234485" y="204156"/>
                </a:lnTo>
                <a:lnTo>
                  <a:pt x="1244416" y="272995"/>
                </a:lnTo>
                <a:lnTo>
                  <a:pt x="1254347" y="364952"/>
                </a:lnTo>
                <a:lnTo>
                  <a:pt x="1264279" y="415029"/>
                </a:lnTo>
                <a:lnTo>
                  <a:pt x="1274210" y="382629"/>
                </a:lnTo>
                <a:lnTo>
                  <a:pt x="1284141" y="287935"/>
                </a:lnTo>
                <a:lnTo>
                  <a:pt x="1294073" y="199615"/>
                </a:lnTo>
                <a:lnTo>
                  <a:pt x="1304004" y="181078"/>
                </a:lnTo>
                <a:lnTo>
                  <a:pt x="1313936" y="244403"/>
                </a:lnTo>
                <a:lnTo>
                  <a:pt x="1323867" y="345778"/>
                </a:lnTo>
                <a:lnTo>
                  <a:pt x="1333798" y="416035"/>
                </a:lnTo>
                <a:lnTo>
                  <a:pt x="1343730" y="404919"/>
                </a:lnTo>
                <a:lnTo>
                  <a:pt x="1353661" y="317213"/>
                </a:lnTo>
                <a:lnTo>
                  <a:pt x="1363592" y="214154"/>
                </a:lnTo>
                <a:lnTo>
                  <a:pt x="1373524" y="169953"/>
                </a:lnTo>
                <a:lnTo>
                  <a:pt x="1383455" y="215542"/>
                </a:lnTo>
                <a:lnTo>
                  <a:pt x="1393386" y="317597"/>
                </a:lnTo>
                <a:lnTo>
                  <a:pt x="1403318" y="405594"/>
                </a:lnTo>
                <a:lnTo>
                  <a:pt x="1413249" y="420061"/>
                </a:lnTo>
                <a:lnTo>
                  <a:pt x="1423180" y="350549"/>
                </a:lnTo>
                <a:lnTo>
                  <a:pt x="1433112" y="244033"/>
                </a:lnTo>
                <a:lnTo>
                  <a:pt x="1443043" y="175582"/>
                </a:lnTo>
                <a:lnTo>
                  <a:pt x="1452974" y="194983"/>
                </a:lnTo>
                <a:lnTo>
                  <a:pt x="1462906" y="288418"/>
                </a:lnTo>
                <a:lnTo>
                  <a:pt x="1472837" y="388379"/>
                </a:lnTo>
                <a:lnTo>
                  <a:pt x="1482768" y="424490"/>
                </a:lnTo>
                <a:lnTo>
                  <a:pt x="1492700" y="373965"/>
                </a:lnTo>
                <a:lnTo>
                  <a:pt x="1502631" y="274563"/>
                </a:lnTo>
                <a:lnTo>
                  <a:pt x="1512563" y="194898"/>
                </a:lnTo>
                <a:lnTo>
                  <a:pt x="1522494" y="187139"/>
                </a:lnTo>
                <a:lnTo>
                  <a:pt x="1532425" y="254434"/>
                </a:lnTo>
                <a:lnTo>
                  <a:pt x="1542357" y="350607"/>
                </a:lnTo>
                <a:lnTo>
                  <a:pt x="1552288" y="410149"/>
                </a:lnTo>
                <a:lnTo>
                  <a:pt x="1562219" y="392193"/>
                </a:lnTo>
                <a:lnTo>
                  <a:pt x="1572151" y="310897"/>
                </a:lnTo>
                <a:lnTo>
                  <a:pt x="1582082" y="225972"/>
                </a:lnTo>
                <a:lnTo>
                  <a:pt x="1592013" y="196533"/>
                </a:lnTo>
                <a:lnTo>
                  <a:pt x="1601945" y="237519"/>
                </a:lnTo>
                <a:lnTo>
                  <a:pt x="1611876" y="314863"/>
                </a:lnTo>
                <a:lnTo>
                  <a:pt x="1621807" y="375407"/>
                </a:lnTo>
                <a:lnTo>
                  <a:pt x="1631739" y="382035"/>
                </a:lnTo>
                <a:lnTo>
                  <a:pt x="1641670" y="333928"/>
                </a:lnTo>
                <a:lnTo>
                  <a:pt x="1651601" y="265628"/>
                </a:lnTo>
                <a:lnTo>
                  <a:pt x="1661533" y="223636"/>
                </a:lnTo>
                <a:lnTo>
                  <a:pt x="1671464" y="232995"/>
                </a:lnTo>
                <a:lnTo>
                  <a:pt x="1681395" y="281133"/>
                </a:lnTo>
                <a:lnTo>
                  <a:pt x="1691327" y="332699"/>
                </a:lnTo>
                <a:lnTo>
                  <a:pt x="1701258" y="357557"/>
                </a:lnTo>
                <a:lnTo>
                  <a:pt x="1711190" y="346517"/>
                </a:lnTo>
                <a:lnTo>
                  <a:pt x="1721121" y="310114"/>
                </a:lnTo>
                <a:lnTo>
                  <a:pt x="1731052" y="270004"/>
                </a:lnTo>
                <a:lnTo>
                  <a:pt x="1740984" y="247930"/>
                </a:lnTo>
                <a:lnTo>
                  <a:pt x="1750915" y="254137"/>
                </a:lnTo>
                <a:lnTo>
                  <a:pt x="1760846" y="282515"/>
                </a:lnTo>
                <a:lnTo>
                  <a:pt x="1770778" y="317100"/>
                </a:lnTo>
                <a:lnTo>
                  <a:pt x="1780709" y="342169"/>
                </a:lnTo>
                <a:lnTo>
                  <a:pt x="1790640" y="346559"/>
                </a:lnTo>
                <a:lnTo>
                  <a:pt x="1800572" y="325548"/>
                </a:lnTo>
                <a:lnTo>
                  <a:pt x="1810503" y="286495"/>
                </a:lnTo>
                <a:lnTo>
                  <a:pt x="1820434" y="250566"/>
                </a:lnTo>
                <a:lnTo>
                  <a:pt x="1830366" y="240689"/>
                </a:lnTo>
                <a:lnTo>
                  <a:pt x="1840297" y="264997"/>
                </a:lnTo>
                <a:lnTo>
                  <a:pt x="1850228" y="312172"/>
                </a:lnTo>
                <a:lnTo>
                  <a:pt x="1860160" y="357486"/>
                </a:lnTo>
                <a:lnTo>
                  <a:pt x="1870091" y="371551"/>
                </a:lnTo>
                <a:lnTo>
                  <a:pt x="1880023" y="336731"/>
                </a:lnTo>
                <a:lnTo>
                  <a:pt x="1889954" y="268398"/>
                </a:lnTo>
                <a:lnTo>
                  <a:pt x="1899885" y="213229"/>
                </a:lnTo>
                <a:lnTo>
                  <a:pt x="1909817" y="213087"/>
                </a:lnTo>
                <a:lnTo>
                  <a:pt x="1919748" y="270371"/>
                </a:lnTo>
                <a:lnTo>
                  <a:pt x="1929679" y="349502"/>
                </a:lnTo>
                <a:lnTo>
                  <a:pt x="1939611" y="401731"/>
                </a:lnTo>
                <a:lnTo>
                  <a:pt x="1949542" y="389384"/>
                </a:lnTo>
                <a:lnTo>
                  <a:pt x="1959473" y="310164"/>
                </a:lnTo>
                <a:lnTo>
                  <a:pt x="1969405" y="211927"/>
                </a:lnTo>
                <a:lnTo>
                  <a:pt x="1979336" y="166990"/>
                </a:lnTo>
                <a:lnTo>
                  <a:pt x="1989267" y="213525"/>
                </a:lnTo>
                <a:lnTo>
                  <a:pt x="1999199" y="322097"/>
                </a:lnTo>
                <a:lnTo>
                  <a:pt x="2009130" y="418799"/>
                </a:lnTo>
                <a:lnTo>
                  <a:pt x="2019061" y="436384"/>
                </a:lnTo>
                <a:lnTo>
                  <a:pt x="2028993" y="357286"/>
                </a:lnTo>
                <a:lnTo>
                  <a:pt x="2038924" y="230748"/>
                </a:lnTo>
                <a:lnTo>
                  <a:pt x="2048855" y="146105"/>
                </a:lnTo>
                <a:lnTo>
                  <a:pt x="2058787" y="166826"/>
                </a:lnTo>
                <a:lnTo>
                  <a:pt x="2068718" y="279374"/>
                </a:lnTo>
                <a:lnTo>
                  <a:pt x="2078650" y="405116"/>
                </a:lnTo>
                <a:lnTo>
                  <a:pt x="2088581" y="457887"/>
                </a:lnTo>
                <a:lnTo>
                  <a:pt x="2098512" y="399517"/>
                </a:lnTo>
                <a:lnTo>
                  <a:pt x="2108444" y="266812"/>
                </a:lnTo>
                <a:lnTo>
                  <a:pt x="2118375" y="153720"/>
                </a:lnTo>
                <a:lnTo>
                  <a:pt x="2128306" y="144665"/>
                </a:lnTo>
                <a:lnTo>
                  <a:pt x="2138238" y="245795"/>
                </a:lnTo>
                <a:lnTo>
                  <a:pt x="2148169" y="381292"/>
                </a:lnTo>
                <a:lnTo>
                  <a:pt x="2158100" y="455911"/>
                </a:lnTo>
                <a:lnTo>
                  <a:pt x="2168032" y="421095"/>
                </a:lnTo>
                <a:lnTo>
                  <a:pt x="2177963" y="301015"/>
                </a:lnTo>
                <a:lnTo>
                  <a:pt x="2187894" y="176961"/>
                </a:lnTo>
                <a:lnTo>
                  <a:pt x="2197826" y="136734"/>
                </a:lnTo>
                <a:lnTo>
                  <a:pt x="2207757" y="210700"/>
                </a:lnTo>
                <a:lnTo>
                  <a:pt x="2217688" y="344950"/>
                </a:lnTo>
                <a:lnTo>
                  <a:pt x="2227620" y="441623"/>
                </a:lnTo>
                <a:lnTo>
                  <a:pt x="2237551" y="432915"/>
                </a:lnTo>
                <a:lnTo>
                  <a:pt x="2247482" y="328715"/>
                </a:lnTo>
                <a:lnTo>
                  <a:pt x="2257414" y="206956"/>
                </a:lnTo>
                <a:lnTo>
                  <a:pt x="2267345" y="156264"/>
                </a:lnTo>
                <a:lnTo>
                  <a:pt x="2277277" y="210900"/>
                </a:lnTo>
                <a:lnTo>
                  <a:pt x="2287208" y="327114"/>
                </a:lnTo>
                <a:lnTo>
                  <a:pt x="2297139" y="418355"/>
                </a:lnTo>
                <a:lnTo>
                  <a:pt x="2307071" y="418735"/>
                </a:lnTo>
                <a:lnTo>
                  <a:pt x="2317002" y="329313"/>
                </a:lnTo>
                <a:lnTo>
                  <a:pt x="2326933" y="218428"/>
                </a:lnTo>
                <a:lnTo>
                  <a:pt x="2336865" y="171587"/>
                </a:lnTo>
                <a:lnTo>
                  <a:pt x="2346796" y="223110"/>
                </a:lnTo>
                <a:lnTo>
                  <a:pt x="2356727" y="329053"/>
                </a:lnTo>
                <a:lnTo>
                  <a:pt x="2366659" y="406973"/>
                </a:lnTo>
                <a:lnTo>
                  <a:pt x="2376590" y="401056"/>
                </a:lnTo>
                <a:lnTo>
                  <a:pt x="2386521" y="318189"/>
                </a:lnTo>
                <a:lnTo>
                  <a:pt x="2396453" y="220421"/>
                </a:lnTo>
                <a:lnTo>
                  <a:pt x="2406384" y="183141"/>
                </a:lnTo>
                <a:lnTo>
                  <a:pt x="2416315" y="237868"/>
                </a:lnTo>
                <a:lnTo>
                  <a:pt x="2426247" y="342383"/>
                </a:lnTo>
                <a:lnTo>
                  <a:pt x="2436178" y="413564"/>
                </a:lnTo>
                <a:lnTo>
                  <a:pt x="2446109" y="395964"/>
                </a:lnTo>
                <a:lnTo>
                  <a:pt x="2456041" y="302777"/>
                </a:lnTo>
                <a:lnTo>
                  <a:pt x="2465972" y="202835"/>
                </a:lnTo>
                <a:lnTo>
                  <a:pt x="2475904" y="172043"/>
                </a:lnTo>
                <a:lnTo>
                  <a:pt x="2485835" y="238129"/>
                </a:lnTo>
                <a:lnTo>
                  <a:pt x="2495766" y="354319"/>
                </a:lnTo>
                <a:lnTo>
                  <a:pt x="2505698" y="431681"/>
                </a:lnTo>
                <a:lnTo>
                  <a:pt x="2515629" y="409624"/>
                </a:lnTo>
                <a:lnTo>
                  <a:pt x="2525560" y="302219"/>
                </a:lnTo>
                <a:lnTo>
                  <a:pt x="2535492" y="185919"/>
                </a:lnTo>
                <a:lnTo>
                  <a:pt x="2545423" y="146139"/>
                </a:lnTo>
                <a:lnTo>
                  <a:pt x="2555354" y="217114"/>
                </a:lnTo>
                <a:lnTo>
                  <a:pt x="2565286" y="351618"/>
                </a:lnTo>
                <a:lnTo>
                  <a:pt x="2575217" y="451400"/>
                </a:lnTo>
                <a:lnTo>
                  <a:pt x="2585148" y="442481"/>
                </a:lnTo>
                <a:lnTo>
                  <a:pt x="2595080" y="330348"/>
                </a:lnTo>
                <a:lnTo>
                  <a:pt x="2605011" y="192330"/>
                </a:lnTo>
                <a:lnTo>
                  <a:pt x="2614942" y="124227"/>
                </a:lnTo>
                <a:lnTo>
                  <a:pt x="2624874" y="177560"/>
                </a:lnTo>
                <a:lnTo>
                  <a:pt x="2634805" y="319284"/>
                </a:lnTo>
                <a:lnTo>
                  <a:pt x="2644736" y="448479"/>
                </a:lnTo>
                <a:lnTo>
                  <a:pt x="2654668" y="471501"/>
                </a:lnTo>
                <a:lnTo>
                  <a:pt x="2664599" y="373412"/>
                </a:lnTo>
                <a:lnTo>
                  <a:pt x="2674531" y="223467"/>
                </a:lnTo>
                <a:lnTo>
                  <a:pt x="2684462" y="122675"/>
                </a:lnTo>
                <a:lnTo>
                  <a:pt x="2694393" y="139597"/>
                </a:lnTo>
                <a:lnTo>
                  <a:pt x="2704325" y="265329"/>
                </a:lnTo>
                <a:lnTo>
                  <a:pt x="2714256" y="413215"/>
                </a:lnTo>
                <a:lnTo>
                  <a:pt x="2724187" y="478607"/>
                </a:lnTo>
                <a:lnTo>
                  <a:pt x="2734119" y="418459"/>
                </a:lnTo>
                <a:lnTo>
                  <a:pt x="2744050" y="279200"/>
                </a:lnTo>
                <a:lnTo>
                  <a:pt x="2753981" y="156099"/>
                </a:lnTo>
                <a:lnTo>
                  <a:pt x="2763913" y="128956"/>
                </a:lnTo>
                <a:lnTo>
                  <a:pt x="2773844" y="214326"/>
                </a:lnTo>
                <a:lnTo>
                  <a:pt x="2783775" y="353474"/>
                </a:lnTo>
                <a:lnTo>
                  <a:pt x="2793707" y="450603"/>
                </a:lnTo>
                <a:lnTo>
                  <a:pt x="2803638" y="442877"/>
                </a:lnTo>
                <a:lnTo>
                  <a:pt x="2813569" y="342931"/>
                </a:lnTo>
                <a:lnTo>
                  <a:pt x="2823501" y="220903"/>
                </a:lnTo>
                <a:lnTo>
                  <a:pt x="2833432" y="154155"/>
                </a:lnTo>
                <a:lnTo>
                  <a:pt x="2843363" y="182234"/>
                </a:lnTo>
                <a:lnTo>
                  <a:pt x="2853295" y="282835"/>
                </a:lnTo>
                <a:lnTo>
                  <a:pt x="2863226" y="385091"/>
                </a:lnTo>
                <a:lnTo>
                  <a:pt x="2873158" y="422090"/>
                </a:lnTo>
                <a:lnTo>
                  <a:pt x="2883089" y="378714"/>
                </a:lnTo>
                <a:lnTo>
                  <a:pt x="2893020" y="291170"/>
                </a:lnTo>
                <a:lnTo>
                  <a:pt x="2902952" y="213792"/>
                </a:lnTo>
                <a:lnTo>
                  <a:pt x="2912883" y="190360"/>
                </a:lnTo>
                <a:lnTo>
                  <a:pt x="2922814" y="234047"/>
                </a:lnTo>
                <a:lnTo>
                  <a:pt x="2932746" y="315359"/>
                </a:lnTo>
                <a:lnTo>
                  <a:pt x="2942677" y="379165"/>
                </a:lnTo>
                <a:lnTo>
                  <a:pt x="2952608" y="387281"/>
                </a:lnTo>
                <a:lnTo>
                  <a:pt x="2962540" y="343062"/>
                </a:lnTo>
                <a:lnTo>
                  <a:pt x="2972471" y="278223"/>
                </a:lnTo>
                <a:lnTo>
                  <a:pt x="2982402" y="228897"/>
                </a:lnTo>
                <a:lnTo>
                  <a:pt x="2992334" y="220684"/>
                </a:lnTo>
                <a:lnTo>
                  <a:pt x="3002265" y="256495"/>
                </a:lnTo>
                <a:lnTo>
                  <a:pt x="3012196" y="312281"/>
                </a:lnTo>
                <a:lnTo>
                  <a:pt x="3022128" y="353879"/>
                </a:lnTo>
                <a:lnTo>
                  <a:pt x="3032059" y="361100"/>
                </a:lnTo>
                <a:lnTo>
                  <a:pt x="3041990" y="334725"/>
                </a:lnTo>
                <a:lnTo>
                  <a:pt x="3051922" y="289781"/>
                </a:lnTo>
                <a:lnTo>
                  <a:pt x="3061853" y="249893"/>
                </a:lnTo>
                <a:lnTo>
                  <a:pt x="3071785" y="238718"/>
                </a:lnTo>
                <a:lnTo>
                  <a:pt x="3081716" y="263932"/>
                </a:lnTo>
                <a:lnTo>
                  <a:pt x="3091647" y="309255"/>
                </a:lnTo>
                <a:lnTo>
                  <a:pt x="3101579" y="346304"/>
                </a:lnTo>
                <a:lnTo>
                  <a:pt x="3111510" y="354047"/>
                </a:lnTo>
                <a:lnTo>
                  <a:pt x="3121441" y="329344"/>
                </a:lnTo>
                <a:lnTo>
                  <a:pt x="3131373" y="286607"/>
                </a:lnTo>
                <a:lnTo>
                  <a:pt x="3141304" y="250391"/>
                </a:lnTo>
                <a:lnTo>
                  <a:pt x="3151235" y="242178"/>
                </a:lnTo>
                <a:lnTo>
                  <a:pt x="3161167" y="266487"/>
                </a:lnTo>
                <a:lnTo>
                  <a:pt x="3171098" y="306885"/>
                </a:lnTo>
                <a:lnTo>
                  <a:pt x="3181029" y="337340"/>
                </a:lnTo>
                <a:lnTo>
                  <a:pt x="3190961" y="340793"/>
                </a:lnTo>
                <a:lnTo>
                  <a:pt x="3200892" y="319386"/>
                </a:lnTo>
                <a:lnTo>
                  <a:pt x="3210823" y="289253"/>
                </a:lnTo>
                <a:lnTo>
                  <a:pt x="3220755" y="267947"/>
                </a:lnTo>
                <a:lnTo>
                  <a:pt x="3230686" y="265130"/>
                </a:lnTo>
                <a:lnTo>
                  <a:pt x="3240617" y="278964"/>
                </a:lnTo>
                <a:lnTo>
                  <a:pt x="3250549" y="298373"/>
                </a:lnTo>
                <a:lnTo>
                  <a:pt x="3260480" y="311775"/>
                </a:lnTo>
                <a:lnTo>
                  <a:pt x="3270412" y="315310"/>
                </a:lnTo>
                <a:lnTo>
                  <a:pt x="3280343" y="311798"/>
                </a:lnTo>
                <a:lnTo>
                  <a:pt x="3290274" y="304944"/>
                </a:lnTo>
                <a:lnTo>
                  <a:pt x="3300206" y="297518"/>
                </a:lnTo>
                <a:lnTo>
                  <a:pt x="3310137" y="290561"/>
                </a:lnTo>
                <a:lnTo>
                  <a:pt x="3320068" y="281711"/>
                </a:lnTo>
                <a:lnTo>
                  <a:pt x="3330000" y="271371"/>
                </a:lnTo>
                <a:lnTo>
                  <a:pt x="3339931" y="271505"/>
                </a:lnTo>
                <a:lnTo>
                  <a:pt x="3349862" y="295534"/>
                </a:lnTo>
                <a:lnTo>
                  <a:pt x="3359794" y="334984"/>
                </a:lnTo>
                <a:lnTo>
                  <a:pt x="3369725" y="359226"/>
                </a:lnTo>
                <a:lnTo>
                  <a:pt x="3379656" y="344687"/>
                </a:lnTo>
                <a:lnTo>
                  <a:pt x="3389588" y="296059"/>
                </a:lnTo>
                <a:lnTo>
                  <a:pt x="3399519" y="240334"/>
                </a:lnTo>
                <a:lnTo>
                  <a:pt x="3409450" y="212261"/>
                </a:lnTo>
                <a:lnTo>
                  <a:pt x="3419382" y="238982"/>
                </a:lnTo>
                <a:lnTo>
                  <a:pt x="3429313" y="316156"/>
                </a:lnTo>
                <a:lnTo>
                  <a:pt x="3439245" y="395923"/>
                </a:lnTo>
                <a:lnTo>
                  <a:pt x="3449176" y="416612"/>
                </a:lnTo>
                <a:lnTo>
                  <a:pt x="3459107" y="354291"/>
                </a:lnTo>
                <a:lnTo>
                  <a:pt x="3469039" y="244428"/>
                </a:lnTo>
                <a:lnTo>
                  <a:pt x="3478970" y="157979"/>
                </a:lnTo>
                <a:lnTo>
                  <a:pt x="3488901" y="156651"/>
                </a:lnTo>
                <a:lnTo>
                  <a:pt x="3498833" y="252318"/>
                </a:lnTo>
                <a:lnTo>
                  <a:pt x="3508764" y="390717"/>
                </a:lnTo>
                <a:lnTo>
                  <a:pt x="3518695" y="479116"/>
                </a:lnTo>
                <a:lnTo>
                  <a:pt x="3528627" y="449701"/>
                </a:lnTo>
                <a:lnTo>
                  <a:pt x="3538558" y="312622"/>
                </a:lnTo>
                <a:lnTo>
                  <a:pt x="3548489" y="155381"/>
                </a:lnTo>
                <a:lnTo>
                  <a:pt x="3558421" y="86011"/>
                </a:lnTo>
                <a:lnTo>
                  <a:pt x="3568352" y="157623"/>
                </a:lnTo>
                <a:lnTo>
                  <a:pt x="3578283" y="327991"/>
                </a:lnTo>
                <a:lnTo>
                  <a:pt x="3588215" y="486208"/>
                </a:lnTo>
                <a:lnTo>
                  <a:pt x="3598146" y="526842"/>
                </a:lnTo>
                <a:lnTo>
                  <a:pt x="3608077" y="418169"/>
                </a:lnTo>
                <a:lnTo>
                  <a:pt x="3618009" y="224136"/>
                </a:lnTo>
                <a:lnTo>
                  <a:pt x="3627940" y="69504"/>
                </a:lnTo>
                <a:lnTo>
                  <a:pt x="3637872" y="61541"/>
                </a:lnTo>
                <a:lnTo>
                  <a:pt x="3647803" y="212721"/>
                </a:lnTo>
                <a:lnTo>
                  <a:pt x="3657734" y="425257"/>
                </a:lnTo>
                <a:lnTo>
                  <a:pt x="3667666" y="556645"/>
                </a:lnTo>
                <a:lnTo>
                  <a:pt x="3677597" y="517265"/>
                </a:lnTo>
                <a:lnTo>
                  <a:pt x="3687528" y="330487"/>
                </a:lnTo>
                <a:lnTo>
                  <a:pt x="3697460" y="118599"/>
                </a:lnTo>
                <a:lnTo>
                  <a:pt x="3707391" y="22860"/>
                </a:lnTo>
                <a:lnTo>
                  <a:pt x="3717322" y="107554"/>
                </a:lnTo>
                <a:lnTo>
                  <a:pt x="3727254" y="316453"/>
                </a:lnTo>
                <a:lnTo>
                  <a:pt x="3737185" y="512870"/>
                </a:lnTo>
                <a:lnTo>
                  <a:pt x="3747116" y="569624"/>
                </a:lnTo>
                <a:lnTo>
                  <a:pt x="3757048" y="449335"/>
                </a:lnTo>
                <a:lnTo>
                  <a:pt x="3766979" y="230534"/>
                </a:lnTo>
                <a:lnTo>
                  <a:pt x="3776910" y="58922"/>
                </a:lnTo>
                <a:lnTo>
                  <a:pt x="3786842" y="46977"/>
                </a:lnTo>
                <a:lnTo>
                  <a:pt x="3796773" y="196663"/>
                </a:lnTo>
                <a:lnTo>
                  <a:pt x="3806704" y="406123"/>
                </a:lnTo>
                <a:lnTo>
                  <a:pt x="3816636" y="542853"/>
                </a:lnTo>
                <a:lnTo>
                  <a:pt x="3826567" y="523639"/>
                </a:lnTo>
                <a:lnTo>
                  <a:pt x="3836499" y="362642"/>
                </a:lnTo>
                <a:lnTo>
                  <a:pt x="3846430" y="165594"/>
                </a:lnTo>
                <a:lnTo>
                  <a:pt x="3856361" y="60618"/>
                </a:lnTo>
                <a:lnTo>
                  <a:pt x="3866293" y="108871"/>
                </a:lnTo>
                <a:lnTo>
                  <a:pt x="3876224" y="270018"/>
                </a:lnTo>
                <a:lnTo>
                  <a:pt x="3886155" y="440626"/>
                </a:lnTo>
                <a:lnTo>
                  <a:pt x="3896087" y="518658"/>
                </a:lnTo>
                <a:lnTo>
                  <a:pt x="3906018" y="457877"/>
                </a:lnTo>
                <a:lnTo>
                  <a:pt x="3915949" y="298317"/>
                </a:lnTo>
                <a:lnTo>
                  <a:pt x="3925881" y="145421"/>
                </a:lnTo>
                <a:lnTo>
                  <a:pt x="3935812" y="95039"/>
                </a:lnTo>
                <a:lnTo>
                  <a:pt x="3945743" y="167818"/>
                </a:lnTo>
                <a:lnTo>
                  <a:pt x="3955675" y="309775"/>
                </a:lnTo>
                <a:lnTo>
                  <a:pt x="3965606" y="436881"/>
                </a:lnTo>
                <a:lnTo>
                  <a:pt x="3975537" y="478070"/>
                </a:lnTo>
                <a:lnTo>
                  <a:pt x="3985469" y="409855"/>
                </a:lnTo>
                <a:lnTo>
                  <a:pt x="3995400" y="275463"/>
                </a:lnTo>
                <a:lnTo>
                  <a:pt x="4005331" y="159966"/>
                </a:lnTo>
                <a:lnTo>
                  <a:pt x="4015263" y="130767"/>
                </a:lnTo>
                <a:lnTo>
                  <a:pt x="4025194" y="197920"/>
                </a:lnTo>
                <a:lnTo>
                  <a:pt x="4035126" y="318818"/>
                </a:lnTo>
                <a:lnTo>
                  <a:pt x="4045057" y="424897"/>
                </a:lnTo>
                <a:lnTo>
                  <a:pt x="4054988" y="455100"/>
                </a:lnTo>
                <a:lnTo>
                  <a:pt x="4064920" y="391871"/>
                </a:lnTo>
                <a:lnTo>
                  <a:pt x="4074851" y="274809"/>
                </a:lnTo>
                <a:lnTo>
                  <a:pt x="4084782" y="173590"/>
                </a:lnTo>
                <a:lnTo>
                  <a:pt x="4094714" y="144573"/>
                </a:lnTo>
                <a:lnTo>
                  <a:pt x="4104645" y="203800"/>
                </a:lnTo>
                <a:lnTo>
                  <a:pt x="4114576" y="320055"/>
                </a:lnTo>
                <a:lnTo>
                  <a:pt x="4124508" y="426247"/>
                </a:lnTo>
                <a:lnTo>
                  <a:pt x="4134439" y="456006"/>
                </a:lnTo>
                <a:lnTo>
                  <a:pt x="4144370" y="389244"/>
                </a:lnTo>
                <a:lnTo>
                  <a:pt x="4154302" y="267412"/>
                </a:lnTo>
                <a:lnTo>
                  <a:pt x="4164233" y="164606"/>
                </a:lnTo>
                <a:lnTo>
                  <a:pt x="4174164" y="141064"/>
                </a:lnTo>
                <a:lnTo>
                  <a:pt x="4184096" y="210281"/>
                </a:lnTo>
                <a:lnTo>
                  <a:pt x="4194027" y="332724"/>
                </a:lnTo>
                <a:lnTo>
                  <a:pt x="4203958" y="436774"/>
                </a:lnTo>
                <a:lnTo>
                  <a:pt x="4213890" y="458467"/>
                </a:lnTo>
                <a:lnTo>
                  <a:pt x="4223821" y="380872"/>
                </a:lnTo>
                <a:lnTo>
                  <a:pt x="4233753" y="249296"/>
                </a:lnTo>
                <a:lnTo>
                  <a:pt x="4243684" y="146853"/>
                </a:lnTo>
                <a:lnTo>
                  <a:pt x="4253615" y="140021"/>
                </a:lnTo>
                <a:lnTo>
                  <a:pt x="4263547" y="232794"/>
                </a:lnTo>
                <a:lnTo>
                  <a:pt x="4273478" y="365639"/>
                </a:lnTo>
                <a:lnTo>
                  <a:pt x="4283409" y="456050"/>
                </a:lnTo>
                <a:lnTo>
                  <a:pt x="4293341" y="448211"/>
                </a:lnTo>
                <a:lnTo>
                  <a:pt x="4303272" y="345425"/>
                </a:lnTo>
                <a:lnTo>
                  <a:pt x="4313203" y="211096"/>
                </a:lnTo>
                <a:lnTo>
                  <a:pt x="4323135" y="131247"/>
                </a:lnTo>
                <a:lnTo>
                  <a:pt x="4333066" y="156933"/>
                </a:lnTo>
                <a:lnTo>
                  <a:pt x="4342997" y="270224"/>
                </a:lnTo>
                <a:lnTo>
                  <a:pt x="4352929" y="398798"/>
                </a:lnTo>
                <a:lnTo>
                  <a:pt x="4362860" y="462474"/>
                </a:lnTo>
                <a:lnTo>
                  <a:pt x="4372791" y="421233"/>
                </a:lnTo>
                <a:lnTo>
                  <a:pt x="4382723" y="301477"/>
                </a:lnTo>
                <a:lnTo>
                  <a:pt x="4392654" y="181346"/>
                </a:lnTo>
                <a:lnTo>
                  <a:pt x="4402585" y="137647"/>
                </a:lnTo>
                <a:lnTo>
                  <a:pt x="4412517" y="194505"/>
                </a:lnTo>
                <a:lnTo>
                  <a:pt x="4422448" y="313383"/>
                </a:lnTo>
                <a:lnTo>
                  <a:pt x="4432380" y="421288"/>
                </a:lnTo>
                <a:lnTo>
                  <a:pt x="4442311" y="452046"/>
                </a:lnTo>
                <a:lnTo>
                  <a:pt x="4452242" y="385322"/>
                </a:lnTo>
                <a:lnTo>
                  <a:pt x="4462174" y="264388"/>
                </a:lnTo>
                <a:lnTo>
                  <a:pt x="4472105" y="169314"/>
                </a:lnTo>
                <a:lnTo>
                  <a:pt x="4482036" y="159375"/>
                </a:lnTo>
                <a:lnTo>
                  <a:pt x="4491968" y="235477"/>
                </a:lnTo>
                <a:lnTo>
                  <a:pt x="4501899" y="348164"/>
                </a:lnTo>
                <a:lnTo>
                  <a:pt x="4511830" y="430175"/>
                </a:lnTo>
                <a:lnTo>
                  <a:pt x="4521762" y="431212"/>
                </a:lnTo>
                <a:lnTo>
                  <a:pt x="4531693" y="348354"/>
                </a:lnTo>
                <a:lnTo>
                  <a:pt x="4541624" y="234124"/>
                </a:lnTo>
                <a:lnTo>
                  <a:pt x="4551556" y="163339"/>
                </a:lnTo>
                <a:lnTo>
                  <a:pt x="4561487" y="179970"/>
                </a:lnTo>
                <a:lnTo>
                  <a:pt x="4571418" y="269943"/>
                </a:lnTo>
                <a:lnTo>
                  <a:pt x="4581350" y="375542"/>
                </a:lnTo>
                <a:lnTo>
                  <a:pt x="4591281" y="431276"/>
                </a:lnTo>
                <a:lnTo>
                  <a:pt x="4601212" y="401100"/>
                </a:lnTo>
                <a:lnTo>
                  <a:pt x="4611144" y="303019"/>
                </a:lnTo>
                <a:lnTo>
                  <a:pt x="4621075" y="201728"/>
                </a:lnTo>
                <a:lnTo>
                  <a:pt x="4631007" y="164924"/>
                </a:lnTo>
                <a:lnTo>
                  <a:pt x="4640938" y="215366"/>
                </a:lnTo>
                <a:lnTo>
                  <a:pt x="4650869" y="318229"/>
                </a:lnTo>
                <a:lnTo>
                  <a:pt x="4660801" y="407812"/>
                </a:lnTo>
                <a:lnTo>
                  <a:pt x="4670732" y="427816"/>
                </a:lnTo>
                <a:lnTo>
                  <a:pt x="4680663" y="363493"/>
                </a:lnTo>
                <a:lnTo>
                  <a:pt x="4690595" y="254036"/>
                </a:lnTo>
                <a:lnTo>
                  <a:pt x="4700526" y="172734"/>
                </a:lnTo>
                <a:lnTo>
                  <a:pt x="4710457" y="176885"/>
                </a:lnTo>
                <a:lnTo>
                  <a:pt x="4720389" y="263290"/>
                </a:lnTo>
                <a:lnTo>
                  <a:pt x="4730320" y="370880"/>
                </a:lnTo>
                <a:lnTo>
                  <a:pt x="4740251" y="427661"/>
                </a:lnTo>
                <a:lnTo>
                  <a:pt x="4750183" y="398635"/>
                </a:lnTo>
                <a:lnTo>
                  <a:pt x="4760114" y="303174"/>
                </a:lnTo>
                <a:lnTo>
                  <a:pt x="4770045" y="202626"/>
                </a:lnTo>
                <a:lnTo>
                  <a:pt x="4779977" y="165935"/>
                </a:lnTo>
                <a:lnTo>
                  <a:pt x="4789908" y="222888"/>
                </a:lnTo>
                <a:lnTo>
                  <a:pt x="4799839" y="336229"/>
                </a:lnTo>
                <a:lnTo>
                  <a:pt x="4809771" y="425469"/>
                </a:lnTo>
                <a:lnTo>
                  <a:pt x="4819702" y="427806"/>
                </a:lnTo>
                <a:lnTo>
                  <a:pt x="4829634" y="342418"/>
                </a:lnTo>
                <a:lnTo>
                  <a:pt x="4839565" y="227006"/>
                </a:lnTo>
                <a:lnTo>
                  <a:pt x="4849496" y="159337"/>
                </a:lnTo>
                <a:lnTo>
                  <a:pt x="4859428" y="188354"/>
                </a:lnTo>
                <a:lnTo>
                  <a:pt x="4869359" y="297831"/>
                </a:lnTo>
                <a:lnTo>
                  <a:pt x="4879290" y="411301"/>
                </a:lnTo>
                <a:lnTo>
                  <a:pt x="4889222" y="446460"/>
                </a:lnTo>
                <a:lnTo>
                  <a:pt x="4899153" y="377895"/>
                </a:lnTo>
                <a:lnTo>
                  <a:pt x="4909084" y="253872"/>
                </a:lnTo>
                <a:lnTo>
                  <a:pt x="4919016" y="159277"/>
                </a:lnTo>
                <a:lnTo>
                  <a:pt x="4928947" y="159276"/>
                </a:lnTo>
                <a:lnTo>
                  <a:pt x="4938878" y="257233"/>
                </a:lnTo>
                <a:lnTo>
                  <a:pt x="4948810" y="388082"/>
                </a:lnTo>
                <a:lnTo>
                  <a:pt x="4958741" y="459024"/>
                </a:lnTo>
                <a:lnTo>
                  <a:pt x="4968672" y="417654"/>
                </a:lnTo>
                <a:lnTo>
                  <a:pt x="4978604" y="292672"/>
                </a:lnTo>
                <a:lnTo>
                  <a:pt x="4988535" y="170987"/>
                </a:lnTo>
                <a:lnTo>
                  <a:pt x="4998466" y="134791"/>
                </a:lnTo>
                <a:lnTo>
                  <a:pt x="5008398" y="208995"/>
                </a:lnTo>
                <a:lnTo>
                  <a:pt x="5018329" y="346494"/>
                </a:lnTo>
                <a:lnTo>
                  <a:pt x="5028261" y="454738"/>
                </a:lnTo>
                <a:lnTo>
                  <a:pt x="5038192" y="455507"/>
                </a:lnTo>
                <a:lnTo>
                  <a:pt x="5048123" y="344601"/>
                </a:lnTo>
                <a:lnTo>
                  <a:pt x="5058055" y="199884"/>
                </a:lnTo>
                <a:lnTo>
                  <a:pt x="5067986" y="122957"/>
                </a:lnTo>
                <a:lnTo>
                  <a:pt x="5077917" y="164418"/>
                </a:lnTo>
                <a:lnTo>
                  <a:pt x="5087849" y="293949"/>
                </a:lnTo>
                <a:lnTo>
                  <a:pt x="5097780" y="426419"/>
                </a:lnTo>
              </a:path>
            </a:pathLst>
          </a:custGeom>
          <a:solidFill>
            <a:srgbClr val="FFFFFF">
              <a:alpha val="0"/>
            </a:srgbClr>
          </a:solidFill>
          <a:ln w="13335" cap="rnd">
            <a:solidFill>
              <a:srgbClr val="17313B"/>
            </a:solidFill>
            <a:prstDash val="solid"/>
          </a:ln>
        </p:spPr>
      </p:sp>
      <p:sp>
        <p:nvSpPr>
          <p:cNvPr id="41" name="wave_7"/>
          <p:cNvSpPr/>
          <p:nvPr/>
        </p:nvSpPr>
        <p:spPr>
          <a:xfrm>
            <a:off x="882396" y="4288797"/>
            <a:ext cx="5120640" cy="590497"/>
          </a:xfrm>
          <a:custGeom>
            <a:avLst/>
            <a:gdLst/>
            <a:ahLst/>
            <a:cxnLst/>
            <a:rect l="l" t="t" r="r" b="b"/>
            <a:pathLst>
              <a:path w="5120640" h="590497" fill="none" stroke="1" extrusionOk="0">
                <a:moveTo>
                  <a:pt x="22860" y="199535"/>
                </a:moveTo>
                <a:lnTo>
                  <a:pt x="32791" y="316359"/>
                </a:lnTo>
                <a:lnTo>
                  <a:pt x="42723" y="428305"/>
                </a:lnTo>
                <a:lnTo>
                  <a:pt x="52654" y="451417"/>
                </a:lnTo>
                <a:lnTo>
                  <a:pt x="62585" y="361764"/>
                </a:lnTo>
                <a:lnTo>
                  <a:pt x="72517" y="218681"/>
                </a:lnTo>
                <a:lnTo>
                  <a:pt x="82448" y="125116"/>
                </a:lnTo>
                <a:lnTo>
                  <a:pt x="92379" y="151841"/>
                </a:lnTo>
                <a:lnTo>
                  <a:pt x="102311" y="284091"/>
                </a:lnTo>
                <a:lnTo>
                  <a:pt x="112242" y="430602"/>
                </a:lnTo>
                <a:lnTo>
                  <a:pt x="122174" y="487118"/>
                </a:lnTo>
                <a:lnTo>
                  <a:pt x="132105" y="410027"/>
                </a:lnTo>
                <a:lnTo>
                  <a:pt x="142036" y="249755"/>
                </a:lnTo>
                <a:lnTo>
                  <a:pt x="151968" y="118152"/>
                </a:lnTo>
                <a:lnTo>
                  <a:pt x="161899" y="109788"/>
                </a:lnTo>
                <a:lnTo>
                  <a:pt x="171830" y="233448"/>
                </a:lnTo>
                <a:lnTo>
                  <a:pt x="181762" y="404385"/>
                </a:lnTo>
                <a:lnTo>
                  <a:pt x="191693" y="503054"/>
                </a:lnTo>
                <a:lnTo>
                  <a:pt x="201624" y="458989"/>
                </a:lnTo>
                <a:lnTo>
                  <a:pt x="211556" y="301413"/>
                </a:lnTo>
                <a:lnTo>
                  <a:pt x="221487" y="139861"/>
                </a:lnTo>
                <a:lnTo>
                  <a:pt x="231418" y="86941"/>
                </a:lnTo>
                <a:lnTo>
                  <a:pt x="241350" y="178798"/>
                </a:lnTo>
                <a:lnTo>
                  <a:pt x="251281" y="350770"/>
                </a:lnTo>
                <a:lnTo>
                  <a:pt x="261212" y="483722"/>
                </a:lnTo>
                <a:lnTo>
                  <a:pt x="271144" y="486648"/>
                </a:lnTo>
                <a:lnTo>
                  <a:pt x="281075" y="358987"/>
                </a:lnTo>
                <a:lnTo>
                  <a:pt x="291006" y="190492"/>
                </a:lnTo>
                <a:lnTo>
                  <a:pt x="300938" y="97926"/>
                </a:lnTo>
                <a:lnTo>
                  <a:pt x="310869" y="143005"/>
                </a:lnTo>
                <a:lnTo>
                  <a:pt x="320801" y="290978"/>
                </a:lnTo>
                <a:lnTo>
                  <a:pt x="330732" y="438137"/>
                </a:lnTo>
                <a:lnTo>
                  <a:pt x="340663" y="485150"/>
                </a:lnTo>
                <a:lnTo>
                  <a:pt x="350595" y="403807"/>
                </a:lnTo>
                <a:lnTo>
                  <a:pt x="360526" y="253498"/>
                </a:lnTo>
                <a:lnTo>
                  <a:pt x="370457" y="138291"/>
                </a:lnTo>
                <a:lnTo>
                  <a:pt x="380389" y="134575"/>
                </a:lnTo>
                <a:lnTo>
                  <a:pt x="390320" y="239791"/>
                </a:lnTo>
                <a:lnTo>
                  <a:pt x="400251" y="377766"/>
                </a:lnTo>
                <a:lnTo>
                  <a:pt x="410183" y="454424"/>
                </a:lnTo>
                <a:lnTo>
                  <a:pt x="420114" y="422343"/>
                </a:lnTo>
                <a:lnTo>
                  <a:pt x="430045" y="309576"/>
                </a:lnTo>
                <a:lnTo>
                  <a:pt x="439977" y="195804"/>
                </a:lnTo>
                <a:lnTo>
                  <a:pt x="449908" y="155665"/>
                </a:lnTo>
                <a:lnTo>
                  <a:pt x="459839" y="209991"/>
                </a:lnTo>
                <a:lnTo>
                  <a:pt x="469771" y="316687"/>
                </a:lnTo>
                <a:lnTo>
                  <a:pt x="479702" y="403093"/>
                </a:lnTo>
                <a:lnTo>
                  <a:pt x="489633" y="414953"/>
                </a:lnTo>
                <a:lnTo>
                  <a:pt x="499565" y="349905"/>
                </a:lnTo>
                <a:lnTo>
                  <a:pt x="509496" y="255494"/>
                </a:lnTo>
                <a:lnTo>
                  <a:pt x="519428" y="194766"/>
                </a:lnTo>
                <a:lnTo>
                  <a:pt x="529359" y="203995"/>
                </a:lnTo>
                <a:lnTo>
                  <a:pt x="539290" y="271420"/>
                </a:lnTo>
                <a:lnTo>
                  <a:pt x="549222" y="349057"/>
                </a:lnTo>
                <a:lnTo>
                  <a:pt x="559153" y="386650"/>
                </a:lnTo>
                <a:lnTo>
                  <a:pt x="569084" y="364139"/>
                </a:lnTo>
                <a:lnTo>
                  <a:pt x="579016" y="301835"/>
                </a:lnTo>
                <a:lnTo>
                  <a:pt x="588947" y="243073"/>
                </a:lnTo>
                <a:lnTo>
                  <a:pt x="598878" y="223791"/>
                </a:lnTo>
                <a:lnTo>
                  <a:pt x="608810" y="251362"/>
                </a:lnTo>
                <a:lnTo>
                  <a:pt x="618741" y="304159"/>
                </a:lnTo>
                <a:lnTo>
                  <a:pt x="628672" y="347648"/>
                </a:lnTo>
                <a:lnTo>
                  <a:pt x="638604" y="355971"/>
                </a:lnTo>
                <a:lnTo>
                  <a:pt x="648535" y="327276"/>
                </a:lnTo>
                <a:lnTo>
                  <a:pt x="658466" y="283068"/>
                </a:lnTo>
                <a:lnTo>
                  <a:pt x="668398" y="251898"/>
                </a:lnTo>
                <a:lnTo>
                  <a:pt x="678329" y="250569"/>
                </a:lnTo>
                <a:lnTo>
                  <a:pt x="688260" y="276233"/>
                </a:lnTo>
                <a:lnTo>
                  <a:pt x="698192" y="311084"/>
                </a:lnTo>
                <a:lnTo>
                  <a:pt x="708123" y="333963"/>
                </a:lnTo>
                <a:lnTo>
                  <a:pt x="718055" y="332792"/>
                </a:lnTo>
                <a:lnTo>
                  <a:pt x="727986" y="311102"/>
                </a:lnTo>
                <a:lnTo>
                  <a:pt x="737917" y="283995"/>
                </a:lnTo>
                <a:lnTo>
                  <a:pt x="747849" y="267402"/>
                </a:lnTo>
                <a:lnTo>
                  <a:pt x="757780" y="269323"/>
                </a:lnTo>
                <a:lnTo>
                  <a:pt x="767711" y="286840"/>
                </a:lnTo>
                <a:lnTo>
                  <a:pt x="777643" y="308364"/>
                </a:lnTo>
                <a:lnTo>
                  <a:pt x="787574" y="320785"/>
                </a:lnTo>
                <a:lnTo>
                  <a:pt x="797505" y="318029"/>
                </a:lnTo>
                <a:lnTo>
                  <a:pt x="807437" y="303960"/>
                </a:lnTo>
                <a:lnTo>
                  <a:pt x="817368" y="287999"/>
                </a:lnTo>
                <a:lnTo>
                  <a:pt x="827299" y="279018"/>
                </a:lnTo>
                <a:lnTo>
                  <a:pt x="837231" y="281066"/>
                </a:lnTo>
                <a:lnTo>
                  <a:pt x="847162" y="291123"/>
                </a:lnTo>
                <a:lnTo>
                  <a:pt x="857093" y="301343"/>
                </a:lnTo>
                <a:lnTo>
                  <a:pt x="867025" y="306067"/>
                </a:lnTo>
                <a:lnTo>
                  <a:pt x="876956" y="305898"/>
                </a:lnTo>
                <a:lnTo>
                  <a:pt x="886887" y="303874"/>
                </a:lnTo>
                <a:lnTo>
                  <a:pt x="896819" y="300603"/>
                </a:lnTo>
                <a:lnTo>
                  <a:pt x="906750" y="295411"/>
                </a:lnTo>
                <a:lnTo>
                  <a:pt x="916682" y="289456"/>
                </a:lnTo>
                <a:lnTo>
                  <a:pt x="926613" y="285444"/>
                </a:lnTo>
                <a:lnTo>
                  <a:pt x="936544" y="286124"/>
                </a:lnTo>
                <a:lnTo>
                  <a:pt x="946476" y="293573"/>
                </a:lnTo>
                <a:lnTo>
                  <a:pt x="956407" y="306697"/>
                </a:lnTo>
                <a:lnTo>
                  <a:pt x="966338" y="318380"/>
                </a:lnTo>
                <a:lnTo>
                  <a:pt x="976270" y="318486"/>
                </a:lnTo>
                <a:lnTo>
                  <a:pt x="986201" y="302604"/>
                </a:lnTo>
                <a:lnTo>
                  <a:pt x="996132" y="278178"/>
                </a:lnTo>
                <a:lnTo>
                  <a:pt x="1006064" y="261563"/>
                </a:lnTo>
                <a:lnTo>
                  <a:pt x="1015995" y="267130"/>
                </a:lnTo>
                <a:lnTo>
                  <a:pt x="1025926" y="295407"/>
                </a:lnTo>
                <a:lnTo>
                  <a:pt x="1035858" y="329659"/>
                </a:lnTo>
                <a:lnTo>
                  <a:pt x="1045789" y="345787"/>
                </a:lnTo>
                <a:lnTo>
                  <a:pt x="1055720" y="329418"/>
                </a:lnTo>
                <a:lnTo>
                  <a:pt x="1065652" y="287613"/>
                </a:lnTo>
                <a:lnTo>
                  <a:pt x="1075583" y="246772"/>
                </a:lnTo>
                <a:lnTo>
                  <a:pt x="1085514" y="236619"/>
                </a:lnTo>
                <a:lnTo>
                  <a:pt x="1095446" y="268634"/>
                </a:lnTo>
                <a:lnTo>
                  <a:pt x="1105377" y="324416"/>
                </a:lnTo>
                <a:lnTo>
                  <a:pt x="1115309" y="365967"/>
                </a:lnTo>
                <a:lnTo>
                  <a:pt x="1125240" y="362217"/>
                </a:lnTo>
                <a:lnTo>
                  <a:pt x="1135171" y="311855"/>
                </a:lnTo>
                <a:lnTo>
                  <a:pt x="1145103" y="246360"/>
                </a:lnTo>
                <a:lnTo>
                  <a:pt x="1155034" y="211065"/>
                </a:lnTo>
                <a:lnTo>
                  <a:pt x="1164965" y="234331"/>
                </a:lnTo>
                <a:lnTo>
                  <a:pt x="1174897" y="304536"/>
                </a:lnTo>
                <a:lnTo>
                  <a:pt x="1184828" y="374447"/>
                </a:lnTo>
                <a:lnTo>
                  <a:pt x="1194759" y="393603"/>
                </a:lnTo>
                <a:lnTo>
                  <a:pt x="1204691" y="345227"/>
                </a:lnTo>
                <a:lnTo>
                  <a:pt x="1214622" y="259942"/>
                </a:lnTo>
                <a:lnTo>
                  <a:pt x="1224553" y="196358"/>
                </a:lnTo>
                <a:lnTo>
                  <a:pt x="1234485" y="200887"/>
                </a:lnTo>
                <a:lnTo>
                  <a:pt x="1244416" y="273564"/>
                </a:lnTo>
                <a:lnTo>
                  <a:pt x="1254347" y="365532"/>
                </a:lnTo>
                <a:lnTo>
                  <a:pt x="1264279" y="412326"/>
                </a:lnTo>
                <a:lnTo>
                  <a:pt x="1274210" y="379285"/>
                </a:lnTo>
                <a:lnTo>
                  <a:pt x="1284141" y="286685"/>
                </a:lnTo>
                <a:lnTo>
                  <a:pt x="1294073" y="197662"/>
                </a:lnTo>
                <a:lnTo>
                  <a:pt x="1304004" y="175843"/>
                </a:lnTo>
                <a:lnTo>
                  <a:pt x="1313936" y="239475"/>
                </a:lnTo>
                <a:lnTo>
                  <a:pt x="1323867" y="345429"/>
                </a:lnTo>
                <a:lnTo>
                  <a:pt x="1333798" y="418657"/>
                </a:lnTo>
                <a:lnTo>
                  <a:pt x="1343730" y="406563"/>
                </a:lnTo>
                <a:lnTo>
                  <a:pt x="1353661" y="316938"/>
                </a:lnTo>
                <a:lnTo>
                  <a:pt x="1363592" y="212167"/>
                </a:lnTo>
                <a:lnTo>
                  <a:pt x="1373524" y="165463"/>
                </a:lnTo>
                <a:lnTo>
                  <a:pt x="1383455" y="209897"/>
                </a:lnTo>
                <a:lnTo>
                  <a:pt x="1393386" y="315037"/>
                </a:lnTo>
                <a:lnTo>
                  <a:pt x="1403318" y="407786"/>
                </a:lnTo>
                <a:lnTo>
                  <a:pt x="1413249" y="423306"/>
                </a:lnTo>
                <a:lnTo>
                  <a:pt x="1423180" y="350457"/>
                </a:lnTo>
                <a:lnTo>
                  <a:pt x="1433112" y="240109"/>
                </a:lnTo>
                <a:lnTo>
                  <a:pt x="1443043" y="169882"/>
                </a:lnTo>
                <a:lnTo>
                  <a:pt x="1452974" y="189071"/>
                </a:lnTo>
                <a:lnTo>
                  <a:pt x="1462906" y="283364"/>
                </a:lnTo>
                <a:lnTo>
                  <a:pt x="1472837" y="385811"/>
                </a:lnTo>
                <a:lnTo>
                  <a:pt x="1482768" y="425176"/>
                </a:lnTo>
                <a:lnTo>
                  <a:pt x="1492700" y="375464"/>
                </a:lnTo>
                <a:lnTo>
                  <a:pt x="1502631" y="272590"/>
                </a:lnTo>
                <a:lnTo>
                  <a:pt x="1512563" y="188505"/>
                </a:lnTo>
                <a:lnTo>
                  <a:pt x="1522494" y="180806"/>
                </a:lnTo>
                <a:lnTo>
                  <a:pt x="1532425" y="252793"/>
                </a:lnTo>
                <a:lnTo>
                  <a:pt x="1542357" y="352582"/>
                </a:lnTo>
                <a:lnTo>
                  <a:pt x="1552288" y="410949"/>
                </a:lnTo>
                <a:lnTo>
                  <a:pt x="1562219" y="389437"/>
                </a:lnTo>
                <a:lnTo>
                  <a:pt x="1572151" y="305713"/>
                </a:lnTo>
                <a:lnTo>
                  <a:pt x="1582082" y="219949"/>
                </a:lnTo>
                <a:lnTo>
                  <a:pt x="1592013" y="191231"/>
                </a:lnTo>
                <a:lnTo>
                  <a:pt x="1601945" y="235426"/>
                </a:lnTo>
                <a:lnTo>
                  <a:pt x="1611876" y="317108"/>
                </a:lnTo>
                <a:lnTo>
                  <a:pt x="1621807" y="379336"/>
                </a:lnTo>
                <a:lnTo>
                  <a:pt x="1631739" y="383674"/>
                </a:lnTo>
                <a:lnTo>
                  <a:pt x="1641670" y="331904"/>
                </a:lnTo>
                <a:lnTo>
                  <a:pt x="1651601" y="261209"/>
                </a:lnTo>
                <a:lnTo>
                  <a:pt x="1661533" y="218743"/>
                </a:lnTo>
                <a:lnTo>
                  <a:pt x="1671464" y="229667"/>
                </a:lnTo>
                <a:lnTo>
                  <a:pt x="1681395" y="281080"/>
                </a:lnTo>
                <a:lnTo>
                  <a:pt x="1691327" y="335648"/>
                </a:lnTo>
                <a:lnTo>
                  <a:pt x="1701258" y="360798"/>
                </a:lnTo>
                <a:lnTo>
                  <a:pt x="1711190" y="346967"/>
                </a:lnTo>
                <a:lnTo>
                  <a:pt x="1721121" y="306778"/>
                </a:lnTo>
                <a:lnTo>
                  <a:pt x="1731052" y="264768"/>
                </a:lnTo>
                <a:lnTo>
                  <a:pt x="1740984" y="244275"/>
                </a:lnTo>
                <a:lnTo>
                  <a:pt x="1750915" y="254464"/>
                </a:lnTo>
                <a:lnTo>
                  <a:pt x="1760846" y="286085"/>
                </a:lnTo>
                <a:lnTo>
                  <a:pt x="1770778" y="320437"/>
                </a:lnTo>
                <a:lnTo>
                  <a:pt x="1780709" y="341519"/>
                </a:lnTo>
                <a:lnTo>
                  <a:pt x="1790640" y="340812"/>
                </a:lnTo>
                <a:lnTo>
                  <a:pt x="1800572" y="317629"/>
                </a:lnTo>
                <a:lnTo>
                  <a:pt x="1810503" y="281069"/>
                </a:lnTo>
                <a:lnTo>
                  <a:pt x="1820434" y="249567"/>
                </a:lnTo>
                <a:lnTo>
                  <a:pt x="1830366" y="242417"/>
                </a:lnTo>
                <a:lnTo>
                  <a:pt x="1840297" y="267517"/>
                </a:lnTo>
                <a:lnTo>
                  <a:pt x="1850228" y="314425"/>
                </a:lnTo>
                <a:lnTo>
                  <a:pt x="1860160" y="357187"/>
                </a:lnTo>
                <a:lnTo>
                  <a:pt x="1870091" y="366940"/>
                </a:lnTo>
                <a:lnTo>
                  <a:pt x="1880023" y="330754"/>
                </a:lnTo>
                <a:lnTo>
                  <a:pt x="1889954" y="265647"/>
                </a:lnTo>
                <a:lnTo>
                  <a:pt x="1899885" y="213136"/>
                </a:lnTo>
                <a:lnTo>
                  <a:pt x="1909817" y="212274"/>
                </a:lnTo>
                <a:lnTo>
                  <a:pt x="1919748" y="269823"/>
                </a:lnTo>
                <a:lnTo>
                  <a:pt x="1929679" y="351762"/>
                </a:lnTo>
                <a:lnTo>
                  <a:pt x="1939611" y="403687"/>
                </a:lnTo>
                <a:lnTo>
                  <a:pt x="1949542" y="386502"/>
                </a:lnTo>
                <a:lnTo>
                  <a:pt x="1959473" y="305012"/>
                </a:lnTo>
                <a:lnTo>
                  <a:pt x="1969405" y="210194"/>
                </a:lnTo>
                <a:lnTo>
                  <a:pt x="1979336" y="168567"/>
                </a:lnTo>
                <a:lnTo>
                  <a:pt x="1989267" y="214790"/>
                </a:lnTo>
                <a:lnTo>
                  <a:pt x="1999199" y="322297"/>
                </a:lnTo>
                <a:lnTo>
                  <a:pt x="2009130" y="418073"/>
                </a:lnTo>
                <a:lnTo>
                  <a:pt x="2019061" y="433231"/>
                </a:lnTo>
                <a:lnTo>
                  <a:pt x="2028993" y="352803"/>
                </a:lnTo>
                <a:lnTo>
                  <a:pt x="2038924" y="229109"/>
                </a:lnTo>
                <a:lnTo>
                  <a:pt x="2048855" y="147922"/>
                </a:lnTo>
                <a:lnTo>
                  <a:pt x="2058787" y="168604"/>
                </a:lnTo>
                <a:lnTo>
                  <a:pt x="2068718" y="280113"/>
                </a:lnTo>
                <a:lnTo>
                  <a:pt x="2078650" y="406355"/>
                </a:lnTo>
                <a:lnTo>
                  <a:pt x="2088581" y="458502"/>
                </a:lnTo>
                <a:lnTo>
                  <a:pt x="2098512" y="397630"/>
                </a:lnTo>
                <a:lnTo>
                  <a:pt x="2108444" y="264155"/>
                </a:lnTo>
                <a:lnTo>
                  <a:pt x="2118375" y="151743"/>
                </a:lnTo>
                <a:lnTo>
                  <a:pt x="2128306" y="140776"/>
                </a:lnTo>
                <a:lnTo>
                  <a:pt x="2138238" y="239277"/>
                </a:lnTo>
                <a:lnTo>
                  <a:pt x="2148169" y="377246"/>
                </a:lnTo>
                <a:lnTo>
                  <a:pt x="2158100" y="457753"/>
                </a:lnTo>
                <a:lnTo>
                  <a:pt x="2168032" y="424736"/>
                </a:lnTo>
                <a:lnTo>
                  <a:pt x="2177963" y="301247"/>
                </a:lnTo>
                <a:lnTo>
                  <a:pt x="2187894" y="174726"/>
                </a:lnTo>
                <a:lnTo>
                  <a:pt x="2197826" y="136298"/>
                </a:lnTo>
                <a:lnTo>
                  <a:pt x="2207757" y="213270"/>
                </a:lnTo>
                <a:lnTo>
                  <a:pt x="2217688" y="347885"/>
                </a:lnTo>
                <a:lnTo>
                  <a:pt x="2227620" y="442022"/>
                </a:lnTo>
                <a:lnTo>
                  <a:pt x="2237551" y="430272"/>
                </a:lnTo>
                <a:lnTo>
                  <a:pt x="2247482" y="324254"/>
                </a:lnTo>
                <a:lnTo>
                  <a:pt x="2257414" y="201573"/>
                </a:lnTo>
                <a:lnTo>
                  <a:pt x="2267345" y="150938"/>
                </a:lnTo>
                <a:lnTo>
                  <a:pt x="2277277" y="208244"/>
                </a:lnTo>
                <a:lnTo>
                  <a:pt x="2287208" y="328704"/>
                </a:lnTo>
                <a:lnTo>
                  <a:pt x="2297139" y="421061"/>
                </a:lnTo>
                <a:lnTo>
                  <a:pt x="2307071" y="418423"/>
                </a:lnTo>
                <a:lnTo>
                  <a:pt x="2317002" y="326849"/>
                </a:lnTo>
                <a:lnTo>
                  <a:pt x="2326933" y="216647"/>
                </a:lnTo>
                <a:lnTo>
                  <a:pt x="2336865" y="169439"/>
                </a:lnTo>
                <a:lnTo>
                  <a:pt x="2346796" y="219406"/>
                </a:lnTo>
                <a:lnTo>
                  <a:pt x="2356727" y="327483"/>
                </a:lnTo>
                <a:lnTo>
                  <a:pt x="2366659" y="409935"/>
                </a:lnTo>
                <a:lnTo>
                  <a:pt x="2376590" y="403571"/>
                </a:lnTo>
                <a:lnTo>
                  <a:pt x="2386521" y="315051"/>
                </a:lnTo>
                <a:lnTo>
                  <a:pt x="2396453" y="213819"/>
                </a:lnTo>
                <a:lnTo>
                  <a:pt x="2406384" y="177654"/>
                </a:lnTo>
                <a:lnTo>
                  <a:pt x="2416315" y="234404"/>
                </a:lnTo>
                <a:lnTo>
                  <a:pt x="2426247" y="340998"/>
                </a:lnTo>
                <a:lnTo>
                  <a:pt x="2436178" y="415012"/>
                </a:lnTo>
                <a:lnTo>
                  <a:pt x="2446109" y="397869"/>
                </a:lnTo>
                <a:lnTo>
                  <a:pt x="2456041" y="301111"/>
                </a:lnTo>
                <a:lnTo>
                  <a:pt x="2465972" y="197821"/>
                </a:lnTo>
                <a:lnTo>
                  <a:pt x="2475904" y="167005"/>
                </a:lnTo>
                <a:lnTo>
                  <a:pt x="2485835" y="234634"/>
                </a:lnTo>
                <a:lnTo>
                  <a:pt x="2495766" y="353222"/>
                </a:lnTo>
                <a:lnTo>
                  <a:pt x="2505698" y="434367"/>
                </a:lnTo>
                <a:lnTo>
                  <a:pt x="2515629" y="413994"/>
                </a:lnTo>
                <a:lnTo>
                  <a:pt x="2525560" y="303172"/>
                </a:lnTo>
                <a:lnTo>
                  <a:pt x="2535492" y="182582"/>
                </a:lnTo>
                <a:lnTo>
                  <a:pt x="2545423" y="142494"/>
                </a:lnTo>
                <a:lnTo>
                  <a:pt x="2555354" y="215063"/>
                </a:lnTo>
                <a:lnTo>
                  <a:pt x="2565286" y="350168"/>
                </a:lnTo>
                <a:lnTo>
                  <a:pt x="2575217" y="451033"/>
                </a:lnTo>
                <a:lnTo>
                  <a:pt x="2585148" y="443403"/>
                </a:lnTo>
                <a:lnTo>
                  <a:pt x="2595080" y="329628"/>
                </a:lnTo>
                <a:lnTo>
                  <a:pt x="2605011" y="188866"/>
                </a:lnTo>
                <a:lnTo>
                  <a:pt x="2614942" y="121797"/>
                </a:lnTo>
                <a:lnTo>
                  <a:pt x="2624874" y="178256"/>
                </a:lnTo>
                <a:lnTo>
                  <a:pt x="2634805" y="320100"/>
                </a:lnTo>
                <a:lnTo>
                  <a:pt x="2644736" y="447619"/>
                </a:lnTo>
                <a:lnTo>
                  <a:pt x="2654668" y="470882"/>
                </a:lnTo>
                <a:lnTo>
                  <a:pt x="2664599" y="373270"/>
                </a:lnTo>
                <a:lnTo>
                  <a:pt x="2674531" y="222026"/>
                </a:lnTo>
                <a:lnTo>
                  <a:pt x="2684462" y="121239"/>
                </a:lnTo>
                <a:lnTo>
                  <a:pt x="2694393" y="140676"/>
                </a:lnTo>
                <a:lnTo>
                  <a:pt x="2704325" y="267201"/>
                </a:lnTo>
                <a:lnTo>
                  <a:pt x="2714256" y="412811"/>
                </a:lnTo>
                <a:lnTo>
                  <a:pt x="2724187" y="476814"/>
                </a:lnTo>
                <a:lnTo>
                  <a:pt x="2734119" y="417224"/>
                </a:lnTo>
                <a:lnTo>
                  <a:pt x="2744050" y="277700"/>
                </a:lnTo>
                <a:lnTo>
                  <a:pt x="2753981" y="153915"/>
                </a:lnTo>
                <a:lnTo>
                  <a:pt x="2763913" y="128031"/>
                </a:lnTo>
                <a:lnTo>
                  <a:pt x="2773844" y="215034"/>
                </a:lnTo>
                <a:lnTo>
                  <a:pt x="2783775" y="353740"/>
                </a:lnTo>
                <a:lnTo>
                  <a:pt x="2793707" y="449739"/>
                </a:lnTo>
                <a:lnTo>
                  <a:pt x="2803638" y="441464"/>
                </a:lnTo>
                <a:lnTo>
                  <a:pt x="2813569" y="340076"/>
                </a:lnTo>
                <a:lnTo>
                  <a:pt x="2823501" y="216365"/>
                </a:lnTo>
                <a:lnTo>
                  <a:pt x="2833432" y="150713"/>
                </a:lnTo>
                <a:lnTo>
                  <a:pt x="2843363" y="181956"/>
                </a:lnTo>
                <a:lnTo>
                  <a:pt x="2853295" y="284490"/>
                </a:lnTo>
                <a:lnTo>
                  <a:pt x="2863226" y="387536"/>
                </a:lnTo>
                <a:lnTo>
                  <a:pt x="2873158" y="425233"/>
                </a:lnTo>
                <a:lnTo>
                  <a:pt x="2883089" y="380153"/>
                </a:lnTo>
                <a:lnTo>
                  <a:pt x="2893020" y="288305"/>
                </a:lnTo>
                <a:lnTo>
                  <a:pt x="2902952" y="209448"/>
                </a:lnTo>
                <a:lnTo>
                  <a:pt x="2912883" y="189551"/>
                </a:lnTo>
                <a:lnTo>
                  <a:pt x="2922814" y="236045"/>
                </a:lnTo>
                <a:lnTo>
                  <a:pt x="2932746" y="315668"/>
                </a:lnTo>
                <a:lnTo>
                  <a:pt x="2942677" y="377123"/>
                </a:lnTo>
                <a:lnTo>
                  <a:pt x="2952608" y="385115"/>
                </a:lnTo>
                <a:lnTo>
                  <a:pt x="2962540" y="340713"/>
                </a:lnTo>
                <a:lnTo>
                  <a:pt x="2972471" y="275318"/>
                </a:lnTo>
                <a:lnTo>
                  <a:pt x="2982402" y="227915"/>
                </a:lnTo>
                <a:lnTo>
                  <a:pt x="2992334" y="222806"/>
                </a:lnTo>
                <a:lnTo>
                  <a:pt x="3002265" y="258730"/>
                </a:lnTo>
                <a:lnTo>
                  <a:pt x="3012196" y="312568"/>
                </a:lnTo>
                <a:lnTo>
                  <a:pt x="3022128" y="353783"/>
                </a:lnTo>
                <a:lnTo>
                  <a:pt x="3032059" y="360925"/>
                </a:lnTo>
                <a:lnTo>
                  <a:pt x="3041990" y="332230"/>
                </a:lnTo>
                <a:lnTo>
                  <a:pt x="3051922" y="285608"/>
                </a:lnTo>
                <a:lnTo>
                  <a:pt x="3061853" y="247731"/>
                </a:lnTo>
                <a:lnTo>
                  <a:pt x="3071785" y="238834"/>
                </a:lnTo>
                <a:lnTo>
                  <a:pt x="3081716" y="262696"/>
                </a:lnTo>
                <a:lnTo>
                  <a:pt x="3091647" y="305547"/>
                </a:lnTo>
                <a:lnTo>
                  <a:pt x="3101579" y="342844"/>
                </a:lnTo>
                <a:lnTo>
                  <a:pt x="3111510" y="352786"/>
                </a:lnTo>
                <a:lnTo>
                  <a:pt x="3121441" y="330373"/>
                </a:lnTo>
                <a:lnTo>
                  <a:pt x="3131373" y="290263"/>
                </a:lnTo>
                <a:lnTo>
                  <a:pt x="3141304" y="255978"/>
                </a:lnTo>
                <a:lnTo>
                  <a:pt x="3151235" y="246270"/>
                </a:lnTo>
                <a:lnTo>
                  <a:pt x="3161167" y="266298"/>
                </a:lnTo>
                <a:lnTo>
                  <a:pt x="3171098" y="303811"/>
                </a:lnTo>
                <a:lnTo>
                  <a:pt x="3181029" y="334652"/>
                </a:lnTo>
                <a:lnTo>
                  <a:pt x="3190961" y="339734"/>
                </a:lnTo>
                <a:lnTo>
                  <a:pt x="3200892" y="319208"/>
                </a:lnTo>
                <a:lnTo>
                  <a:pt x="3210823" y="289007"/>
                </a:lnTo>
                <a:lnTo>
                  <a:pt x="3220755" y="266940"/>
                </a:lnTo>
                <a:lnTo>
                  <a:pt x="3230686" y="263322"/>
                </a:lnTo>
                <a:lnTo>
                  <a:pt x="3240617" y="277509"/>
                </a:lnTo>
                <a:lnTo>
                  <a:pt x="3250549" y="298323"/>
                </a:lnTo>
                <a:lnTo>
                  <a:pt x="3260480" y="312447"/>
                </a:lnTo>
                <a:lnTo>
                  <a:pt x="3270412" y="315620"/>
                </a:lnTo>
                <a:lnTo>
                  <a:pt x="3280343" y="312601"/>
                </a:lnTo>
                <a:lnTo>
                  <a:pt x="3290274" y="307602"/>
                </a:lnTo>
                <a:lnTo>
                  <a:pt x="3300206" y="300249"/>
                </a:lnTo>
                <a:lnTo>
                  <a:pt x="3310137" y="289364"/>
                </a:lnTo>
                <a:lnTo>
                  <a:pt x="3320068" y="276124"/>
                </a:lnTo>
                <a:lnTo>
                  <a:pt x="3330000" y="266190"/>
                </a:lnTo>
                <a:lnTo>
                  <a:pt x="3339931" y="270617"/>
                </a:lnTo>
                <a:lnTo>
                  <a:pt x="3349862" y="297093"/>
                </a:lnTo>
                <a:lnTo>
                  <a:pt x="3359794" y="335482"/>
                </a:lnTo>
                <a:lnTo>
                  <a:pt x="3369725" y="358633"/>
                </a:lnTo>
                <a:lnTo>
                  <a:pt x="3379656" y="343656"/>
                </a:lnTo>
                <a:lnTo>
                  <a:pt x="3389588" y="292237"/>
                </a:lnTo>
                <a:lnTo>
                  <a:pt x="3399519" y="232777"/>
                </a:lnTo>
                <a:lnTo>
                  <a:pt x="3409450" y="205771"/>
                </a:lnTo>
                <a:lnTo>
                  <a:pt x="3419382" y="238300"/>
                </a:lnTo>
                <a:lnTo>
                  <a:pt x="3429313" y="319132"/>
                </a:lnTo>
                <a:lnTo>
                  <a:pt x="3439245" y="397670"/>
                </a:lnTo>
                <a:lnTo>
                  <a:pt x="3449176" y="416772"/>
                </a:lnTo>
                <a:lnTo>
                  <a:pt x="3459107" y="355152"/>
                </a:lnTo>
                <a:lnTo>
                  <a:pt x="3469039" y="245550"/>
                </a:lnTo>
                <a:lnTo>
                  <a:pt x="3478970" y="157505"/>
                </a:lnTo>
                <a:lnTo>
                  <a:pt x="3488901" y="154889"/>
                </a:lnTo>
                <a:lnTo>
                  <a:pt x="3498833" y="250343"/>
                </a:lnTo>
                <a:lnTo>
                  <a:pt x="3508764" y="388160"/>
                </a:lnTo>
                <a:lnTo>
                  <a:pt x="3518695" y="475993"/>
                </a:lnTo>
                <a:lnTo>
                  <a:pt x="3528627" y="447916"/>
                </a:lnTo>
                <a:lnTo>
                  <a:pt x="3538558" y="313522"/>
                </a:lnTo>
                <a:lnTo>
                  <a:pt x="3548489" y="157309"/>
                </a:lnTo>
                <a:lnTo>
                  <a:pt x="3558421" y="85756"/>
                </a:lnTo>
                <a:lnTo>
                  <a:pt x="3568352" y="154070"/>
                </a:lnTo>
                <a:lnTo>
                  <a:pt x="3578283" y="323720"/>
                </a:lnTo>
                <a:lnTo>
                  <a:pt x="3588215" y="484604"/>
                </a:lnTo>
                <a:lnTo>
                  <a:pt x="3598146" y="527699"/>
                </a:lnTo>
                <a:lnTo>
                  <a:pt x="3608077" y="418184"/>
                </a:lnTo>
                <a:lnTo>
                  <a:pt x="3618009" y="222033"/>
                </a:lnTo>
                <a:lnTo>
                  <a:pt x="3627940" y="67582"/>
                </a:lnTo>
                <a:lnTo>
                  <a:pt x="3637872" y="61439"/>
                </a:lnTo>
                <a:lnTo>
                  <a:pt x="3647803" y="213196"/>
                </a:lnTo>
                <a:lnTo>
                  <a:pt x="3657734" y="425104"/>
                </a:lnTo>
                <a:lnTo>
                  <a:pt x="3667666" y="556605"/>
                </a:lnTo>
                <a:lnTo>
                  <a:pt x="3677597" y="518282"/>
                </a:lnTo>
                <a:lnTo>
                  <a:pt x="3687528" y="332356"/>
                </a:lnTo>
                <a:lnTo>
                  <a:pt x="3697460" y="120260"/>
                </a:lnTo>
                <a:lnTo>
                  <a:pt x="3707391" y="22860"/>
                </a:lnTo>
                <a:lnTo>
                  <a:pt x="3717322" y="105296"/>
                </a:lnTo>
                <a:lnTo>
                  <a:pt x="3727254" y="313224"/>
                </a:lnTo>
                <a:lnTo>
                  <a:pt x="3737185" y="510165"/>
                </a:lnTo>
                <a:lnTo>
                  <a:pt x="3747116" y="567637"/>
                </a:lnTo>
                <a:lnTo>
                  <a:pt x="3757048" y="448601"/>
                </a:lnTo>
                <a:lnTo>
                  <a:pt x="3766979" y="231875"/>
                </a:lnTo>
                <a:lnTo>
                  <a:pt x="3776910" y="60055"/>
                </a:lnTo>
                <a:lnTo>
                  <a:pt x="3786842" y="44028"/>
                </a:lnTo>
                <a:lnTo>
                  <a:pt x="3796773" y="190653"/>
                </a:lnTo>
                <a:lnTo>
                  <a:pt x="3806704" y="402103"/>
                </a:lnTo>
                <a:lnTo>
                  <a:pt x="3816636" y="541938"/>
                </a:lnTo>
                <a:lnTo>
                  <a:pt x="3826567" y="522582"/>
                </a:lnTo>
                <a:lnTo>
                  <a:pt x="3836499" y="360482"/>
                </a:lnTo>
                <a:lnTo>
                  <a:pt x="3846430" y="163476"/>
                </a:lnTo>
                <a:lnTo>
                  <a:pt x="3856361" y="57532"/>
                </a:lnTo>
                <a:lnTo>
                  <a:pt x="3866293" y="104795"/>
                </a:lnTo>
                <a:lnTo>
                  <a:pt x="3876224" y="268864"/>
                </a:lnTo>
                <a:lnTo>
                  <a:pt x="3886155" y="443594"/>
                </a:lnTo>
                <a:lnTo>
                  <a:pt x="3896087" y="520989"/>
                </a:lnTo>
                <a:lnTo>
                  <a:pt x="3906018" y="457317"/>
                </a:lnTo>
                <a:lnTo>
                  <a:pt x="3915949" y="298331"/>
                </a:lnTo>
                <a:lnTo>
                  <a:pt x="3925881" y="146508"/>
                </a:lnTo>
                <a:lnTo>
                  <a:pt x="3935812" y="93457"/>
                </a:lnTo>
                <a:lnTo>
                  <a:pt x="3945743" y="165090"/>
                </a:lnTo>
                <a:lnTo>
                  <a:pt x="3955675" y="311675"/>
                </a:lnTo>
                <a:lnTo>
                  <a:pt x="3965606" y="442101"/>
                </a:lnTo>
                <a:lnTo>
                  <a:pt x="3975537" y="479700"/>
                </a:lnTo>
                <a:lnTo>
                  <a:pt x="3985469" y="407263"/>
                </a:lnTo>
                <a:lnTo>
                  <a:pt x="3995400" y="273594"/>
                </a:lnTo>
                <a:lnTo>
                  <a:pt x="4005331" y="159631"/>
                </a:lnTo>
                <a:lnTo>
                  <a:pt x="4015263" y="129831"/>
                </a:lnTo>
                <a:lnTo>
                  <a:pt x="4025194" y="197940"/>
                </a:lnTo>
                <a:lnTo>
                  <a:pt x="4035126" y="321712"/>
                </a:lnTo>
                <a:lnTo>
                  <a:pt x="4045057" y="427842"/>
                </a:lnTo>
                <a:lnTo>
                  <a:pt x="4054988" y="455084"/>
                </a:lnTo>
                <a:lnTo>
                  <a:pt x="4064920" y="390010"/>
                </a:lnTo>
                <a:lnTo>
                  <a:pt x="4074851" y="272676"/>
                </a:lnTo>
                <a:lnTo>
                  <a:pt x="4084782" y="171284"/>
                </a:lnTo>
                <a:lnTo>
                  <a:pt x="4094714" y="143519"/>
                </a:lnTo>
                <a:lnTo>
                  <a:pt x="4104645" y="205099"/>
                </a:lnTo>
                <a:lnTo>
                  <a:pt x="4114576" y="320669"/>
                </a:lnTo>
                <a:lnTo>
                  <a:pt x="4124508" y="422866"/>
                </a:lnTo>
                <a:lnTo>
                  <a:pt x="4134439" y="450853"/>
                </a:lnTo>
                <a:lnTo>
                  <a:pt x="4144370" y="386778"/>
                </a:lnTo>
                <a:lnTo>
                  <a:pt x="4154302" y="267816"/>
                </a:lnTo>
                <a:lnTo>
                  <a:pt x="4164233" y="164898"/>
                </a:lnTo>
                <a:lnTo>
                  <a:pt x="4174164" y="140202"/>
                </a:lnTo>
                <a:lnTo>
                  <a:pt x="4184096" y="209821"/>
                </a:lnTo>
                <a:lnTo>
                  <a:pt x="4194027" y="333778"/>
                </a:lnTo>
                <a:lnTo>
                  <a:pt x="4203958" y="438021"/>
                </a:lnTo>
                <a:lnTo>
                  <a:pt x="4213890" y="457289"/>
                </a:lnTo>
                <a:lnTo>
                  <a:pt x="4223821" y="376763"/>
                </a:lnTo>
                <a:lnTo>
                  <a:pt x="4233753" y="245126"/>
                </a:lnTo>
                <a:lnTo>
                  <a:pt x="4243684" y="145077"/>
                </a:lnTo>
                <a:lnTo>
                  <a:pt x="4253615" y="139619"/>
                </a:lnTo>
                <a:lnTo>
                  <a:pt x="4263547" y="232289"/>
                </a:lnTo>
                <a:lnTo>
                  <a:pt x="4273478" y="365968"/>
                </a:lnTo>
                <a:lnTo>
                  <a:pt x="4283409" y="457651"/>
                </a:lnTo>
                <a:lnTo>
                  <a:pt x="4293341" y="449064"/>
                </a:lnTo>
                <a:lnTo>
                  <a:pt x="4303272" y="344608"/>
                </a:lnTo>
                <a:lnTo>
                  <a:pt x="4313203" y="210341"/>
                </a:lnTo>
                <a:lnTo>
                  <a:pt x="4323135" y="131386"/>
                </a:lnTo>
                <a:lnTo>
                  <a:pt x="4333066" y="156933"/>
                </a:lnTo>
                <a:lnTo>
                  <a:pt x="4342997" y="270052"/>
                </a:lnTo>
                <a:lnTo>
                  <a:pt x="4352929" y="399193"/>
                </a:lnTo>
                <a:lnTo>
                  <a:pt x="4362860" y="462762"/>
                </a:lnTo>
                <a:lnTo>
                  <a:pt x="4372791" y="420844"/>
                </a:lnTo>
                <a:lnTo>
                  <a:pt x="4382723" y="301430"/>
                </a:lnTo>
                <a:lnTo>
                  <a:pt x="4392654" y="181657"/>
                </a:lnTo>
                <a:lnTo>
                  <a:pt x="4402585" y="136576"/>
                </a:lnTo>
                <a:lnTo>
                  <a:pt x="4412517" y="191931"/>
                </a:lnTo>
                <a:lnTo>
                  <a:pt x="4422448" y="310913"/>
                </a:lnTo>
                <a:lnTo>
                  <a:pt x="4432380" y="418977"/>
                </a:lnTo>
                <a:lnTo>
                  <a:pt x="4442311" y="449462"/>
                </a:lnTo>
                <a:lnTo>
                  <a:pt x="4452242" y="384167"/>
                </a:lnTo>
                <a:lnTo>
                  <a:pt x="4462174" y="265096"/>
                </a:lnTo>
                <a:lnTo>
                  <a:pt x="4472105" y="168195"/>
                </a:lnTo>
                <a:lnTo>
                  <a:pt x="4482036" y="154387"/>
                </a:lnTo>
                <a:lnTo>
                  <a:pt x="4491968" y="230735"/>
                </a:lnTo>
                <a:lnTo>
                  <a:pt x="4501899" y="347508"/>
                </a:lnTo>
                <a:lnTo>
                  <a:pt x="4511830" y="430999"/>
                </a:lnTo>
                <a:lnTo>
                  <a:pt x="4521762" y="429593"/>
                </a:lnTo>
                <a:lnTo>
                  <a:pt x="4531693" y="345477"/>
                </a:lnTo>
                <a:lnTo>
                  <a:pt x="4541624" y="233126"/>
                </a:lnTo>
                <a:lnTo>
                  <a:pt x="4551556" y="164067"/>
                </a:lnTo>
                <a:lnTo>
                  <a:pt x="4561487" y="180449"/>
                </a:lnTo>
                <a:lnTo>
                  <a:pt x="4571418" y="269465"/>
                </a:lnTo>
                <a:lnTo>
                  <a:pt x="4581350" y="374049"/>
                </a:lnTo>
                <a:lnTo>
                  <a:pt x="4591281" y="428983"/>
                </a:lnTo>
                <a:lnTo>
                  <a:pt x="4601212" y="400001"/>
                </a:lnTo>
                <a:lnTo>
                  <a:pt x="4611144" y="305426"/>
                </a:lnTo>
                <a:lnTo>
                  <a:pt x="4621075" y="206133"/>
                </a:lnTo>
                <a:lnTo>
                  <a:pt x="4631007" y="166338"/>
                </a:lnTo>
                <a:lnTo>
                  <a:pt x="4640938" y="211247"/>
                </a:lnTo>
                <a:lnTo>
                  <a:pt x="4650869" y="311610"/>
                </a:lnTo>
                <a:lnTo>
                  <a:pt x="4660801" y="402998"/>
                </a:lnTo>
                <a:lnTo>
                  <a:pt x="4670732" y="425589"/>
                </a:lnTo>
                <a:lnTo>
                  <a:pt x="4680663" y="362842"/>
                </a:lnTo>
                <a:lnTo>
                  <a:pt x="4690595" y="255428"/>
                </a:lnTo>
                <a:lnTo>
                  <a:pt x="4700526" y="175662"/>
                </a:lnTo>
                <a:lnTo>
                  <a:pt x="4710457" y="177207"/>
                </a:lnTo>
                <a:lnTo>
                  <a:pt x="4720389" y="258511"/>
                </a:lnTo>
                <a:lnTo>
                  <a:pt x="4730320" y="365462"/>
                </a:lnTo>
                <a:lnTo>
                  <a:pt x="4740251" y="426926"/>
                </a:lnTo>
                <a:lnTo>
                  <a:pt x="4750183" y="400278"/>
                </a:lnTo>
                <a:lnTo>
                  <a:pt x="4760114" y="301635"/>
                </a:lnTo>
                <a:lnTo>
                  <a:pt x="4770045" y="198346"/>
                </a:lnTo>
                <a:lnTo>
                  <a:pt x="4779977" y="162741"/>
                </a:lnTo>
                <a:lnTo>
                  <a:pt x="4789908" y="220088"/>
                </a:lnTo>
                <a:lnTo>
                  <a:pt x="4799839" y="331205"/>
                </a:lnTo>
                <a:lnTo>
                  <a:pt x="4809771" y="420101"/>
                </a:lnTo>
                <a:lnTo>
                  <a:pt x="4819702" y="424915"/>
                </a:lnTo>
                <a:lnTo>
                  <a:pt x="4829634" y="340161"/>
                </a:lnTo>
                <a:lnTo>
                  <a:pt x="4839565" y="223198"/>
                </a:lnTo>
                <a:lnTo>
                  <a:pt x="4849496" y="156276"/>
                </a:lnTo>
                <a:lnTo>
                  <a:pt x="4859428" y="187843"/>
                </a:lnTo>
                <a:lnTo>
                  <a:pt x="4869359" y="297035"/>
                </a:lnTo>
                <a:lnTo>
                  <a:pt x="4879290" y="408063"/>
                </a:lnTo>
                <a:lnTo>
                  <a:pt x="4889222" y="442890"/>
                </a:lnTo>
                <a:lnTo>
                  <a:pt x="4899153" y="375343"/>
                </a:lnTo>
                <a:lnTo>
                  <a:pt x="4909084" y="250537"/>
                </a:lnTo>
                <a:lnTo>
                  <a:pt x="4919016" y="155224"/>
                </a:lnTo>
                <a:lnTo>
                  <a:pt x="4928947" y="157548"/>
                </a:lnTo>
                <a:lnTo>
                  <a:pt x="4938878" y="258176"/>
                </a:lnTo>
                <a:lnTo>
                  <a:pt x="4948810" y="388347"/>
                </a:lnTo>
                <a:lnTo>
                  <a:pt x="4958741" y="457218"/>
                </a:lnTo>
                <a:lnTo>
                  <a:pt x="4968672" y="415671"/>
                </a:lnTo>
                <a:lnTo>
                  <a:pt x="4978604" y="291219"/>
                </a:lnTo>
                <a:lnTo>
                  <a:pt x="4988535" y="168959"/>
                </a:lnTo>
                <a:lnTo>
                  <a:pt x="4998466" y="133010"/>
                </a:lnTo>
                <a:lnTo>
                  <a:pt x="5008398" y="209621"/>
                </a:lnTo>
                <a:lnTo>
                  <a:pt x="5018329" y="348674"/>
                </a:lnTo>
                <a:lnTo>
                  <a:pt x="5028261" y="455301"/>
                </a:lnTo>
                <a:lnTo>
                  <a:pt x="5038192" y="454035"/>
                </a:lnTo>
                <a:lnTo>
                  <a:pt x="5048123" y="343562"/>
                </a:lnTo>
                <a:lnTo>
                  <a:pt x="5058055" y="199679"/>
                </a:lnTo>
                <a:lnTo>
                  <a:pt x="5067986" y="121415"/>
                </a:lnTo>
                <a:lnTo>
                  <a:pt x="5077917" y="161770"/>
                </a:lnTo>
                <a:lnTo>
                  <a:pt x="5087849" y="293455"/>
                </a:lnTo>
                <a:lnTo>
                  <a:pt x="5097780" y="428630"/>
                </a:lnTo>
              </a:path>
            </a:pathLst>
          </a:custGeom>
          <a:solidFill>
            <a:srgbClr val="FFFFFF">
              <a:alpha val="0"/>
            </a:srgbClr>
          </a:solidFill>
          <a:ln w="13335" cap="rnd">
            <a:solidFill>
              <a:srgbClr val="007C83"/>
            </a:solidFill>
            <a:prstDash val="dash"/>
          </a:ln>
        </p:spPr>
      </p:sp>
      <p:sp>
        <p:nvSpPr>
          <p:cNvPr id="42" name="Text 40"/>
          <p:cNvSpPr/>
          <p:nvPr/>
        </p:nvSpPr>
        <p:spPr>
          <a:xfrm>
            <a:off x="484632" y="4809744"/>
            <a:ext cx="347472" cy="192024"/>
          </a:xfrm>
          <a:prstGeom prst="rect">
            <a:avLst/>
          </a:prstGeom>
          <a:noFill/>
          <a:ln/>
        </p:spPr>
        <p:txBody>
          <a:bodyPr wrap="square" lIns="0" tIns="0" rIns="0" bIns="0" rtlCol="0" anchor="t"/>
          <a:lstStyle/>
          <a:p>
            <a:pPr algn="r" indent="0" marL="0">
              <a:lnSpc>
                <a:spcPct val="100000"/>
              </a:lnSpc>
              <a:buNone/>
            </a:pPr>
            <a:r>
              <a:rPr lang="ko-KR" altLang="en-US" sz="850" dirty="0">
                <a:solidFill>
                  <a:srgbClr val="647986"/>
                </a:solidFill>
                <a:latin typeface="Pretendard" pitchFamily="34" charset="0"/>
                <a:ea typeface="Pretendard" pitchFamily="34" charset="-122"/>
                <a:cs typeface="Pretendard" pitchFamily="34" charset="-120"/>
              </a:rPr>
              <a:t>-9.1</a:t>
            </a:r>
            <a:endParaRPr lang="ko-KR" sz="850" dirty="0"/>
          </a:p>
        </p:txBody>
      </p:sp>
      <p:sp>
        <p:nvSpPr>
          <p:cNvPr id="43" name="Text 41"/>
          <p:cNvSpPr/>
          <p:nvPr/>
        </p:nvSpPr>
        <p:spPr>
          <a:xfrm>
            <a:off x="484632" y="4512564"/>
            <a:ext cx="347472" cy="192024"/>
          </a:xfrm>
          <a:prstGeom prst="rect">
            <a:avLst/>
          </a:prstGeom>
          <a:noFill/>
          <a:ln/>
        </p:spPr>
        <p:txBody>
          <a:bodyPr wrap="square" lIns="0" tIns="0" rIns="0" bIns="0" rtlCol="0" anchor="t"/>
          <a:lstStyle/>
          <a:p>
            <a:pPr algn="r" indent="0" marL="0">
              <a:lnSpc>
                <a:spcPct val="100000"/>
              </a:lnSpc>
              <a:buNone/>
            </a:pPr>
            <a:r>
              <a:rPr lang="ko-KR" altLang="en-US" sz="850" dirty="0">
                <a:solidFill>
                  <a:srgbClr val="647986"/>
                </a:solidFill>
                <a:latin typeface="Pretendard" pitchFamily="34" charset="0"/>
                <a:ea typeface="Pretendard" pitchFamily="34" charset="-122"/>
                <a:cs typeface="Pretendard" pitchFamily="34" charset="-120"/>
              </a:rPr>
              <a:t>0.0</a:t>
            </a:r>
            <a:endParaRPr lang="ko-KR" sz="850" dirty="0"/>
          </a:p>
        </p:txBody>
      </p:sp>
      <p:sp>
        <p:nvSpPr>
          <p:cNvPr id="44" name="Text 42"/>
          <p:cNvSpPr/>
          <p:nvPr/>
        </p:nvSpPr>
        <p:spPr>
          <a:xfrm>
            <a:off x="484632" y="4215384"/>
            <a:ext cx="347472" cy="192024"/>
          </a:xfrm>
          <a:prstGeom prst="rect">
            <a:avLst/>
          </a:prstGeom>
          <a:noFill/>
          <a:ln/>
        </p:spPr>
        <p:txBody>
          <a:bodyPr wrap="square" lIns="0" tIns="0" rIns="0" bIns="0" rtlCol="0" anchor="t"/>
          <a:lstStyle/>
          <a:p>
            <a:pPr algn="r" indent="0" marL="0">
              <a:lnSpc>
                <a:spcPct val="100000"/>
              </a:lnSpc>
              <a:buNone/>
            </a:pPr>
            <a:r>
              <a:rPr lang="ko-KR" altLang="en-US" sz="850" dirty="0">
                <a:solidFill>
                  <a:srgbClr val="647986"/>
                </a:solidFill>
                <a:latin typeface="Pretendard" pitchFamily="34" charset="0"/>
                <a:ea typeface="Pretendard" pitchFamily="34" charset="-122"/>
                <a:cs typeface="Pretendard" pitchFamily="34" charset="-120"/>
              </a:rPr>
              <a:t>9.1</a:t>
            </a:r>
            <a:endParaRPr lang="ko-KR" sz="850" dirty="0"/>
          </a:p>
        </p:txBody>
      </p:sp>
      <p:sp>
        <p:nvSpPr>
          <p:cNvPr id="45" name="Shape 43"/>
          <p:cNvSpPr/>
          <p:nvPr/>
        </p:nvSpPr>
        <p:spPr>
          <a:xfrm>
            <a:off x="905256" y="4992624"/>
            <a:ext cx="5074920" cy="265176"/>
          </a:xfrm>
          <a:prstGeom prst="rect">
            <a:avLst>
              <a:gd name="adj" fmla="val 34483"/>
            </a:avLst>
          </a:prstGeom>
          <a:solidFill>
            <a:srgbClr val="FFFFFF"/>
          </a:solidFill>
          <a:ln w="12700">
            <a:solidFill>
              <a:srgbClr val="DAE3E7"/>
            </a:solidFill>
            <a:prstDash val="solid"/>
          </a:ln>
        </p:spPr>
      </p:sp>
      <p:sp>
        <p:nvSpPr>
          <p:cNvPr id="46" name="Shape 44"/>
          <p:cNvSpPr/>
          <p:nvPr/>
        </p:nvSpPr>
        <p:spPr>
          <a:xfrm>
            <a:off x="905256" y="5125212"/>
            <a:ext cx="5074920" cy="0"/>
          </a:xfrm>
          <a:prstGeom prst="line">
            <a:avLst/>
          </a:prstGeom>
          <a:noFill/>
          <a:ln w="8255">
            <a:solidFill>
              <a:srgbClr val="DAE3E7"/>
            </a:solidFill>
            <a:prstDash val="solid"/>
          </a:ln>
        </p:spPr>
      </p:sp>
      <p:sp>
        <p:nvSpPr>
          <p:cNvPr id="47" name="wave_8"/>
          <p:cNvSpPr/>
          <p:nvPr/>
        </p:nvSpPr>
        <p:spPr>
          <a:xfrm>
            <a:off x="882396" y="5099313"/>
            <a:ext cx="5120640" cy="51745"/>
          </a:xfrm>
          <a:custGeom>
            <a:avLst/>
            <a:gdLst/>
            <a:ahLst/>
            <a:cxnLst/>
            <a:rect l="l" t="t" r="r" b="b"/>
            <a:pathLst>
              <a:path w="5120640" h="51745" fill="none" stroke="1" extrusionOk="0">
                <a:moveTo>
                  <a:pt x="22860" y="23880"/>
                </a:moveTo>
                <a:lnTo>
                  <a:pt x="32791" y="23588"/>
                </a:lnTo>
                <a:lnTo>
                  <a:pt x="42723" y="23999"/>
                </a:lnTo>
                <a:lnTo>
                  <a:pt x="52654" y="26078"/>
                </a:lnTo>
                <a:lnTo>
                  <a:pt x="62585" y="27558"/>
                </a:lnTo>
                <a:lnTo>
                  <a:pt x="72517" y="26577"/>
                </a:lnTo>
                <a:lnTo>
                  <a:pt x="82448" y="25166"/>
                </a:lnTo>
                <a:lnTo>
                  <a:pt x="92379" y="25226"/>
                </a:lnTo>
                <a:lnTo>
                  <a:pt x="102311" y="25530"/>
                </a:lnTo>
                <a:lnTo>
                  <a:pt x="112242" y="25258"/>
                </a:lnTo>
                <a:lnTo>
                  <a:pt x="122174" y="25490"/>
                </a:lnTo>
                <a:lnTo>
                  <a:pt x="132105" y="26040"/>
                </a:lnTo>
                <a:lnTo>
                  <a:pt x="142036" y="25761"/>
                </a:lnTo>
                <a:lnTo>
                  <a:pt x="151968" y="25494"/>
                </a:lnTo>
                <a:lnTo>
                  <a:pt x="161899" y="26293"/>
                </a:lnTo>
                <a:lnTo>
                  <a:pt x="171830" y="26808"/>
                </a:lnTo>
                <a:lnTo>
                  <a:pt x="181762" y="26124"/>
                </a:lnTo>
                <a:lnTo>
                  <a:pt x="191693" y="25755"/>
                </a:lnTo>
                <a:lnTo>
                  <a:pt x="201624" y="26256"/>
                </a:lnTo>
                <a:lnTo>
                  <a:pt x="211556" y="26213"/>
                </a:lnTo>
                <a:lnTo>
                  <a:pt x="221487" y="25766"/>
                </a:lnTo>
                <a:lnTo>
                  <a:pt x="231418" y="26241"/>
                </a:lnTo>
                <a:lnTo>
                  <a:pt x="241350" y="26660"/>
                </a:lnTo>
                <a:lnTo>
                  <a:pt x="251281" y="25580"/>
                </a:lnTo>
                <a:lnTo>
                  <a:pt x="261212" y="24516"/>
                </a:lnTo>
                <a:lnTo>
                  <a:pt x="271144" y="25008"/>
                </a:lnTo>
                <a:lnTo>
                  <a:pt x="281075" y="25587"/>
                </a:lnTo>
                <a:lnTo>
                  <a:pt x="291006" y="25366"/>
                </a:lnTo>
                <a:lnTo>
                  <a:pt x="300938" y="26023"/>
                </a:lnTo>
                <a:lnTo>
                  <a:pt x="310869" y="27521"/>
                </a:lnTo>
                <a:lnTo>
                  <a:pt x="320801" y="27383"/>
                </a:lnTo>
                <a:lnTo>
                  <a:pt x="330732" y="25716"/>
                </a:lnTo>
                <a:lnTo>
                  <a:pt x="340663" y="25149"/>
                </a:lnTo>
                <a:lnTo>
                  <a:pt x="350595" y="25707"/>
                </a:lnTo>
                <a:lnTo>
                  <a:pt x="360526" y="25476"/>
                </a:lnTo>
                <a:lnTo>
                  <a:pt x="370457" y="24983"/>
                </a:lnTo>
                <a:lnTo>
                  <a:pt x="380389" y="25558"/>
                </a:lnTo>
                <a:lnTo>
                  <a:pt x="390320" y="25938"/>
                </a:lnTo>
                <a:lnTo>
                  <a:pt x="400251" y="25059"/>
                </a:lnTo>
                <a:lnTo>
                  <a:pt x="410183" y="24683"/>
                </a:lnTo>
                <a:lnTo>
                  <a:pt x="420114" y="25738"/>
                </a:lnTo>
                <a:lnTo>
                  <a:pt x="430045" y="26311"/>
                </a:lnTo>
                <a:lnTo>
                  <a:pt x="439977" y="25548"/>
                </a:lnTo>
                <a:lnTo>
                  <a:pt x="449908" y="25040"/>
                </a:lnTo>
                <a:lnTo>
                  <a:pt x="459839" y="25227"/>
                </a:lnTo>
                <a:lnTo>
                  <a:pt x="469771" y="24860"/>
                </a:lnTo>
                <a:lnTo>
                  <a:pt x="479702" y="24075"/>
                </a:lnTo>
                <a:lnTo>
                  <a:pt x="489633" y="24186"/>
                </a:lnTo>
                <a:lnTo>
                  <a:pt x="499565" y="25157"/>
                </a:lnTo>
                <a:lnTo>
                  <a:pt x="509496" y="26073"/>
                </a:lnTo>
                <a:lnTo>
                  <a:pt x="519428" y="26664"/>
                </a:lnTo>
                <a:lnTo>
                  <a:pt x="529359" y="26824"/>
                </a:lnTo>
                <a:lnTo>
                  <a:pt x="539290" y="26495"/>
                </a:lnTo>
                <a:lnTo>
                  <a:pt x="549222" y="26294"/>
                </a:lnTo>
                <a:lnTo>
                  <a:pt x="559153" y="26404"/>
                </a:lnTo>
                <a:lnTo>
                  <a:pt x="569084" y="26027"/>
                </a:lnTo>
                <a:lnTo>
                  <a:pt x="579016" y="25501"/>
                </a:lnTo>
                <a:lnTo>
                  <a:pt x="588947" y="26379"/>
                </a:lnTo>
                <a:lnTo>
                  <a:pt x="598878" y="28105"/>
                </a:lnTo>
                <a:lnTo>
                  <a:pt x="608810" y="28214"/>
                </a:lnTo>
                <a:lnTo>
                  <a:pt x="618741" y="26594"/>
                </a:lnTo>
                <a:lnTo>
                  <a:pt x="628672" y="25501"/>
                </a:lnTo>
                <a:lnTo>
                  <a:pt x="638604" y="25374"/>
                </a:lnTo>
                <a:lnTo>
                  <a:pt x="648535" y="24965"/>
                </a:lnTo>
                <a:lnTo>
                  <a:pt x="658466" y="24670"/>
                </a:lnTo>
                <a:lnTo>
                  <a:pt x="668398" y="25472"/>
                </a:lnTo>
                <a:lnTo>
                  <a:pt x="678329" y="26252"/>
                </a:lnTo>
                <a:lnTo>
                  <a:pt x="688260" y="25875"/>
                </a:lnTo>
                <a:lnTo>
                  <a:pt x="698192" y="25573"/>
                </a:lnTo>
                <a:lnTo>
                  <a:pt x="708123" y="26263"/>
                </a:lnTo>
                <a:lnTo>
                  <a:pt x="718055" y="26576"/>
                </a:lnTo>
                <a:lnTo>
                  <a:pt x="727986" y="25823"/>
                </a:lnTo>
                <a:lnTo>
                  <a:pt x="737917" y="25536"/>
                </a:lnTo>
                <a:lnTo>
                  <a:pt x="747849" y="26432"/>
                </a:lnTo>
                <a:lnTo>
                  <a:pt x="757780" y="27073"/>
                </a:lnTo>
                <a:lnTo>
                  <a:pt x="767711" y="26523"/>
                </a:lnTo>
                <a:lnTo>
                  <a:pt x="777643" y="25700"/>
                </a:lnTo>
                <a:lnTo>
                  <a:pt x="787574" y="25702"/>
                </a:lnTo>
                <a:lnTo>
                  <a:pt x="797505" y="26539"/>
                </a:lnTo>
                <a:lnTo>
                  <a:pt x="807437" y="27356"/>
                </a:lnTo>
                <a:lnTo>
                  <a:pt x="817368" y="27241"/>
                </a:lnTo>
                <a:lnTo>
                  <a:pt x="827299" y="26343"/>
                </a:lnTo>
                <a:lnTo>
                  <a:pt x="837231" y="25774"/>
                </a:lnTo>
                <a:lnTo>
                  <a:pt x="847162" y="25715"/>
                </a:lnTo>
                <a:lnTo>
                  <a:pt x="857093" y="25211"/>
                </a:lnTo>
                <a:lnTo>
                  <a:pt x="867025" y="24486"/>
                </a:lnTo>
                <a:lnTo>
                  <a:pt x="876956" y="24840"/>
                </a:lnTo>
                <a:lnTo>
                  <a:pt x="886887" y="25714"/>
                </a:lnTo>
                <a:lnTo>
                  <a:pt x="896819" y="25253"/>
                </a:lnTo>
                <a:lnTo>
                  <a:pt x="906750" y="23992"/>
                </a:lnTo>
                <a:lnTo>
                  <a:pt x="916682" y="24248"/>
                </a:lnTo>
                <a:lnTo>
                  <a:pt x="926613" y="25994"/>
                </a:lnTo>
                <a:lnTo>
                  <a:pt x="936544" y="27094"/>
                </a:lnTo>
                <a:lnTo>
                  <a:pt x="946476" y="26920"/>
                </a:lnTo>
                <a:lnTo>
                  <a:pt x="956407" y="26385"/>
                </a:lnTo>
                <a:lnTo>
                  <a:pt x="966338" y="25741"/>
                </a:lnTo>
                <a:lnTo>
                  <a:pt x="976270" y="25116"/>
                </a:lnTo>
                <a:lnTo>
                  <a:pt x="986201" y="25338"/>
                </a:lnTo>
                <a:lnTo>
                  <a:pt x="996132" y="26260"/>
                </a:lnTo>
                <a:lnTo>
                  <a:pt x="1006064" y="26575"/>
                </a:lnTo>
                <a:lnTo>
                  <a:pt x="1015995" y="26162"/>
                </a:lnTo>
                <a:lnTo>
                  <a:pt x="1025926" y="25917"/>
                </a:lnTo>
                <a:lnTo>
                  <a:pt x="1035858" y="25516"/>
                </a:lnTo>
                <a:lnTo>
                  <a:pt x="1045789" y="24511"/>
                </a:lnTo>
                <a:lnTo>
                  <a:pt x="1055720" y="24471"/>
                </a:lnTo>
                <a:lnTo>
                  <a:pt x="1065652" y="26486"/>
                </a:lnTo>
                <a:lnTo>
                  <a:pt x="1075583" y="28257"/>
                </a:lnTo>
                <a:lnTo>
                  <a:pt x="1085514" y="27278"/>
                </a:lnTo>
                <a:lnTo>
                  <a:pt x="1095446" y="25014"/>
                </a:lnTo>
                <a:lnTo>
                  <a:pt x="1105377" y="24475"/>
                </a:lnTo>
                <a:lnTo>
                  <a:pt x="1115309" y="25558"/>
                </a:lnTo>
                <a:lnTo>
                  <a:pt x="1125240" y="26029"/>
                </a:lnTo>
                <a:lnTo>
                  <a:pt x="1135171" y="25525"/>
                </a:lnTo>
                <a:lnTo>
                  <a:pt x="1145103" y="25615"/>
                </a:lnTo>
                <a:lnTo>
                  <a:pt x="1155034" y="26686"/>
                </a:lnTo>
                <a:lnTo>
                  <a:pt x="1164965" y="27194"/>
                </a:lnTo>
                <a:lnTo>
                  <a:pt x="1174897" y="26207"/>
                </a:lnTo>
                <a:lnTo>
                  <a:pt x="1184828" y="24989"/>
                </a:lnTo>
                <a:lnTo>
                  <a:pt x="1194759" y="25017"/>
                </a:lnTo>
                <a:lnTo>
                  <a:pt x="1204691" y="25529"/>
                </a:lnTo>
                <a:lnTo>
                  <a:pt x="1214622" y="24969"/>
                </a:lnTo>
                <a:lnTo>
                  <a:pt x="1224553" y="24118"/>
                </a:lnTo>
                <a:lnTo>
                  <a:pt x="1234485" y="24934"/>
                </a:lnTo>
                <a:lnTo>
                  <a:pt x="1244416" y="26647"/>
                </a:lnTo>
                <a:lnTo>
                  <a:pt x="1254347" y="26652"/>
                </a:lnTo>
                <a:lnTo>
                  <a:pt x="1264279" y="25187"/>
                </a:lnTo>
                <a:lnTo>
                  <a:pt x="1274210" y="24901"/>
                </a:lnTo>
                <a:lnTo>
                  <a:pt x="1284141" y="25835"/>
                </a:lnTo>
                <a:lnTo>
                  <a:pt x="1294073" y="25522"/>
                </a:lnTo>
                <a:lnTo>
                  <a:pt x="1304004" y="24057"/>
                </a:lnTo>
                <a:lnTo>
                  <a:pt x="1313936" y="24194"/>
                </a:lnTo>
                <a:lnTo>
                  <a:pt x="1323867" y="26237"/>
                </a:lnTo>
                <a:lnTo>
                  <a:pt x="1333798" y="27563"/>
                </a:lnTo>
                <a:lnTo>
                  <a:pt x="1343730" y="27126"/>
                </a:lnTo>
                <a:lnTo>
                  <a:pt x="1353661" y="26270"/>
                </a:lnTo>
                <a:lnTo>
                  <a:pt x="1363592" y="25506"/>
                </a:lnTo>
                <a:lnTo>
                  <a:pt x="1373524" y="24390"/>
                </a:lnTo>
                <a:lnTo>
                  <a:pt x="1383455" y="23874"/>
                </a:lnTo>
                <a:lnTo>
                  <a:pt x="1393386" y="25251"/>
                </a:lnTo>
                <a:lnTo>
                  <a:pt x="1403318" y="27371"/>
                </a:lnTo>
                <a:lnTo>
                  <a:pt x="1413249" y="27841"/>
                </a:lnTo>
                <a:lnTo>
                  <a:pt x="1423180" y="26352"/>
                </a:lnTo>
                <a:lnTo>
                  <a:pt x="1433112" y="24642"/>
                </a:lnTo>
                <a:lnTo>
                  <a:pt x="1443043" y="23850"/>
                </a:lnTo>
                <a:lnTo>
                  <a:pt x="1452974" y="23755"/>
                </a:lnTo>
                <a:lnTo>
                  <a:pt x="1462906" y="24138"/>
                </a:lnTo>
                <a:lnTo>
                  <a:pt x="1472837" y="25247"/>
                </a:lnTo>
                <a:lnTo>
                  <a:pt x="1482768" y="26699"/>
                </a:lnTo>
                <a:lnTo>
                  <a:pt x="1492700" y="27061"/>
                </a:lnTo>
                <a:lnTo>
                  <a:pt x="1502631" y="25513"/>
                </a:lnTo>
                <a:lnTo>
                  <a:pt x="1512563" y="23541"/>
                </a:lnTo>
                <a:lnTo>
                  <a:pt x="1522494" y="23567"/>
                </a:lnTo>
                <a:lnTo>
                  <a:pt x="1532425" y="25661"/>
                </a:lnTo>
                <a:lnTo>
                  <a:pt x="1542357" y="27274"/>
                </a:lnTo>
                <a:lnTo>
                  <a:pt x="1552288" y="26750"/>
                </a:lnTo>
                <a:lnTo>
                  <a:pt x="1562219" y="25163"/>
                </a:lnTo>
                <a:lnTo>
                  <a:pt x="1572151" y="24080"/>
                </a:lnTo>
                <a:lnTo>
                  <a:pt x="1582082" y="23706"/>
                </a:lnTo>
                <a:lnTo>
                  <a:pt x="1592013" y="24027"/>
                </a:lnTo>
                <a:lnTo>
                  <a:pt x="1601945" y="25459"/>
                </a:lnTo>
                <a:lnTo>
                  <a:pt x="1611876" y="27394"/>
                </a:lnTo>
                <a:lnTo>
                  <a:pt x="1621807" y="28146"/>
                </a:lnTo>
                <a:lnTo>
                  <a:pt x="1631739" y="27124"/>
                </a:lnTo>
                <a:lnTo>
                  <a:pt x="1641670" y="25490"/>
                </a:lnTo>
                <a:lnTo>
                  <a:pt x="1651601" y="24422"/>
                </a:lnTo>
                <a:lnTo>
                  <a:pt x="1661533" y="24210"/>
                </a:lnTo>
                <a:lnTo>
                  <a:pt x="1671464" y="24908"/>
                </a:lnTo>
                <a:lnTo>
                  <a:pt x="1681395" y="26369"/>
                </a:lnTo>
                <a:lnTo>
                  <a:pt x="1691327" y="27708"/>
                </a:lnTo>
                <a:lnTo>
                  <a:pt x="1701258" y="27839"/>
                </a:lnTo>
                <a:lnTo>
                  <a:pt x="1711190" y="26594"/>
                </a:lnTo>
                <a:lnTo>
                  <a:pt x="1721121" y="24904"/>
                </a:lnTo>
                <a:lnTo>
                  <a:pt x="1731052" y="24057"/>
                </a:lnTo>
                <a:lnTo>
                  <a:pt x="1740984" y="24762"/>
                </a:lnTo>
                <a:lnTo>
                  <a:pt x="1750915" y="26538"/>
                </a:lnTo>
                <a:lnTo>
                  <a:pt x="1760846" y="27986"/>
                </a:lnTo>
                <a:lnTo>
                  <a:pt x="1770778" y="27881"/>
                </a:lnTo>
                <a:lnTo>
                  <a:pt x="1780709" y="26103"/>
                </a:lnTo>
                <a:lnTo>
                  <a:pt x="1790640" y="23829"/>
                </a:lnTo>
                <a:lnTo>
                  <a:pt x="1800572" y="22860"/>
                </a:lnTo>
                <a:lnTo>
                  <a:pt x="1810503" y="23972"/>
                </a:lnTo>
                <a:lnTo>
                  <a:pt x="1820434" y="25947"/>
                </a:lnTo>
                <a:lnTo>
                  <a:pt x="1830366" y="27164"/>
                </a:lnTo>
                <a:lnTo>
                  <a:pt x="1840297" y="27517"/>
                </a:lnTo>
                <a:lnTo>
                  <a:pt x="1850228" y="27398"/>
                </a:lnTo>
                <a:lnTo>
                  <a:pt x="1860160" y="26259"/>
                </a:lnTo>
                <a:lnTo>
                  <a:pt x="1870091" y="24336"/>
                </a:lnTo>
                <a:lnTo>
                  <a:pt x="1880023" y="23726"/>
                </a:lnTo>
                <a:lnTo>
                  <a:pt x="1889954" y="25165"/>
                </a:lnTo>
                <a:lnTo>
                  <a:pt x="1899885" y="26351"/>
                </a:lnTo>
                <a:lnTo>
                  <a:pt x="1909817" y="26030"/>
                </a:lnTo>
                <a:lnTo>
                  <a:pt x="1919748" y="26149"/>
                </a:lnTo>
                <a:lnTo>
                  <a:pt x="1929679" y="27401"/>
                </a:lnTo>
                <a:lnTo>
                  <a:pt x="1939611" y="27266"/>
                </a:lnTo>
                <a:lnTo>
                  <a:pt x="1949542" y="25107"/>
                </a:lnTo>
                <a:lnTo>
                  <a:pt x="1959473" y="24095"/>
                </a:lnTo>
                <a:lnTo>
                  <a:pt x="1969405" y="25620"/>
                </a:lnTo>
                <a:lnTo>
                  <a:pt x="1979336" y="27097"/>
                </a:lnTo>
                <a:lnTo>
                  <a:pt x="1989267" y="26957"/>
                </a:lnTo>
                <a:lnTo>
                  <a:pt x="1999199" y="26482"/>
                </a:lnTo>
                <a:lnTo>
                  <a:pt x="2009130" y="26069"/>
                </a:lnTo>
                <a:lnTo>
                  <a:pt x="2019061" y="24986"/>
                </a:lnTo>
                <a:lnTo>
                  <a:pt x="2028993" y="24393"/>
                </a:lnTo>
                <a:lnTo>
                  <a:pt x="2038924" y="25661"/>
                </a:lnTo>
                <a:lnTo>
                  <a:pt x="2048855" y="27203"/>
                </a:lnTo>
                <a:lnTo>
                  <a:pt x="2058787" y="27186"/>
                </a:lnTo>
                <a:lnTo>
                  <a:pt x="2068718" y="26722"/>
                </a:lnTo>
                <a:lnTo>
                  <a:pt x="2078650" y="26946"/>
                </a:lnTo>
                <a:lnTo>
                  <a:pt x="2088581" y="26667"/>
                </a:lnTo>
                <a:lnTo>
                  <a:pt x="2098512" y="25551"/>
                </a:lnTo>
                <a:lnTo>
                  <a:pt x="2108444" y="25208"/>
                </a:lnTo>
                <a:lnTo>
                  <a:pt x="2118375" y="25510"/>
                </a:lnTo>
                <a:lnTo>
                  <a:pt x="2128306" y="24658"/>
                </a:lnTo>
                <a:lnTo>
                  <a:pt x="2138238" y="23485"/>
                </a:lnTo>
                <a:lnTo>
                  <a:pt x="2148169" y="24588"/>
                </a:lnTo>
                <a:lnTo>
                  <a:pt x="2158100" y="27215"/>
                </a:lnTo>
                <a:lnTo>
                  <a:pt x="2168032" y="28018"/>
                </a:lnTo>
                <a:lnTo>
                  <a:pt x="2177963" y="26496"/>
                </a:lnTo>
                <a:lnTo>
                  <a:pt x="2187894" y="25396"/>
                </a:lnTo>
                <a:lnTo>
                  <a:pt x="2197826" y="26198"/>
                </a:lnTo>
                <a:lnTo>
                  <a:pt x="2207757" y="27540"/>
                </a:lnTo>
                <a:lnTo>
                  <a:pt x="2217688" y="27702"/>
                </a:lnTo>
                <a:lnTo>
                  <a:pt x="2227620" y="26571"/>
                </a:lnTo>
                <a:lnTo>
                  <a:pt x="2237551" y="25213"/>
                </a:lnTo>
                <a:lnTo>
                  <a:pt x="2247482" y="24403"/>
                </a:lnTo>
                <a:lnTo>
                  <a:pt x="2257414" y="23991"/>
                </a:lnTo>
                <a:lnTo>
                  <a:pt x="2267345" y="24017"/>
                </a:lnTo>
                <a:lnTo>
                  <a:pt x="2277277" y="25208"/>
                </a:lnTo>
                <a:lnTo>
                  <a:pt x="2287208" y="27102"/>
                </a:lnTo>
                <a:lnTo>
                  <a:pt x="2297139" y="27600"/>
                </a:lnTo>
                <a:lnTo>
                  <a:pt x="2307071" y="26253"/>
                </a:lnTo>
                <a:lnTo>
                  <a:pt x="2317002" y="25294"/>
                </a:lnTo>
                <a:lnTo>
                  <a:pt x="2326933" y="25598"/>
                </a:lnTo>
                <a:lnTo>
                  <a:pt x="2336865" y="25435"/>
                </a:lnTo>
                <a:lnTo>
                  <a:pt x="2346796" y="24740"/>
                </a:lnTo>
                <a:lnTo>
                  <a:pt x="2356727" y="25692"/>
                </a:lnTo>
                <a:lnTo>
                  <a:pt x="2366659" y="27714"/>
                </a:lnTo>
                <a:lnTo>
                  <a:pt x="2376590" y="27515"/>
                </a:lnTo>
                <a:lnTo>
                  <a:pt x="2386521" y="24993"/>
                </a:lnTo>
                <a:lnTo>
                  <a:pt x="2396453" y="23447"/>
                </a:lnTo>
                <a:lnTo>
                  <a:pt x="2406384" y="23945"/>
                </a:lnTo>
                <a:lnTo>
                  <a:pt x="2416315" y="24847"/>
                </a:lnTo>
                <a:lnTo>
                  <a:pt x="2426247" y="25775"/>
                </a:lnTo>
                <a:lnTo>
                  <a:pt x="2436178" y="27039"/>
                </a:lnTo>
                <a:lnTo>
                  <a:pt x="2446109" y="27243"/>
                </a:lnTo>
                <a:lnTo>
                  <a:pt x="2456041" y="25650"/>
                </a:lnTo>
                <a:lnTo>
                  <a:pt x="2465972" y="24156"/>
                </a:lnTo>
                <a:lnTo>
                  <a:pt x="2475904" y="24145"/>
                </a:lnTo>
                <a:lnTo>
                  <a:pt x="2485835" y="24833"/>
                </a:lnTo>
                <a:lnTo>
                  <a:pt x="2495766" y="25904"/>
                </a:lnTo>
                <a:lnTo>
                  <a:pt x="2505698" y="27591"/>
                </a:lnTo>
                <a:lnTo>
                  <a:pt x="2515629" y="28342"/>
                </a:lnTo>
                <a:lnTo>
                  <a:pt x="2525560" y="26818"/>
                </a:lnTo>
                <a:lnTo>
                  <a:pt x="2535492" y="24904"/>
                </a:lnTo>
                <a:lnTo>
                  <a:pt x="2545423" y="24766"/>
                </a:lnTo>
                <a:lnTo>
                  <a:pt x="2555354" y="25478"/>
                </a:lnTo>
                <a:lnTo>
                  <a:pt x="2565286" y="25746"/>
                </a:lnTo>
                <a:lnTo>
                  <a:pt x="2575217" y="26229"/>
                </a:lnTo>
                <a:lnTo>
                  <a:pt x="2585148" y="26804"/>
                </a:lnTo>
                <a:lnTo>
                  <a:pt x="2595080" y="26072"/>
                </a:lnTo>
                <a:lnTo>
                  <a:pt x="2605011" y="24847"/>
                </a:lnTo>
                <a:lnTo>
                  <a:pt x="2614942" y="25309"/>
                </a:lnTo>
                <a:lnTo>
                  <a:pt x="2624874" y="26703"/>
                </a:lnTo>
                <a:lnTo>
                  <a:pt x="2634805" y="26757"/>
                </a:lnTo>
                <a:lnTo>
                  <a:pt x="2644736" y="26009"/>
                </a:lnTo>
                <a:lnTo>
                  <a:pt x="2654668" y="26117"/>
                </a:lnTo>
                <a:lnTo>
                  <a:pt x="2664599" y="26329"/>
                </a:lnTo>
                <a:lnTo>
                  <a:pt x="2674531" y="25750"/>
                </a:lnTo>
                <a:lnTo>
                  <a:pt x="2684462" y="25752"/>
                </a:lnTo>
                <a:lnTo>
                  <a:pt x="2694393" y="26875"/>
                </a:lnTo>
                <a:lnTo>
                  <a:pt x="2704325" y="27228"/>
                </a:lnTo>
                <a:lnTo>
                  <a:pt x="2714256" y="26213"/>
                </a:lnTo>
                <a:lnTo>
                  <a:pt x="2724187" y="25593"/>
                </a:lnTo>
                <a:lnTo>
                  <a:pt x="2734119" y="25842"/>
                </a:lnTo>
                <a:lnTo>
                  <a:pt x="2744050" y="25724"/>
                </a:lnTo>
                <a:lnTo>
                  <a:pt x="2753981" y="25419"/>
                </a:lnTo>
                <a:lnTo>
                  <a:pt x="2763913" y="25980"/>
                </a:lnTo>
                <a:lnTo>
                  <a:pt x="2773844" y="26708"/>
                </a:lnTo>
                <a:lnTo>
                  <a:pt x="2783775" y="26511"/>
                </a:lnTo>
                <a:lnTo>
                  <a:pt x="2793707" y="26007"/>
                </a:lnTo>
                <a:lnTo>
                  <a:pt x="2803638" y="25763"/>
                </a:lnTo>
                <a:lnTo>
                  <a:pt x="2813569" y="25119"/>
                </a:lnTo>
                <a:lnTo>
                  <a:pt x="2823501" y="24368"/>
                </a:lnTo>
                <a:lnTo>
                  <a:pt x="2833432" y="24857"/>
                </a:lnTo>
                <a:lnTo>
                  <a:pt x="2843363" y="26269"/>
                </a:lnTo>
                <a:lnTo>
                  <a:pt x="2853295" y="27131"/>
                </a:lnTo>
                <a:lnTo>
                  <a:pt x="2863226" y="27484"/>
                </a:lnTo>
                <a:lnTo>
                  <a:pt x="2873158" y="27795"/>
                </a:lnTo>
                <a:lnTo>
                  <a:pt x="2883089" y="27035"/>
                </a:lnTo>
                <a:lnTo>
                  <a:pt x="2893020" y="25115"/>
                </a:lnTo>
                <a:lnTo>
                  <a:pt x="2902952" y="24455"/>
                </a:lnTo>
                <a:lnTo>
                  <a:pt x="2912883" y="26032"/>
                </a:lnTo>
                <a:lnTo>
                  <a:pt x="2922814" y="27284"/>
                </a:lnTo>
                <a:lnTo>
                  <a:pt x="2932746" y="26531"/>
                </a:lnTo>
                <a:lnTo>
                  <a:pt x="2942677" y="25482"/>
                </a:lnTo>
                <a:lnTo>
                  <a:pt x="2952608" y="25427"/>
                </a:lnTo>
                <a:lnTo>
                  <a:pt x="2962540" y="25345"/>
                </a:lnTo>
                <a:lnTo>
                  <a:pt x="2972471" y="25097"/>
                </a:lnTo>
                <a:lnTo>
                  <a:pt x="2982402" y="25955"/>
                </a:lnTo>
                <a:lnTo>
                  <a:pt x="2992334" y="27340"/>
                </a:lnTo>
                <a:lnTo>
                  <a:pt x="3002265" y="27390"/>
                </a:lnTo>
                <a:lnTo>
                  <a:pt x="3012196" y="26521"/>
                </a:lnTo>
                <a:lnTo>
                  <a:pt x="3022128" y="26350"/>
                </a:lnTo>
                <a:lnTo>
                  <a:pt x="3032059" y="26314"/>
                </a:lnTo>
                <a:lnTo>
                  <a:pt x="3041990" y="25280"/>
                </a:lnTo>
                <a:lnTo>
                  <a:pt x="3051922" y="24531"/>
                </a:lnTo>
                <a:lnTo>
                  <a:pt x="3061853" y="25428"/>
                </a:lnTo>
                <a:lnTo>
                  <a:pt x="3071785" y="26445"/>
                </a:lnTo>
                <a:lnTo>
                  <a:pt x="3081716" y="25841"/>
                </a:lnTo>
                <a:lnTo>
                  <a:pt x="3091647" y="24739"/>
                </a:lnTo>
                <a:lnTo>
                  <a:pt x="3101579" y="24849"/>
                </a:lnTo>
                <a:lnTo>
                  <a:pt x="3111510" y="25830"/>
                </a:lnTo>
                <a:lnTo>
                  <a:pt x="3121441" y="26852"/>
                </a:lnTo>
                <a:lnTo>
                  <a:pt x="3131373" y="28024"/>
                </a:lnTo>
                <a:lnTo>
                  <a:pt x="3141304" y="28885"/>
                </a:lnTo>
                <a:lnTo>
                  <a:pt x="3151235" y="28218"/>
                </a:lnTo>
                <a:lnTo>
                  <a:pt x="3161167" y="26309"/>
                </a:lnTo>
                <a:lnTo>
                  <a:pt x="3171098" y="25021"/>
                </a:lnTo>
                <a:lnTo>
                  <a:pt x="3181029" y="25194"/>
                </a:lnTo>
                <a:lnTo>
                  <a:pt x="3190961" y="25920"/>
                </a:lnTo>
                <a:lnTo>
                  <a:pt x="3200892" y="26313"/>
                </a:lnTo>
                <a:lnTo>
                  <a:pt x="3210823" y="26283"/>
                </a:lnTo>
                <a:lnTo>
                  <a:pt x="3220755" y="25944"/>
                </a:lnTo>
                <a:lnTo>
                  <a:pt x="3230686" y="25586"/>
                </a:lnTo>
                <a:lnTo>
                  <a:pt x="3240617" y="25744"/>
                </a:lnTo>
                <a:lnTo>
                  <a:pt x="3250549" y="26370"/>
                </a:lnTo>
                <a:lnTo>
                  <a:pt x="3260480" y="26692"/>
                </a:lnTo>
                <a:lnTo>
                  <a:pt x="3270412" y="26531"/>
                </a:lnTo>
                <a:lnTo>
                  <a:pt x="3280343" y="26751"/>
                </a:lnTo>
                <a:lnTo>
                  <a:pt x="3290274" y="27579"/>
                </a:lnTo>
                <a:lnTo>
                  <a:pt x="3300206" y="27611"/>
                </a:lnTo>
                <a:lnTo>
                  <a:pt x="3310137" y="25859"/>
                </a:lnTo>
                <a:lnTo>
                  <a:pt x="3320068" y="23900"/>
                </a:lnTo>
                <a:lnTo>
                  <a:pt x="3330000" y="24081"/>
                </a:lnTo>
                <a:lnTo>
                  <a:pt x="3339931" y="25997"/>
                </a:lnTo>
                <a:lnTo>
                  <a:pt x="3349862" y="27088"/>
                </a:lnTo>
                <a:lnTo>
                  <a:pt x="3359794" y="26615"/>
                </a:lnTo>
                <a:lnTo>
                  <a:pt x="3369725" y="26128"/>
                </a:lnTo>
                <a:lnTo>
                  <a:pt x="3379656" y="25933"/>
                </a:lnTo>
                <a:lnTo>
                  <a:pt x="3389588" y="24688"/>
                </a:lnTo>
                <a:lnTo>
                  <a:pt x="3399519" y="23021"/>
                </a:lnTo>
                <a:lnTo>
                  <a:pt x="3409450" y="23497"/>
                </a:lnTo>
                <a:lnTo>
                  <a:pt x="3419382" y="26088"/>
                </a:lnTo>
                <a:lnTo>
                  <a:pt x="3429313" y="27720"/>
                </a:lnTo>
                <a:lnTo>
                  <a:pt x="3439245" y="27172"/>
                </a:lnTo>
                <a:lnTo>
                  <a:pt x="3449176" y="26464"/>
                </a:lnTo>
                <a:lnTo>
                  <a:pt x="3459107" y="26777"/>
                </a:lnTo>
                <a:lnTo>
                  <a:pt x="3469039" y="26894"/>
                </a:lnTo>
                <a:lnTo>
                  <a:pt x="3478970" y="26181"/>
                </a:lnTo>
                <a:lnTo>
                  <a:pt x="3488901" y="25607"/>
                </a:lnTo>
                <a:lnTo>
                  <a:pt x="3498833" y="25512"/>
                </a:lnTo>
                <a:lnTo>
                  <a:pt x="3508764" y="25252"/>
                </a:lnTo>
                <a:lnTo>
                  <a:pt x="3518695" y="24999"/>
                </a:lnTo>
                <a:lnTo>
                  <a:pt x="3528627" y="25597"/>
                </a:lnTo>
                <a:lnTo>
                  <a:pt x="3538558" y="26794"/>
                </a:lnTo>
                <a:lnTo>
                  <a:pt x="3548489" y="27253"/>
                </a:lnTo>
                <a:lnTo>
                  <a:pt x="3558421" y="26279"/>
                </a:lnTo>
                <a:lnTo>
                  <a:pt x="3568352" y="24807"/>
                </a:lnTo>
                <a:lnTo>
                  <a:pt x="3578283" y="24487"/>
                </a:lnTo>
                <a:lnTo>
                  <a:pt x="3588215" y="25677"/>
                </a:lnTo>
                <a:lnTo>
                  <a:pt x="3598146" y="26775"/>
                </a:lnTo>
                <a:lnTo>
                  <a:pt x="3608077" y="26399"/>
                </a:lnTo>
                <a:lnTo>
                  <a:pt x="3618009" y="25455"/>
                </a:lnTo>
                <a:lnTo>
                  <a:pt x="3627940" y="25535"/>
                </a:lnTo>
                <a:lnTo>
                  <a:pt x="3637872" y="26347"/>
                </a:lnTo>
                <a:lnTo>
                  <a:pt x="3647803" y="26605"/>
                </a:lnTo>
                <a:lnTo>
                  <a:pt x="3657734" y="26325"/>
                </a:lnTo>
                <a:lnTo>
                  <a:pt x="3667666" y="26375"/>
                </a:lnTo>
                <a:lnTo>
                  <a:pt x="3677597" y="26847"/>
                </a:lnTo>
                <a:lnTo>
                  <a:pt x="3687528" y="27227"/>
                </a:lnTo>
                <a:lnTo>
                  <a:pt x="3697460" y="27134"/>
                </a:lnTo>
                <a:lnTo>
                  <a:pt x="3707391" y="26393"/>
                </a:lnTo>
                <a:lnTo>
                  <a:pt x="3717322" y="25385"/>
                </a:lnTo>
                <a:lnTo>
                  <a:pt x="3727254" y="24952"/>
                </a:lnTo>
                <a:lnTo>
                  <a:pt x="3737185" y="25186"/>
                </a:lnTo>
                <a:lnTo>
                  <a:pt x="3747116" y="25506"/>
                </a:lnTo>
                <a:lnTo>
                  <a:pt x="3757048" y="26065"/>
                </a:lnTo>
                <a:lnTo>
                  <a:pt x="3766979" y="26991"/>
                </a:lnTo>
                <a:lnTo>
                  <a:pt x="3776910" y="26899"/>
                </a:lnTo>
                <a:lnTo>
                  <a:pt x="3786842" y="25077"/>
                </a:lnTo>
                <a:lnTo>
                  <a:pt x="3796773" y="23712"/>
                </a:lnTo>
                <a:lnTo>
                  <a:pt x="3806704" y="24599"/>
                </a:lnTo>
                <a:lnTo>
                  <a:pt x="3816636" y="25984"/>
                </a:lnTo>
                <a:lnTo>
                  <a:pt x="3826567" y="25921"/>
                </a:lnTo>
                <a:lnTo>
                  <a:pt x="3836499" y="25429"/>
                </a:lnTo>
                <a:lnTo>
                  <a:pt x="3846430" y="25448"/>
                </a:lnTo>
                <a:lnTo>
                  <a:pt x="3856361" y="25016"/>
                </a:lnTo>
                <a:lnTo>
                  <a:pt x="3866293" y="24574"/>
                </a:lnTo>
                <a:lnTo>
                  <a:pt x="3876224" y="25878"/>
                </a:lnTo>
                <a:lnTo>
                  <a:pt x="3886155" y="27717"/>
                </a:lnTo>
                <a:lnTo>
                  <a:pt x="3896087" y="27433"/>
                </a:lnTo>
                <a:lnTo>
                  <a:pt x="3906018" y="26143"/>
                </a:lnTo>
                <a:lnTo>
                  <a:pt x="3915949" y="26399"/>
                </a:lnTo>
                <a:lnTo>
                  <a:pt x="3925881" y="26878"/>
                </a:lnTo>
                <a:lnTo>
                  <a:pt x="3935812" y="25687"/>
                </a:lnTo>
                <a:lnTo>
                  <a:pt x="3945743" y="25176"/>
                </a:lnTo>
                <a:lnTo>
                  <a:pt x="3955675" y="27240"/>
                </a:lnTo>
                <a:lnTo>
                  <a:pt x="3965606" y="28722"/>
                </a:lnTo>
                <a:lnTo>
                  <a:pt x="3975537" y="27120"/>
                </a:lnTo>
                <a:lnTo>
                  <a:pt x="3985469" y="25236"/>
                </a:lnTo>
                <a:lnTo>
                  <a:pt x="3995400" y="25559"/>
                </a:lnTo>
                <a:lnTo>
                  <a:pt x="4005331" y="26243"/>
                </a:lnTo>
                <a:lnTo>
                  <a:pt x="4015263" y="25975"/>
                </a:lnTo>
                <a:lnTo>
                  <a:pt x="4025194" y="26402"/>
                </a:lnTo>
                <a:lnTo>
                  <a:pt x="4035126" y="27684"/>
                </a:lnTo>
                <a:lnTo>
                  <a:pt x="4045057" y="27707"/>
                </a:lnTo>
                <a:lnTo>
                  <a:pt x="4054988" y="26386"/>
                </a:lnTo>
                <a:lnTo>
                  <a:pt x="4064920" y="25562"/>
                </a:lnTo>
                <a:lnTo>
                  <a:pt x="4074851" y="25441"/>
                </a:lnTo>
                <a:lnTo>
                  <a:pt x="4084782" y="25364"/>
                </a:lnTo>
                <a:lnTo>
                  <a:pt x="4094714" y="25923"/>
                </a:lnTo>
                <a:lnTo>
                  <a:pt x="4104645" y="26973"/>
                </a:lnTo>
                <a:lnTo>
                  <a:pt x="4114576" y="26667"/>
                </a:lnTo>
                <a:lnTo>
                  <a:pt x="4124508" y="24884"/>
                </a:lnTo>
                <a:lnTo>
                  <a:pt x="4134439" y="24094"/>
                </a:lnTo>
                <a:lnTo>
                  <a:pt x="4144370" y="25293"/>
                </a:lnTo>
                <a:lnTo>
                  <a:pt x="4154302" y="26573"/>
                </a:lnTo>
                <a:lnTo>
                  <a:pt x="4164233" y="26523"/>
                </a:lnTo>
                <a:lnTo>
                  <a:pt x="4174164" y="26008"/>
                </a:lnTo>
                <a:lnTo>
                  <a:pt x="4184096" y="26188"/>
                </a:lnTo>
                <a:lnTo>
                  <a:pt x="4194027" y="26863"/>
                </a:lnTo>
                <a:lnTo>
                  <a:pt x="4203958" y="26950"/>
                </a:lnTo>
                <a:lnTo>
                  <a:pt x="4213890" y="25867"/>
                </a:lnTo>
                <a:lnTo>
                  <a:pt x="4223821" y="24560"/>
                </a:lnTo>
                <a:lnTo>
                  <a:pt x="4233753" y="24533"/>
                </a:lnTo>
                <a:lnTo>
                  <a:pt x="4243684" y="25600"/>
                </a:lnTo>
                <a:lnTo>
                  <a:pt x="4253615" y="26213"/>
                </a:lnTo>
                <a:lnTo>
                  <a:pt x="4263547" y="26167"/>
                </a:lnTo>
                <a:lnTo>
                  <a:pt x="4273478" y="26539"/>
                </a:lnTo>
                <a:lnTo>
                  <a:pt x="4283409" y="27107"/>
                </a:lnTo>
                <a:lnTo>
                  <a:pt x="4293341" y="26773"/>
                </a:lnTo>
                <a:lnTo>
                  <a:pt x="4303272" y="26028"/>
                </a:lnTo>
                <a:lnTo>
                  <a:pt x="4313203" y="26056"/>
                </a:lnTo>
                <a:lnTo>
                  <a:pt x="4323135" y="26455"/>
                </a:lnTo>
                <a:lnTo>
                  <a:pt x="4333066" y="26393"/>
                </a:lnTo>
                <a:lnTo>
                  <a:pt x="4342997" y="26316"/>
                </a:lnTo>
                <a:lnTo>
                  <a:pt x="4352929" y="26569"/>
                </a:lnTo>
                <a:lnTo>
                  <a:pt x="4362860" y="26521"/>
                </a:lnTo>
                <a:lnTo>
                  <a:pt x="4372791" y="26219"/>
                </a:lnTo>
                <a:lnTo>
                  <a:pt x="4382723" y="26372"/>
                </a:lnTo>
                <a:lnTo>
                  <a:pt x="4392654" y="26531"/>
                </a:lnTo>
                <a:lnTo>
                  <a:pt x="4402585" y="25915"/>
                </a:lnTo>
                <a:lnTo>
                  <a:pt x="4412517" y="25245"/>
                </a:lnTo>
                <a:lnTo>
                  <a:pt x="4422448" y="25291"/>
                </a:lnTo>
                <a:lnTo>
                  <a:pt x="4432380" y="25362"/>
                </a:lnTo>
                <a:lnTo>
                  <a:pt x="4442311" y="25240"/>
                </a:lnTo>
                <a:lnTo>
                  <a:pt x="4452242" y="25877"/>
                </a:lnTo>
                <a:lnTo>
                  <a:pt x="4462174" y="26709"/>
                </a:lnTo>
                <a:lnTo>
                  <a:pt x="4472105" y="25894"/>
                </a:lnTo>
                <a:lnTo>
                  <a:pt x="4482036" y="24168"/>
                </a:lnTo>
                <a:lnTo>
                  <a:pt x="4491968" y="24277"/>
                </a:lnTo>
                <a:lnTo>
                  <a:pt x="4501899" y="26100"/>
                </a:lnTo>
                <a:lnTo>
                  <a:pt x="4511830" y="26760"/>
                </a:lnTo>
                <a:lnTo>
                  <a:pt x="4521762" y="25670"/>
                </a:lnTo>
                <a:lnTo>
                  <a:pt x="4531693" y="25109"/>
                </a:lnTo>
                <a:lnTo>
                  <a:pt x="4541624" y="25947"/>
                </a:lnTo>
                <a:lnTo>
                  <a:pt x="4551556" y="26717"/>
                </a:lnTo>
                <a:lnTo>
                  <a:pt x="4561487" y="26607"/>
                </a:lnTo>
                <a:lnTo>
                  <a:pt x="4571418" y="26179"/>
                </a:lnTo>
                <a:lnTo>
                  <a:pt x="4581350" y="25727"/>
                </a:lnTo>
                <a:lnTo>
                  <a:pt x="4591281" y="25370"/>
                </a:lnTo>
                <a:lnTo>
                  <a:pt x="4601212" y="25902"/>
                </a:lnTo>
                <a:lnTo>
                  <a:pt x="4611144" y="27467"/>
                </a:lnTo>
                <a:lnTo>
                  <a:pt x="4621075" y="28358"/>
                </a:lnTo>
                <a:lnTo>
                  <a:pt x="4631007" y="27024"/>
                </a:lnTo>
                <a:lnTo>
                  <a:pt x="4640938" y="24555"/>
                </a:lnTo>
                <a:lnTo>
                  <a:pt x="4650869" y="23440"/>
                </a:lnTo>
                <a:lnTo>
                  <a:pt x="4660801" y="24245"/>
                </a:lnTo>
                <a:lnTo>
                  <a:pt x="4670732" y="25399"/>
                </a:lnTo>
                <a:lnTo>
                  <a:pt x="4680663" y="26102"/>
                </a:lnTo>
                <a:lnTo>
                  <a:pt x="4690595" y="27014"/>
                </a:lnTo>
                <a:lnTo>
                  <a:pt x="4700526" y="27699"/>
                </a:lnTo>
                <a:lnTo>
                  <a:pt x="4710457" y="26537"/>
                </a:lnTo>
                <a:lnTo>
                  <a:pt x="4720389" y="24260"/>
                </a:lnTo>
                <a:lnTo>
                  <a:pt x="4730320" y="23976"/>
                </a:lnTo>
                <a:lnTo>
                  <a:pt x="4740251" y="26065"/>
                </a:lnTo>
                <a:lnTo>
                  <a:pt x="4750183" y="27126"/>
                </a:lnTo>
                <a:lnTo>
                  <a:pt x="4760114" y="25706"/>
                </a:lnTo>
                <a:lnTo>
                  <a:pt x="4770045" y="24483"/>
                </a:lnTo>
                <a:lnTo>
                  <a:pt x="4779977" y="24967"/>
                </a:lnTo>
                <a:lnTo>
                  <a:pt x="4789908" y="25143"/>
                </a:lnTo>
                <a:lnTo>
                  <a:pt x="4799839" y="24151"/>
                </a:lnTo>
                <a:lnTo>
                  <a:pt x="4809771" y="23998"/>
                </a:lnTo>
                <a:lnTo>
                  <a:pt x="4819702" y="25103"/>
                </a:lnTo>
                <a:lnTo>
                  <a:pt x="4829634" y="25386"/>
                </a:lnTo>
                <a:lnTo>
                  <a:pt x="4839565" y="24694"/>
                </a:lnTo>
                <a:lnTo>
                  <a:pt x="4849496" y="25027"/>
                </a:lnTo>
                <a:lnTo>
                  <a:pt x="4859428" y="26165"/>
                </a:lnTo>
                <a:lnTo>
                  <a:pt x="4869359" y="26038"/>
                </a:lnTo>
                <a:lnTo>
                  <a:pt x="4879290" y="24948"/>
                </a:lnTo>
                <a:lnTo>
                  <a:pt x="4889222" y="24800"/>
                </a:lnTo>
                <a:lnTo>
                  <a:pt x="4899153" y="25254"/>
                </a:lnTo>
                <a:lnTo>
                  <a:pt x="4909084" y="24905"/>
                </a:lnTo>
                <a:lnTo>
                  <a:pt x="4919016" y="24584"/>
                </a:lnTo>
                <a:lnTo>
                  <a:pt x="4928947" y="25622"/>
                </a:lnTo>
                <a:lnTo>
                  <a:pt x="4938878" y="26814"/>
                </a:lnTo>
                <a:lnTo>
                  <a:pt x="4948810" y="26511"/>
                </a:lnTo>
                <a:lnTo>
                  <a:pt x="4958741" y="25587"/>
                </a:lnTo>
                <a:lnTo>
                  <a:pt x="4968672" y="25508"/>
                </a:lnTo>
                <a:lnTo>
                  <a:pt x="4978604" y="25745"/>
                </a:lnTo>
                <a:lnTo>
                  <a:pt x="4988535" y="25488"/>
                </a:lnTo>
                <a:lnTo>
                  <a:pt x="4998466" y="25598"/>
                </a:lnTo>
                <a:lnTo>
                  <a:pt x="5008398" y="26672"/>
                </a:lnTo>
                <a:lnTo>
                  <a:pt x="5018329" y="27365"/>
                </a:lnTo>
                <a:lnTo>
                  <a:pt x="5028261" y="26644"/>
                </a:lnTo>
                <a:lnTo>
                  <a:pt x="5038192" y="25736"/>
                </a:lnTo>
                <a:lnTo>
                  <a:pt x="5048123" y="25929"/>
                </a:lnTo>
                <a:lnTo>
                  <a:pt x="5058055" y="26301"/>
                </a:lnTo>
                <a:lnTo>
                  <a:pt x="5067986" y="25705"/>
                </a:lnTo>
                <a:lnTo>
                  <a:pt x="5077917" y="25211"/>
                </a:lnTo>
                <a:lnTo>
                  <a:pt x="5087849" y="26172"/>
                </a:lnTo>
                <a:lnTo>
                  <a:pt x="5097780" y="27379"/>
                </a:lnTo>
              </a:path>
            </a:pathLst>
          </a:custGeom>
          <a:solidFill>
            <a:srgbClr val="FFFFFF">
              <a:alpha val="0"/>
            </a:srgbClr>
          </a:solidFill>
          <a:ln w="10922" cap="rnd">
            <a:solidFill>
              <a:srgbClr val="BA4A00"/>
            </a:solidFill>
            <a:prstDash val="solid"/>
          </a:ln>
        </p:spPr>
      </p:sp>
      <p:sp>
        <p:nvSpPr>
          <p:cNvPr id="48" name="Text 46"/>
          <p:cNvSpPr/>
          <p:nvPr/>
        </p:nvSpPr>
        <p:spPr>
          <a:xfrm>
            <a:off x="484632" y="5052060"/>
            <a:ext cx="347472" cy="192024"/>
          </a:xfrm>
          <a:prstGeom prst="rect">
            <a:avLst/>
          </a:prstGeom>
          <a:noFill/>
          <a:ln/>
        </p:spPr>
        <p:txBody>
          <a:bodyPr wrap="square" lIns="0" tIns="0" rIns="0" bIns="0" rtlCol="0" anchor="t"/>
          <a:lstStyle/>
          <a:p>
            <a:pPr algn="r" indent="0" marL="0">
              <a:lnSpc>
                <a:spcPct val="100000"/>
              </a:lnSpc>
              <a:buNone/>
            </a:pPr>
            <a:r>
              <a:rPr lang="ko-KR" altLang="en-US" sz="850" dirty="0">
                <a:solidFill>
                  <a:srgbClr val="647986"/>
                </a:solidFill>
                <a:latin typeface="Pretendard" pitchFamily="34" charset="0"/>
                <a:ea typeface="Pretendard" pitchFamily="34" charset="-122"/>
                <a:cs typeface="Pretendard" pitchFamily="34" charset="-120"/>
              </a:rPr>
              <a:t>0.0</a:t>
            </a:r>
            <a:endParaRPr lang="ko-KR" sz="850" dirty="0"/>
          </a:p>
        </p:txBody>
      </p:sp>
      <p:sp>
        <p:nvSpPr>
          <p:cNvPr id="49" name="Text 47"/>
          <p:cNvSpPr/>
          <p:nvPr/>
        </p:nvSpPr>
        <p:spPr>
          <a:xfrm>
            <a:off x="5065776" y="5061204"/>
            <a:ext cx="841248" cy="164592"/>
          </a:xfrm>
          <a:prstGeom prst="rect">
            <a:avLst/>
          </a:prstGeom>
          <a:noFill/>
          <a:ln/>
        </p:spPr>
        <p:txBody>
          <a:bodyPr wrap="square" lIns="0" tIns="0" rIns="0" bIns="0" rtlCol="0" anchor="t"/>
          <a:lstStyle/>
          <a:p>
            <a:pPr algn="r" indent="0" marL="0">
              <a:lnSpc>
                <a:spcPct val="100000"/>
              </a:lnSpc>
              <a:buNone/>
            </a:pPr>
            <a:r>
              <a:rPr lang="ko-KR" altLang="en-US" sz="870" dirty="0">
                <a:solidFill>
                  <a:srgbClr val="BA4A00"/>
                </a:solidFill>
                <a:latin typeface="Pretendard" pitchFamily="34" charset="0"/>
                <a:ea typeface="Pretendard" pitchFamily="34" charset="-122"/>
                <a:cs typeface="Pretendard" pitchFamily="34" charset="-120"/>
              </a:rPr>
              <a:t>남은 오차</a:t>
            </a:r>
            <a:endParaRPr lang="ko-KR" sz="870" dirty="0"/>
          </a:p>
        </p:txBody>
      </p:sp>
      <p:sp>
        <p:nvSpPr>
          <p:cNvPr id="50" name="Shape 48"/>
          <p:cNvSpPr/>
          <p:nvPr/>
        </p:nvSpPr>
        <p:spPr>
          <a:xfrm>
            <a:off x="905256" y="5257800"/>
            <a:ext cx="0" cy="32004"/>
          </a:xfrm>
          <a:prstGeom prst="line">
            <a:avLst/>
          </a:prstGeom>
          <a:noFill/>
          <a:ln w="6350">
            <a:solidFill>
              <a:srgbClr val="647986"/>
            </a:solidFill>
            <a:prstDash val="solid"/>
          </a:ln>
        </p:spPr>
      </p:sp>
      <p:sp>
        <p:nvSpPr>
          <p:cNvPr id="51" name="Text 49"/>
          <p:cNvSpPr/>
          <p:nvPr/>
        </p:nvSpPr>
        <p:spPr>
          <a:xfrm>
            <a:off x="694944" y="5298948"/>
            <a:ext cx="420624" cy="182880"/>
          </a:xfrm>
          <a:prstGeom prst="rect">
            <a:avLst/>
          </a:prstGeom>
          <a:noFill/>
          <a:ln/>
        </p:spPr>
        <p:txBody>
          <a:bodyPr wrap="square" lIns="0" tIns="0" rIns="0" bIns="0" rtlCol="0" anchor="t"/>
          <a:lstStyle/>
          <a:p>
            <a:pPr algn="ctr" indent="0" marL="0">
              <a:lnSpc>
                <a:spcPct val="100000"/>
              </a:lnSpc>
              <a:buNone/>
            </a:pPr>
            <a:r>
              <a:rPr lang="ko-KR" altLang="en-US" sz="900" dirty="0">
                <a:solidFill>
                  <a:srgbClr val="647986"/>
                </a:solidFill>
                <a:latin typeface="Pretendard" pitchFamily="34" charset="0"/>
                <a:ea typeface="Pretendard" pitchFamily="34" charset="-122"/>
                <a:cs typeface="Pretendard" pitchFamily="34" charset="-120"/>
              </a:rPr>
              <a:t>0</a:t>
            </a:r>
            <a:endParaRPr lang="ko-KR" sz="900" dirty="0"/>
          </a:p>
        </p:txBody>
      </p:sp>
      <p:sp>
        <p:nvSpPr>
          <p:cNvPr id="52" name="Shape 50"/>
          <p:cNvSpPr/>
          <p:nvPr/>
        </p:nvSpPr>
        <p:spPr>
          <a:xfrm>
            <a:off x="1898391" y="5257800"/>
            <a:ext cx="0" cy="32004"/>
          </a:xfrm>
          <a:prstGeom prst="line">
            <a:avLst/>
          </a:prstGeom>
          <a:noFill/>
          <a:ln w="6350">
            <a:solidFill>
              <a:srgbClr val="647986"/>
            </a:solidFill>
            <a:prstDash val="solid"/>
          </a:ln>
        </p:spPr>
      </p:sp>
      <p:sp>
        <p:nvSpPr>
          <p:cNvPr id="53" name="Text 51"/>
          <p:cNvSpPr/>
          <p:nvPr/>
        </p:nvSpPr>
        <p:spPr>
          <a:xfrm>
            <a:off x="1688079" y="5298948"/>
            <a:ext cx="420624" cy="182880"/>
          </a:xfrm>
          <a:prstGeom prst="rect">
            <a:avLst/>
          </a:prstGeom>
          <a:noFill/>
          <a:ln/>
        </p:spPr>
        <p:txBody>
          <a:bodyPr wrap="square" lIns="0" tIns="0" rIns="0" bIns="0" rtlCol="0" anchor="t"/>
          <a:lstStyle/>
          <a:p>
            <a:pPr algn="ctr" indent="0" marL="0">
              <a:lnSpc>
                <a:spcPct val="100000"/>
              </a:lnSpc>
              <a:buNone/>
            </a:pPr>
            <a:r>
              <a:rPr lang="ko-KR" altLang="en-US" sz="900" dirty="0">
                <a:solidFill>
                  <a:srgbClr val="647986"/>
                </a:solidFill>
                <a:latin typeface="Pretendard" pitchFamily="34" charset="0"/>
                <a:ea typeface="Pretendard" pitchFamily="34" charset="-122"/>
                <a:cs typeface="Pretendard" pitchFamily="34" charset="-120"/>
              </a:rPr>
              <a:t>1</a:t>
            </a:r>
            <a:endParaRPr lang="ko-KR" sz="900" dirty="0"/>
          </a:p>
        </p:txBody>
      </p:sp>
      <p:sp>
        <p:nvSpPr>
          <p:cNvPr id="54" name="Shape 52"/>
          <p:cNvSpPr/>
          <p:nvPr/>
        </p:nvSpPr>
        <p:spPr>
          <a:xfrm>
            <a:off x="2891526" y="5257800"/>
            <a:ext cx="0" cy="32004"/>
          </a:xfrm>
          <a:prstGeom prst="line">
            <a:avLst/>
          </a:prstGeom>
          <a:noFill/>
          <a:ln w="6350">
            <a:solidFill>
              <a:srgbClr val="647986"/>
            </a:solidFill>
            <a:prstDash val="solid"/>
          </a:ln>
        </p:spPr>
      </p:sp>
      <p:sp>
        <p:nvSpPr>
          <p:cNvPr id="55" name="Text 53"/>
          <p:cNvSpPr/>
          <p:nvPr/>
        </p:nvSpPr>
        <p:spPr>
          <a:xfrm>
            <a:off x="2681214" y="5298948"/>
            <a:ext cx="420624" cy="182880"/>
          </a:xfrm>
          <a:prstGeom prst="rect">
            <a:avLst/>
          </a:prstGeom>
          <a:noFill/>
          <a:ln/>
        </p:spPr>
        <p:txBody>
          <a:bodyPr wrap="square" lIns="0" tIns="0" rIns="0" bIns="0" rtlCol="0" anchor="t"/>
          <a:lstStyle/>
          <a:p>
            <a:pPr algn="ctr" indent="0" marL="0">
              <a:lnSpc>
                <a:spcPct val="100000"/>
              </a:lnSpc>
              <a:buNone/>
            </a:pPr>
            <a:r>
              <a:rPr lang="ko-KR" altLang="en-US" sz="900" dirty="0">
                <a:solidFill>
                  <a:srgbClr val="647986"/>
                </a:solidFill>
                <a:latin typeface="Pretendard" pitchFamily="34" charset="0"/>
                <a:ea typeface="Pretendard" pitchFamily="34" charset="-122"/>
                <a:cs typeface="Pretendard" pitchFamily="34" charset="-120"/>
              </a:rPr>
              <a:t>2</a:t>
            </a:r>
            <a:endParaRPr lang="ko-KR" sz="900" dirty="0"/>
          </a:p>
        </p:txBody>
      </p:sp>
      <p:sp>
        <p:nvSpPr>
          <p:cNvPr id="56" name="Shape 54"/>
          <p:cNvSpPr/>
          <p:nvPr/>
        </p:nvSpPr>
        <p:spPr>
          <a:xfrm>
            <a:off x="3884661" y="5257800"/>
            <a:ext cx="0" cy="32004"/>
          </a:xfrm>
          <a:prstGeom prst="line">
            <a:avLst/>
          </a:prstGeom>
          <a:noFill/>
          <a:ln w="6350">
            <a:solidFill>
              <a:srgbClr val="647986"/>
            </a:solidFill>
            <a:prstDash val="solid"/>
          </a:ln>
        </p:spPr>
      </p:sp>
      <p:sp>
        <p:nvSpPr>
          <p:cNvPr id="57" name="Text 55"/>
          <p:cNvSpPr/>
          <p:nvPr/>
        </p:nvSpPr>
        <p:spPr>
          <a:xfrm>
            <a:off x="3674349" y="5298948"/>
            <a:ext cx="420624" cy="182880"/>
          </a:xfrm>
          <a:prstGeom prst="rect">
            <a:avLst/>
          </a:prstGeom>
          <a:noFill/>
          <a:ln/>
        </p:spPr>
        <p:txBody>
          <a:bodyPr wrap="square" lIns="0" tIns="0" rIns="0" bIns="0" rtlCol="0" anchor="t"/>
          <a:lstStyle/>
          <a:p>
            <a:pPr algn="ctr" indent="0" marL="0">
              <a:lnSpc>
                <a:spcPct val="100000"/>
              </a:lnSpc>
              <a:buNone/>
            </a:pPr>
            <a:r>
              <a:rPr lang="ko-KR" altLang="en-US" sz="900" dirty="0">
                <a:solidFill>
                  <a:srgbClr val="647986"/>
                </a:solidFill>
                <a:latin typeface="Pretendard" pitchFamily="34" charset="0"/>
                <a:ea typeface="Pretendard" pitchFamily="34" charset="-122"/>
                <a:cs typeface="Pretendard" pitchFamily="34" charset="-120"/>
              </a:rPr>
              <a:t>3</a:t>
            </a:r>
            <a:endParaRPr lang="ko-KR" sz="900" dirty="0"/>
          </a:p>
        </p:txBody>
      </p:sp>
      <p:sp>
        <p:nvSpPr>
          <p:cNvPr id="58" name="Shape 56"/>
          <p:cNvSpPr/>
          <p:nvPr/>
        </p:nvSpPr>
        <p:spPr>
          <a:xfrm>
            <a:off x="4877796" y="5257800"/>
            <a:ext cx="0" cy="32004"/>
          </a:xfrm>
          <a:prstGeom prst="line">
            <a:avLst/>
          </a:prstGeom>
          <a:noFill/>
          <a:ln w="6350">
            <a:solidFill>
              <a:srgbClr val="647986"/>
            </a:solidFill>
            <a:prstDash val="solid"/>
          </a:ln>
        </p:spPr>
      </p:sp>
      <p:sp>
        <p:nvSpPr>
          <p:cNvPr id="59" name="Text 57"/>
          <p:cNvSpPr/>
          <p:nvPr/>
        </p:nvSpPr>
        <p:spPr>
          <a:xfrm>
            <a:off x="4667484" y="5298948"/>
            <a:ext cx="420624" cy="182880"/>
          </a:xfrm>
          <a:prstGeom prst="rect">
            <a:avLst/>
          </a:prstGeom>
          <a:noFill/>
          <a:ln/>
        </p:spPr>
        <p:txBody>
          <a:bodyPr wrap="square" lIns="0" tIns="0" rIns="0" bIns="0" rtlCol="0" anchor="t"/>
          <a:lstStyle/>
          <a:p>
            <a:pPr algn="ctr" indent="0" marL="0">
              <a:lnSpc>
                <a:spcPct val="100000"/>
              </a:lnSpc>
              <a:buNone/>
            </a:pPr>
            <a:r>
              <a:rPr lang="ko-KR" altLang="en-US" sz="900" dirty="0">
                <a:solidFill>
                  <a:srgbClr val="647986"/>
                </a:solidFill>
                <a:latin typeface="Pretendard" pitchFamily="34" charset="0"/>
                <a:ea typeface="Pretendard" pitchFamily="34" charset="-122"/>
                <a:cs typeface="Pretendard" pitchFamily="34" charset="-120"/>
              </a:rPr>
              <a:t>4</a:t>
            </a:r>
            <a:endParaRPr lang="ko-KR" sz="900" dirty="0"/>
          </a:p>
        </p:txBody>
      </p:sp>
      <p:sp>
        <p:nvSpPr>
          <p:cNvPr id="60" name="Shape 58"/>
          <p:cNvSpPr/>
          <p:nvPr/>
        </p:nvSpPr>
        <p:spPr>
          <a:xfrm>
            <a:off x="5980176" y="5257800"/>
            <a:ext cx="0" cy="32004"/>
          </a:xfrm>
          <a:prstGeom prst="line">
            <a:avLst/>
          </a:prstGeom>
          <a:noFill/>
          <a:ln w="6350">
            <a:solidFill>
              <a:srgbClr val="647986"/>
            </a:solidFill>
            <a:prstDash val="solid"/>
          </a:ln>
        </p:spPr>
      </p:sp>
      <p:sp>
        <p:nvSpPr>
          <p:cNvPr id="61" name="Text 59"/>
          <p:cNvSpPr/>
          <p:nvPr/>
        </p:nvSpPr>
        <p:spPr>
          <a:xfrm>
            <a:off x="5769864" y="5298948"/>
            <a:ext cx="420624" cy="182880"/>
          </a:xfrm>
          <a:prstGeom prst="rect">
            <a:avLst/>
          </a:prstGeom>
          <a:noFill/>
          <a:ln/>
        </p:spPr>
        <p:txBody>
          <a:bodyPr wrap="square" lIns="0" tIns="0" rIns="0" bIns="0" rtlCol="0" anchor="t"/>
          <a:lstStyle/>
          <a:p>
            <a:pPr algn="ctr" indent="0" marL="0">
              <a:lnSpc>
                <a:spcPct val="100000"/>
              </a:lnSpc>
              <a:buNone/>
            </a:pPr>
            <a:r>
              <a:rPr lang="ko-KR" altLang="en-US" sz="900" dirty="0">
                <a:solidFill>
                  <a:srgbClr val="647986"/>
                </a:solidFill>
                <a:latin typeface="Pretendard" pitchFamily="34" charset="0"/>
                <a:ea typeface="Pretendard" pitchFamily="34" charset="-122"/>
                <a:cs typeface="Pretendard" pitchFamily="34" charset="-120"/>
              </a:rPr>
              <a:t>5.11</a:t>
            </a:r>
            <a:endParaRPr lang="ko-KR" sz="900" dirty="0"/>
          </a:p>
        </p:txBody>
      </p:sp>
      <p:sp>
        <p:nvSpPr>
          <p:cNvPr id="62" name="Text 60"/>
          <p:cNvSpPr/>
          <p:nvPr/>
        </p:nvSpPr>
        <p:spPr>
          <a:xfrm>
            <a:off x="2203704" y="5440680"/>
            <a:ext cx="2487168" cy="210312"/>
          </a:xfrm>
          <a:prstGeom prst="rect">
            <a:avLst/>
          </a:prstGeom>
          <a:noFill/>
          <a:ln/>
        </p:spPr>
        <p:txBody>
          <a:bodyPr wrap="square" lIns="0" tIns="0" rIns="0" bIns="0" rtlCol="0" anchor="t"/>
          <a:lstStyle/>
          <a:p>
            <a:pPr algn="ctr" indent="0" marL="0">
              <a:lnSpc>
                <a:spcPct val="100000"/>
              </a:lnSpc>
              <a:buNone/>
            </a:pPr>
            <a:r>
              <a:rPr lang="ko-KR" altLang="en-US" sz="1100" dirty="0">
                <a:solidFill>
                  <a:srgbClr val="647986"/>
                </a:solidFill>
                <a:latin typeface="Pretendard" pitchFamily="34" charset="0"/>
                <a:ea typeface="Pretendard" pitchFamily="34" charset="-122"/>
                <a:cs typeface="Pretendard" pitchFamily="34" charset="-120"/>
              </a:rPr>
              <a:t>확대 구간의 시간 (μs)</a:t>
            </a:r>
            <a:endParaRPr lang="ko-KR" sz="1100" dirty="0"/>
          </a:p>
        </p:txBody>
      </p:sp>
      <p:sp>
        <p:nvSpPr>
          <p:cNvPr id="63" name="Text 61"/>
          <p:cNvSpPr/>
          <p:nvPr/>
        </p:nvSpPr>
        <p:spPr>
          <a:xfrm>
            <a:off x="6428232" y="3968496"/>
            <a:ext cx="5074920" cy="269875"/>
          </a:xfrm>
          <a:prstGeom prst="rect">
            <a:avLst/>
          </a:prstGeom>
          <a:noFill/>
          <a:ln/>
        </p:spPr>
        <p:txBody>
          <a:bodyPr wrap="square" lIns="0" tIns="0" rIns="0" bIns="0" rtlCol="0" anchor="t"/>
          <a:lstStyle/>
          <a:p>
            <a:pPr algn="l" indent="0" marL="0">
              <a:lnSpc>
                <a:spcPct val="100000"/>
              </a:lnSpc>
              <a:buNone/>
            </a:pPr>
            <a:r>
              <a:rPr lang="ko-KR" altLang="en-US" sz="1700" b="1" dirty="0">
                <a:solidFill>
                  <a:srgbClr val="17313B"/>
                </a:solidFill>
                <a:latin typeface="Pretendard" pitchFamily="34" charset="0"/>
                <a:ea typeface="Pretendard" pitchFamily="34" charset="-122"/>
                <a:cs typeface="Pretendard" pitchFamily="34" charset="-120"/>
              </a:rPr>
              <a:t>MAVIC3 PRO · 허수부 Q</a:t>
            </a:r>
            <a:endParaRPr lang="ko-KR" sz="1700" dirty="0"/>
          </a:p>
        </p:txBody>
      </p:sp>
      <p:sp>
        <p:nvSpPr>
          <p:cNvPr id="64" name="Shape 62"/>
          <p:cNvSpPr/>
          <p:nvPr/>
        </p:nvSpPr>
        <p:spPr>
          <a:xfrm>
            <a:off x="6428232" y="4288536"/>
            <a:ext cx="5074920" cy="594360"/>
          </a:xfrm>
          <a:prstGeom prst="rect">
            <a:avLst>
              <a:gd name="adj" fmla="val 15385"/>
            </a:avLst>
          </a:prstGeom>
          <a:solidFill>
            <a:srgbClr val="FFFFFF"/>
          </a:solidFill>
          <a:ln w="12700">
            <a:solidFill>
              <a:srgbClr val="DAE3E7"/>
            </a:solidFill>
            <a:prstDash val="solid"/>
          </a:ln>
        </p:spPr>
      </p:sp>
      <p:sp>
        <p:nvSpPr>
          <p:cNvPr id="65" name="Shape 63"/>
          <p:cNvSpPr/>
          <p:nvPr/>
        </p:nvSpPr>
        <p:spPr>
          <a:xfrm>
            <a:off x="6428232" y="4585716"/>
            <a:ext cx="5074920" cy="0"/>
          </a:xfrm>
          <a:prstGeom prst="line">
            <a:avLst/>
          </a:prstGeom>
          <a:noFill/>
          <a:ln w="8255">
            <a:solidFill>
              <a:srgbClr val="DAE3E7"/>
            </a:solidFill>
            <a:prstDash val="solid"/>
          </a:ln>
        </p:spPr>
      </p:sp>
      <p:sp>
        <p:nvSpPr>
          <p:cNvPr id="66" name="wave_9"/>
          <p:cNvSpPr/>
          <p:nvPr/>
        </p:nvSpPr>
        <p:spPr>
          <a:xfrm>
            <a:off x="6405372" y="4293952"/>
            <a:ext cx="5120640" cy="583041"/>
          </a:xfrm>
          <a:custGeom>
            <a:avLst/>
            <a:gdLst/>
            <a:ahLst/>
            <a:cxnLst/>
            <a:rect l="l" t="t" r="r" b="b"/>
            <a:pathLst>
              <a:path w="5120640" h="583041" fill="none" stroke="1" extrusionOk="0">
                <a:moveTo>
                  <a:pt x="22860" y="185647"/>
                </a:moveTo>
                <a:lnTo>
                  <a:pt x="32791" y="139217"/>
                </a:lnTo>
                <a:lnTo>
                  <a:pt x="42723" y="203564"/>
                </a:lnTo>
                <a:lnTo>
                  <a:pt x="52654" y="338929"/>
                </a:lnTo>
                <a:lnTo>
                  <a:pt x="62585" y="446220"/>
                </a:lnTo>
                <a:lnTo>
                  <a:pt x="72517" y="444045"/>
                </a:lnTo>
                <a:lnTo>
                  <a:pt x="82448" y="330677"/>
                </a:lnTo>
                <a:lnTo>
                  <a:pt x="92379" y="184083"/>
                </a:lnTo>
                <a:lnTo>
                  <a:pt x="102311" y="107828"/>
                </a:lnTo>
                <a:lnTo>
                  <a:pt x="112242" y="159654"/>
                </a:lnTo>
                <a:lnTo>
                  <a:pt x="122174" y="307614"/>
                </a:lnTo>
                <a:lnTo>
                  <a:pt x="132105" y="449204"/>
                </a:lnTo>
                <a:lnTo>
                  <a:pt x="142036" y="484112"/>
                </a:lnTo>
                <a:lnTo>
                  <a:pt x="151968" y="385012"/>
                </a:lnTo>
                <a:lnTo>
                  <a:pt x="161899" y="216912"/>
                </a:lnTo>
                <a:lnTo>
                  <a:pt x="171830" y="96111"/>
                </a:lnTo>
                <a:lnTo>
                  <a:pt x="181762" y="111384"/>
                </a:lnTo>
                <a:lnTo>
                  <a:pt x="191693" y="255628"/>
                </a:lnTo>
                <a:lnTo>
                  <a:pt x="201624" y="426006"/>
                </a:lnTo>
                <a:lnTo>
                  <a:pt x="211556" y="501631"/>
                </a:lnTo>
                <a:lnTo>
                  <a:pt x="221487" y="432501"/>
                </a:lnTo>
                <a:lnTo>
                  <a:pt x="231418" y="268320"/>
                </a:lnTo>
                <a:lnTo>
                  <a:pt x="241350" y="120173"/>
                </a:lnTo>
                <a:lnTo>
                  <a:pt x="251281" y="89595"/>
                </a:lnTo>
                <a:lnTo>
                  <a:pt x="261212" y="200461"/>
                </a:lnTo>
                <a:lnTo>
                  <a:pt x="271144" y="375591"/>
                </a:lnTo>
                <a:lnTo>
                  <a:pt x="281075" y="489443"/>
                </a:lnTo>
                <a:lnTo>
                  <a:pt x="291006" y="463465"/>
                </a:lnTo>
                <a:lnTo>
                  <a:pt x="300938" y="321519"/>
                </a:lnTo>
                <a:lnTo>
                  <a:pt x="310869" y="164357"/>
                </a:lnTo>
                <a:lnTo>
                  <a:pt x="320801" y="96779"/>
                </a:lnTo>
                <a:lnTo>
                  <a:pt x="330732" y="161101"/>
                </a:lnTo>
                <a:lnTo>
                  <a:pt x="340663" y="310951"/>
                </a:lnTo>
                <a:lnTo>
                  <a:pt x="350595" y="441834"/>
                </a:lnTo>
                <a:lnTo>
                  <a:pt x="360526" y="464744"/>
                </a:lnTo>
                <a:lnTo>
                  <a:pt x="370457" y="369288"/>
                </a:lnTo>
                <a:lnTo>
                  <a:pt x="380389" y="226463"/>
                </a:lnTo>
                <a:lnTo>
                  <a:pt x="390320" y="134227"/>
                </a:lnTo>
                <a:lnTo>
                  <a:pt x="400251" y="150849"/>
                </a:lnTo>
                <a:lnTo>
                  <a:pt x="410183" y="259629"/>
                </a:lnTo>
                <a:lnTo>
                  <a:pt x="420114" y="384019"/>
                </a:lnTo>
                <a:lnTo>
                  <a:pt x="430045" y="441586"/>
                </a:lnTo>
                <a:lnTo>
                  <a:pt x="439977" y="398896"/>
                </a:lnTo>
                <a:lnTo>
                  <a:pt x="449908" y="289688"/>
                </a:lnTo>
                <a:lnTo>
                  <a:pt x="459839" y="188314"/>
                </a:lnTo>
                <a:lnTo>
                  <a:pt x="469771" y="159936"/>
                </a:lnTo>
                <a:lnTo>
                  <a:pt x="479702" y="218957"/>
                </a:lnTo>
                <a:lnTo>
                  <a:pt x="489633" y="321428"/>
                </a:lnTo>
                <a:lnTo>
                  <a:pt x="499565" y="397100"/>
                </a:lnTo>
                <a:lnTo>
                  <a:pt x="509496" y="398265"/>
                </a:lnTo>
                <a:lnTo>
                  <a:pt x="519428" y="329827"/>
                </a:lnTo>
                <a:lnTo>
                  <a:pt x="529359" y="241457"/>
                </a:lnTo>
                <a:lnTo>
                  <a:pt x="539290" y="191143"/>
                </a:lnTo>
                <a:lnTo>
                  <a:pt x="549222" y="207007"/>
                </a:lnTo>
                <a:lnTo>
                  <a:pt x="559153" y="272631"/>
                </a:lnTo>
                <a:lnTo>
                  <a:pt x="569084" y="342479"/>
                </a:lnTo>
                <a:lnTo>
                  <a:pt x="579016" y="372935"/>
                </a:lnTo>
                <a:lnTo>
                  <a:pt x="588947" y="348463"/>
                </a:lnTo>
                <a:lnTo>
                  <a:pt x="598878" y="289400"/>
                </a:lnTo>
                <a:lnTo>
                  <a:pt x="608810" y="236928"/>
                </a:lnTo>
                <a:lnTo>
                  <a:pt x="618741" y="223829"/>
                </a:lnTo>
                <a:lnTo>
                  <a:pt x="628672" y="253365"/>
                </a:lnTo>
                <a:lnTo>
                  <a:pt x="638604" y="302228"/>
                </a:lnTo>
                <a:lnTo>
                  <a:pt x="648535" y="339576"/>
                </a:lnTo>
                <a:lnTo>
                  <a:pt x="658466" y="344929"/>
                </a:lnTo>
                <a:lnTo>
                  <a:pt x="668398" y="318166"/>
                </a:lnTo>
                <a:lnTo>
                  <a:pt x="678329" y="279166"/>
                </a:lnTo>
                <a:lnTo>
                  <a:pt x="688260" y="253735"/>
                </a:lnTo>
                <a:lnTo>
                  <a:pt x="698192" y="254942"/>
                </a:lnTo>
                <a:lnTo>
                  <a:pt x="708123" y="277433"/>
                </a:lnTo>
                <a:lnTo>
                  <a:pt x="718055" y="305889"/>
                </a:lnTo>
                <a:lnTo>
                  <a:pt x="727986" y="324265"/>
                </a:lnTo>
                <a:lnTo>
                  <a:pt x="737917" y="322075"/>
                </a:lnTo>
                <a:lnTo>
                  <a:pt x="747849" y="301066"/>
                </a:lnTo>
                <a:lnTo>
                  <a:pt x="757780" y="275617"/>
                </a:lnTo>
                <a:lnTo>
                  <a:pt x="767711" y="261679"/>
                </a:lnTo>
                <a:lnTo>
                  <a:pt x="777643" y="265411"/>
                </a:lnTo>
                <a:lnTo>
                  <a:pt x="787574" y="282088"/>
                </a:lnTo>
                <a:lnTo>
                  <a:pt x="797505" y="300979"/>
                </a:lnTo>
                <a:lnTo>
                  <a:pt x="807437" y="311128"/>
                </a:lnTo>
                <a:lnTo>
                  <a:pt x="817368" y="308376"/>
                </a:lnTo>
                <a:lnTo>
                  <a:pt x="827299" y="298014"/>
                </a:lnTo>
                <a:lnTo>
                  <a:pt x="837231" y="288092"/>
                </a:lnTo>
                <a:lnTo>
                  <a:pt x="847162" y="282401"/>
                </a:lnTo>
                <a:lnTo>
                  <a:pt x="857093" y="281466"/>
                </a:lnTo>
                <a:lnTo>
                  <a:pt x="867025" y="284771"/>
                </a:lnTo>
                <a:lnTo>
                  <a:pt x="876956" y="289583"/>
                </a:lnTo>
                <a:lnTo>
                  <a:pt x="886887" y="292971"/>
                </a:lnTo>
                <a:lnTo>
                  <a:pt x="896819" y="295726"/>
                </a:lnTo>
                <a:lnTo>
                  <a:pt x="906750" y="299003"/>
                </a:lnTo>
                <a:lnTo>
                  <a:pt x="916682" y="299156"/>
                </a:lnTo>
                <a:lnTo>
                  <a:pt x="926613" y="292483"/>
                </a:lnTo>
                <a:lnTo>
                  <a:pt x="936544" y="282382"/>
                </a:lnTo>
                <a:lnTo>
                  <a:pt x="946476" y="275967"/>
                </a:lnTo>
                <a:lnTo>
                  <a:pt x="956407" y="277358"/>
                </a:lnTo>
                <a:lnTo>
                  <a:pt x="966338" y="287962"/>
                </a:lnTo>
                <a:lnTo>
                  <a:pt x="976270" y="306400"/>
                </a:lnTo>
                <a:lnTo>
                  <a:pt x="986201" y="323397"/>
                </a:lnTo>
                <a:lnTo>
                  <a:pt x="996132" y="323934"/>
                </a:lnTo>
                <a:lnTo>
                  <a:pt x="1006064" y="301239"/>
                </a:lnTo>
                <a:lnTo>
                  <a:pt x="1015995" y="266911"/>
                </a:lnTo>
                <a:lnTo>
                  <a:pt x="1025926" y="244879"/>
                </a:lnTo>
                <a:lnTo>
                  <a:pt x="1035858" y="254153"/>
                </a:lnTo>
                <a:lnTo>
                  <a:pt x="1045789" y="292630"/>
                </a:lnTo>
                <a:lnTo>
                  <a:pt x="1055720" y="334804"/>
                </a:lnTo>
                <a:lnTo>
                  <a:pt x="1065652" y="349576"/>
                </a:lnTo>
                <a:lnTo>
                  <a:pt x="1075583" y="324849"/>
                </a:lnTo>
                <a:lnTo>
                  <a:pt x="1085514" y="276302"/>
                </a:lnTo>
                <a:lnTo>
                  <a:pt x="1095446" y="235671"/>
                </a:lnTo>
                <a:lnTo>
                  <a:pt x="1105377" y="231222"/>
                </a:lnTo>
                <a:lnTo>
                  <a:pt x="1115309" y="270159"/>
                </a:lnTo>
                <a:lnTo>
                  <a:pt x="1125240" y="330322"/>
                </a:lnTo>
                <a:lnTo>
                  <a:pt x="1135171" y="371235"/>
                </a:lnTo>
                <a:lnTo>
                  <a:pt x="1145103" y="361426"/>
                </a:lnTo>
                <a:lnTo>
                  <a:pt x="1155034" y="301767"/>
                </a:lnTo>
                <a:lnTo>
                  <a:pt x="1164965" y="228885"/>
                </a:lnTo>
                <a:lnTo>
                  <a:pt x="1174897" y="195214"/>
                </a:lnTo>
                <a:lnTo>
                  <a:pt x="1184828" y="231063"/>
                </a:lnTo>
                <a:lnTo>
                  <a:pt x="1194759" y="314460"/>
                </a:lnTo>
                <a:lnTo>
                  <a:pt x="1204691" y="384142"/>
                </a:lnTo>
                <a:lnTo>
                  <a:pt x="1214622" y="389900"/>
                </a:lnTo>
                <a:lnTo>
                  <a:pt x="1224553" y="329021"/>
                </a:lnTo>
                <a:lnTo>
                  <a:pt x="1234485" y="241219"/>
                </a:lnTo>
                <a:lnTo>
                  <a:pt x="1244416" y="183190"/>
                </a:lnTo>
                <a:lnTo>
                  <a:pt x="1254347" y="198768"/>
                </a:lnTo>
                <a:lnTo>
                  <a:pt x="1264279" y="284641"/>
                </a:lnTo>
                <a:lnTo>
                  <a:pt x="1274210" y="380468"/>
                </a:lnTo>
                <a:lnTo>
                  <a:pt x="1284141" y="413975"/>
                </a:lnTo>
                <a:lnTo>
                  <a:pt x="1294073" y="362857"/>
                </a:lnTo>
                <a:lnTo>
                  <a:pt x="1304004" y="266476"/>
                </a:lnTo>
                <a:lnTo>
                  <a:pt x="1313936" y="188602"/>
                </a:lnTo>
                <a:lnTo>
                  <a:pt x="1323867" y="179509"/>
                </a:lnTo>
                <a:lnTo>
                  <a:pt x="1333798" y="250520"/>
                </a:lnTo>
                <a:lnTo>
                  <a:pt x="1343730" y="357524"/>
                </a:lnTo>
                <a:lnTo>
                  <a:pt x="1353661" y="421584"/>
                </a:lnTo>
                <a:lnTo>
                  <a:pt x="1363592" y="392566"/>
                </a:lnTo>
                <a:lnTo>
                  <a:pt x="1373524" y="293485"/>
                </a:lnTo>
                <a:lnTo>
                  <a:pt x="1383455" y="196650"/>
                </a:lnTo>
                <a:lnTo>
                  <a:pt x="1393386" y="166142"/>
                </a:lnTo>
                <a:lnTo>
                  <a:pt x="1403318" y="220818"/>
                </a:lnTo>
                <a:lnTo>
                  <a:pt x="1413249" y="325858"/>
                </a:lnTo>
                <a:lnTo>
                  <a:pt x="1423180" y="409047"/>
                </a:lnTo>
                <a:lnTo>
                  <a:pt x="1433112" y="408241"/>
                </a:lnTo>
                <a:lnTo>
                  <a:pt x="1443043" y="322958"/>
                </a:lnTo>
                <a:lnTo>
                  <a:pt x="1452974" y="216847"/>
                </a:lnTo>
                <a:lnTo>
                  <a:pt x="1462906" y="165662"/>
                </a:lnTo>
                <a:lnTo>
                  <a:pt x="1472837" y="202346"/>
                </a:lnTo>
                <a:lnTo>
                  <a:pt x="1482768" y="299704"/>
                </a:lnTo>
                <a:lnTo>
                  <a:pt x="1492700" y="391128"/>
                </a:lnTo>
                <a:lnTo>
                  <a:pt x="1502631" y="414468"/>
                </a:lnTo>
                <a:lnTo>
                  <a:pt x="1512563" y="355194"/>
                </a:lnTo>
                <a:lnTo>
                  <a:pt x="1522494" y="256509"/>
                </a:lnTo>
                <a:lnTo>
                  <a:pt x="1532425" y="186715"/>
                </a:lnTo>
                <a:lnTo>
                  <a:pt x="1542357" y="191787"/>
                </a:lnTo>
                <a:lnTo>
                  <a:pt x="1552288" y="266605"/>
                </a:lnTo>
                <a:lnTo>
                  <a:pt x="1562219" y="358541"/>
                </a:lnTo>
                <a:lnTo>
                  <a:pt x="1572151" y="402399"/>
                </a:lnTo>
                <a:lnTo>
                  <a:pt x="1582082" y="368240"/>
                </a:lnTo>
                <a:lnTo>
                  <a:pt x="1592013" y="284209"/>
                </a:lnTo>
                <a:lnTo>
                  <a:pt x="1601945" y="211854"/>
                </a:lnTo>
                <a:lnTo>
                  <a:pt x="1611876" y="197829"/>
                </a:lnTo>
                <a:lnTo>
                  <a:pt x="1621807" y="244775"/>
                </a:lnTo>
                <a:lnTo>
                  <a:pt x="1631739" y="316860"/>
                </a:lnTo>
                <a:lnTo>
                  <a:pt x="1641670" y="366676"/>
                </a:lnTo>
                <a:lnTo>
                  <a:pt x="1651601" y="364959"/>
                </a:lnTo>
                <a:lnTo>
                  <a:pt x="1661533" y="317360"/>
                </a:lnTo>
                <a:lnTo>
                  <a:pt x="1671464" y="257877"/>
                </a:lnTo>
                <a:lnTo>
                  <a:pt x="1681395" y="224009"/>
                </a:lnTo>
                <a:lnTo>
                  <a:pt x="1691327" y="232813"/>
                </a:lnTo>
                <a:lnTo>
                  <a:pt x="1701258" y="273793"/>
                </a:lnTo>
                <a:lnTo>
                  <a:pt x="1711190" y="319684"/>
                </a:lnTo>
                <a:lnTo>
                  <a:pt x="1721121" y="344586"/>
                </a:lnTo>
                <a:lnTo>
                  <a:pt x="1731052" y="337286"/>
                </a:lnTo>
                <a:lnTo>
                  <a:pt x="1740984" y="304559"/>
                </a:lnTo>
                <a:lnTo>
                  <a:pt x="1750915" y="266004"/>
                </a:lnTo>
                <a:lnTo>
                  <a:pt x="1760846" y="242918"/>
                </a:lnTo>
                <a:lnTo>
                  <a:pt x="1770778" y="246004"/>
                </a:lnTo>
                <a:lnTo>
                  <a:pt x="1780709" y="271178"/>
                </a:lnTo>
                <a:lnTo>
                  <a:pt x="1790640" y="305930"/>
                </a:lnTo>
                <a:lnTo>
                  <a:pt x="1800572" y="335607"/>
                </a:lnTo>
                <a:lnTo>
                  <a:pt x="1810503" y="344582"/>
                </a:lnTo>
                <a:lnTo>
                  <a:pt x="1820434" y="322511"/>
                </a:lnTo>
                <a:lnTo>
                  <a:pt x="1830366" y="277106"/>
                </a:lnTo>
                <a:lnTo>
                  <a:pt x="1840297" y="235285"/>
                </a:lnTo>
                <a:lnTo>
                  <a:pt x="1850228" y="225144"/>
                </a:lnTo>
                <a:lnTo>
                  <a:pt x="1860160" y="256481"/>
                </a:lnTo>
                <a:lnTo>
                  <a:pt x="1870091" y="314592"/>
                </a:lnTo>
                <a:lnTo>
                  <a:pt x="1880023" y="365462"/>
                </a:lnTo>
                <a:lnTo>
                  <a:pt x="1889954" y="372564"/>
                </a:lnTo>
                <a:lnTo>
                  <a:pt x="1899885" y="324057"/>
                </a:lnTo>
                <a:lnTo>
                  <a:pt x="1909817" y="248138"/>
                </a:lnTo>
                <a:lnTo>
                  <a:pt x="1919748" y="195570"/>
                </a:lnTo>
                <a:lnTo>
                  <a:pt x="1929679" y="203878"/>
                </a:lnTo>
                <a:lnTo>
                  <a:pt x="1939611" y="273103"/>
                </a:lnTo>
                <a:lnTo>
                  <a:pt x="1949542" y="363189"/>
                </a:lnTo>
                <a:lnTo>
                  <a:pt x="1959473" y="413081"/>
                </a:lnTo>
                <a:lnTo>
                  <a:pt x="1969405" y="381128"/>
                </a:lnTo>
                <a:lnTo>
                  <a:pt x="1979336" y="282342"/>
                </a:lnTo>
                <a:lnTo>
                  <a:pt x="1989267" y="183404"/>
                </a:lnTo>
                <a:lnTo>
                  <a:pt x="1999199" y="154467"/>
                </a:lnTo>
                <a:lnTo>
                  <a:pt x="2009130" y="219672"/>
                </a:lnTo>
                <a:lnTo>
                  <a:pt x="2019061" y="339792"/>
                </a:lnTo>
                <a:lnTo>
                  <a:pt x="2028993" y="433546"/>
                </a:lnTo>
                <a:lnTo>
                  <a:pt x="2038924" y="431353"/>
                </a:lnTo>
                <a:lnTo>
                  <a:pt x="2048855" y="330622"/>
                </a:lnTo>
                <a:lnTo>
                  <a:pt x="2058787" y="201733"/>
                </a:lnTo>
                <a:lnTo>
                  <a:pt x="2068718" y="134241"/>
                </a:lnTo>
                <a:lnTo>
                  <a:pt x="2078650" y="173826"/>
                </a:lnTo>
                <a:lnTo>
                  <a:pt x="2088581" y="295964"/>
                </a:lnTo>
                <a:lnTo>
                  <a:pt x="2098512" y="419638"/>
                </a:lnTo>
                <a:lnTo>
                  <a:pt x="2108444" y="455308"/>
                </a:lnTo>
                <a:lnTo>
                  <a:pt x="2118375" y="372616"/>
                </a:lnTo>
                <a:lnTo>
                  <a:pt x="2128306" y="232725"/>
                </a:lnTo>
                <a:lnTo>
                  <a:pt x="2138238" y="140111"/>
                </a:lnTo>
                <a:lnTo>
                  <a:pt x="2148169" y="157232"/>
                </a:lnTo>
                <a:lnTo>
                  <a:pt x="2158100" y="265848"/>
                </a:lnTo>
                <a:lnTo>
                  <a:pt x="2168032" y="391587"/>
                </a:lnTo>
                <a:lnTo>
                  <a:pt x="2177963" y="451210"/>
                </a:lnTo>
                <a:lnTo>
                  <a:pt x="2187894" y="400545"/>
                </a:lnTo>
                <a:lnTo>
                  <a:pt x="2197826" y="270757"/>
                </a:lnTo>
                <a:lnTo>
                  <a:pt x="2207757" y="156041"/>
                </a:lnTo>
                <a:lnTo>
                  <a:pt x="2217688" y="142211"/>
                </a:lnTo>
                <a:lnTo>
                  <a:pt x="2227620" y="236822"/>
                </a:lnTo>
                <a:lnTo>
                  <a:pt x="2237551" y="366717"/>
                </a:lnTo>
                <a:lnTo>
                  <a:pt x="2247482" y="437758"/>
                </a:lnTo>
                <a:lnTo>
                  <a:pt x="2257414" y="402217"/>
                </a:lnTo>
                <a:lnTo>
                  <a:pt x="2267345" y="289063"/>
                </a:lnTo>
                <a:lnTo>
                  <a:pt x="2277277" y="181453"/>
                </a:lnTo>
                <a:lnTo>
                  <a:pt x="2287208" y="156456"/>
                </a:lnTo>
                <a:lnTo>
                  <a:pt x="2297139" y="229658"/>
                </a:lnTo>
                <a:lnTo>
                  <a:pt x="2307071" y="345231"/>
                </a:lnTo>
                <a:lnTo>
                  <a:pt x="2317002" y="417109"/>
                </a:lnTo>
                <a:lnTo>
                  <a:pt x="2326933" y="392236"/>
                </a:lnTo>
                <a:lnTo>
                  <a:pt x="2336865" y="291442"/>
                </a:lnTo>
                <a:lnTo>
                  <a:pt x="2346796" y="193820"/>
                </a:lnTo>
                <a:lnTo>
                  <a:pt x="2356727" y="173523"/>
                </a:lnTo>
                <a:lnTo>
                  <a:pt x="2366659" y="242542"/>
                </a:lnTo>
                <a:lnTo>
                  <a:pt x="2376590" y="345765"/>
                </a:lnTo>
                <a:lnTo>
                  <a:pt x="2386521" y="404971"/>
                </a:lnTo>
                <a:lnTo>
                  <a:pt x="2396453" y="375670"/>
                </a:lnTo>
                <a:lnTo>
                  <a:pt x="2406384" y="280150"/>
                </a:lnTo>
                <a:lnTo>
                  <a:pt x="2416315" y="192542"/>
                </a:lnTo>
                <a:lnTo>
                  <a:pt x="2426247" y="181843"/>
                </a:lnTo>
                <a:lnTo>
                  <a:pt x="2436178" y="257549"/>
                </a:lnTo>
                <a:lnTo>
                  <a:pt x="2446109" y="363027"/>
                </a:lnTo>
                <a:lnTo>
                  <a:pt x="2456041" y="418269"/>
                </a:lnTo>
                <a:lnTo>
                  <a:pt x="2465972" y="378543"/>
                </a:lnTo>
                <a:lnTo>
                  <a:pt x="2475904" y="270327"/>
                </a:lnTo>
                <a:lnTo>
                  <a:pt x="2485835" y="175698"/>
                </a:lnTo>
                <a:lnTo>
                  <a:pt x="2495766" y="169055"/>
                </a:lnTo>
                <a:lnTo>
                  <a:pt x="2505698" y="257295"/>
                </a:lnTo>
                <a:lnTo>
                  <a:pt x="2515629" y="375935"/>
                </a:lnTo>
                <a:lnTo>
                  <a:pt x="2525560" y="438130"/>
                </a:lnTo>
                <a:lnTo>
                  <a:pt x="2535492" y="394668"/>
                </a:lnTo>
                <a:lnTo>
                  <a:pt x="2545423" y="270627"/>
                </a:lnTo>
                <a:lnTo>
                  <a:pt x="2555354" y="155088"/>
                </a:lnTo>
                <a:lnTo>
                  <a:pt x="2565286" y="137217"/>
                </a:lnTo>
                <a:lnTo>
                  <a:pt x="2575217" y="233229"/>
                </a:lnTo>
                <a:lnTo>
                  <a:pt x="2585148" y="373555"/>
                </a:lnTo>
                <a:lnTo>
                  <a:pt x="2595080" y="459304"/>
                </a:lnTo>
                <a:lnTo>
                  <a:pt x="2605011" y="430950"/>
                </a:lnTo>
                <a:lnTo>
                  <a:pt x="2614942" y="304387"/>
                </a:lnTo>
                <a:lnTo>
                  <a:pt x="2624874" y="164986"/>
                </a:lnTo>
                <a:lnTo>
                  <a:pt x="2634805" y="114743"/>
                </a:lnTo>
                <a:lnTo>
                  <a:pt x="2644736" y="193421"/>
                </a:lnTo>
                <a:lnTo>
                  <a:pt x="2654668" y="342501"/>
                </a:lnTo>
                <a:lnTo>
                  <a:pt x="2664599" y="453663"/>
                </a:lnTo>
                <a:lnTo>
                  <a:pt x="2674531" y="452228"/>
                </a:lnTo>
                <a:lnTo>
                  <a:pt x="2684462" y="341989"/>
                </a:lnTo>
                <a:lnTo>
                  <a:pt x="2694393" y="196110"/>
                </a:lnTo>
                <a:lnTo>
                  <a:pt x="2704325" y="112700"/>
                </a:lnTo>
                <a:lnTo>
                  <a:pt x="2714256" y="150915"/>
                </a:lnTo>
                <a:lnTo>
                  <a:pt x="2724187" y="284573"/>
                </a:lnTo>
                <a:lnTo>
                  <a:pt x="2734119" y="419533"/>
                </a:lnTo>
                <a:lnTo>
                  <a:pt x="2744050" y="464608"/>
                </a:lnTo>
                <a:lnTo>
                  <a:pt x="2753981" y="393143"/>
                </a:lnTo>
                <a:lnTo>
                  <a:pt x="2763913" y="254958"/>
                </a:lnTo>
                <a:lnTo>
                  <a:pt x="2773844" y="142927"/>
                </a:lnTo>
                <a:lnTo>
                  <a:pt x="2783775" y="132684"/>
                </a:lnTo>
                <a:lnTo>
                  <a:pt x="2793707" y="228601"/>
                </a:lnTo>
                <a:lnTo>
                  <a:pt x="2803638" y="361075"/>
                </a:lnTo>
                <a:lnTo>
                  <a:pt x="2813569" y="440896"/>
                </a:lnTo>
                <a:lnTo>
                  <a:pt x="2823501" y="420874"/>
                </a:lnTo>
                <a:lnTo>
                  <a:pt x="2833432" y="319788"/>
                </a:lnTo>
                <a:lnTo>
                  <a:pt x="2843363" y="205901"/>
                </a:lnTo>
                <a:lnTo>
                  <a:pt x="2853295" y="153766"/>
                </a:lnTo>
                <a:lnTo>
                  <a:pt x="2863226" y="194255"/>
                </a:lnTo>
                <a:lnTo>
                  <a:pt x="2873158" y="294098"/>
                </a:lnTo>
                <a:lnTo>
                  <a:pt x="2883089" y="384850"/>
                </a:lnTo>
                <a:lnTo>
                  <a:pt x="2893020" y="412297"/>
                </a:lnTo>
                <a:lnTo>
                  <a:pt x="2902952" y="365580"/>
                </a:lnTo>
                <a:lnTo>
                  <a:pt x="2912883" y="277779"/>
                </a:lnTo>
                <a:lnTo>
                  <a:pt x="2922814" y="205380"/>
                </a:lnTo>
                <a:lnTo>
                  <a:pt x="2932746" y="192054"/>
                </a:lnTo>
                <a:lnTo>
                  <a:pt x="2942677" y="239073"/>
                </a:lnTo>
                <a:lnTo>
                  <a:pt x="2952608" y="310144"/>
                </a:lnTo>
                <a:lnTo>
                  <a:pt x="2962540" y="362233"/>
                </a:lnTo>
                <a:lnTo>
                  <a:pt x="2972471" y="369539"/>
                </a:lnTo>
                <a:lnTo>
                  <a:pt x="2982402" y="331212"/>
                </a:lnTo>
                <a:lnTo>
                  <a:pt x="2992334" y="271429"/>
                </a:lnTo>
                <a:lnTo>
                  <a:pt x="3002265" y="227292"/>
                </a:lnTo>
                <a:lnTo>
                  <a:pt x="3012196" y="223589"/>
                </a:lnTo>
                <a:lnTo>
                  <a:pt x="3022128" y="257253"/>
                </a:lnTo>
                <a:lnTo>
                  <a:pt x="3032059" y="305893"/>
                </a:lnTo>
                <a:lnTo>
                  <a:pt x="3041990" y="344012"/>
                </a:lnTo>
                <a:lnTo>
                  <a:pt x="3051922" y="352308"/>
                </a:lnTo>
                <a:lnTo>
                  <a:pt x="3061853" y="325717"/>
                </a:lnTo>
                <a:lnTo>
                  <a:pt x="3071785" y="279635"/>
                </a:lnTo>
                <a:lnTo>
                  <a:pt x="3081716" y="241916"/>
                </a:lnTo>
                <a:lnTo>
                  <a:pt x="3091647" y="233855"/>
                </a:lnTo>
                <a:lnTo>
                  <a:pt x="3101579" y="258230"/>
                </a:lnTo>
                <a:lnTo>
                  <a:pt x="3111510" y="300490"/>
                </a:lnTo>
                <a:lnTo>
                  <a:pt x="3121441" y="336763"/>
                </a:lnTo>
                <a:lnTo>
                  <a:pt x="3131373" y="346028"/>
                </a:lnTo>
                <a:lnTo>
                  <a:pt x="3141304" y="323173"/>
                </a:lnTo>
                <a:lnTo>
                  <a:pt x="3151235" y="282952"/>
                </a:lnTo>
                <a:lnTo>
                  <a:pt x="3161167" y="250106"/>
                </a:lnTo>
                <a:lnTo>
                  <a:pt x="3171098" y="243279"/>
                </a:lnTo>
                <a:lnTo>
                  <a:pt x="3181029" y="263860"/>
                </a:lnTo>
                <a:lnTo>
                  <a:pt x="3190961" y="296834"/>
                </a:lnTo>
                <a:lnTo>
                  <a:pt x="3200892" y="322503"/>
                </a:lnTo>
                <a:lnTo>
                  <a:pt x="3210823" y="328420"/>
                </a:lnTo>
                <a:lnTo>
                  <a:pt x="3220755" y="313318"/>
                </a:lnTo>
                <a:lnTo>
                  <a:pt x="3230686" y="286573"/>
                </a:lnTo>
                <a:lnTo>
                  <a:pt x="3240617" y="265215"/>
                </a:lnTo>
                <a:lnTo>
                  <a:pt x="3250549" y="262767"/>
                </a:lnTo>
                <a:lnTo>
                  <a:pt x="3260480" y="276725"/>
                </a:lnTo>
                <a:lnTo>
                  <a:pt x="3270412" y="292895"/>
                </a:lnTo>
                <a:lnTo>
                  <a:pt x="3280343" y="302474"/>
                </a:lnTo>
                <a:lnTo>
                  <a:pt x="3290274" y="307165"/>
                </a:lnTo>
                <a:lnTo>
                  <a:pt x="3300206" y="309647"/>
                </a:lnTo>
                <a:lnTo>
                  <a:pt x="3310137" y="309032"/>
                </a:lnTo>
                <a:lnTo>
                  <a:pt x="3320068" y="303454"/>
                </a:lnTo>
                <a:lnTo>
                  <a:pt x="3330000" y="289445"/>
                </a:lnTo>
                <a:lnTo>
                  <a:pt x="3339931" y="265672"/>
                </a:lnTo>
                <a:lnTo>
                  <a:pt x="3349862" y="245135"/>
                </a:lnTo>
                <a:lnTo>
                  <a:pt x="3359794" y="251717"/>
                </a:lnTo>
                <a:lnTo>
                  <a:pt x="3369725" y="292551"/>
                </a:lnTo>
                <a:lnTo>
                  <a:pt x="3379656" y="342602"/>
                </a:lnTo>
                <a:lnTo>
                  <a:pt x="3389588" y="365382"/>
                </a:lnTo>
                <a:lnTo>
                  <a:pt x="3399519" y="341875"/>
                </a:lnTo>
                <a:lnTo>
                  <a:pt x="3409450" y="280081"/>
                </a:lnTo>
                <a:lnTo>
                  <a:pt x="3419382" y="212865"/>
                </a:lnTo>
                <a:lnTo>
                  <a:pt x="3429313" y="186964"/>
                </a:lnTo>
                <a:lnTo>
                  <a:pt x="3439245" y="231559"/>
                </a:lnTo>
                <a:lnTo>
                  <a:pt x="3449176" y="326174"/>
                </a:lnTo>
                <a:lnTo>
                  <a:pt x="3459107" y="408571"/>
                </a:lnTo>
                <a:lnTo>
                  <a:pt x="3469039" y="420052"/>
                </a:lnTo>
                <a:lnTo>
                  <a:pt x="3478970" y="345514"/>
                </a:lnTo>
                <a:lnTo>
                  <a:pt x="3488901" y="224373"/>
                </a:lnTo>
                <a:lnTo>
                  <a:pt x="3498833" y="133535"/>
                </a:lnTo>
                <a:lnTo>
                  <a:pt x="3508764" y="142588"/>
                </a:lnTo>
                <a:lnTo>
                  <a:pt x="3518695" y="258602"/>
                </a:lnTo>
                <a:lnTo>
                  <a:pt x="3528627" y="408788"/>
                </a:lnTo>
                <a:lnTo>
                  <a:pt x="3538558" y="488251"/>
                </a:lnTo>
                <a:lnTo>
                  <a:pt x="3548489" y="436701"/>
                </a:lnTo>
                <a:lnTo>
                  <a:pt x="3558421" y="282613"/>
                </a:lnTo>
                <a:lnTo>
                  <a:pt x="3568352" y="125736"/>
                </a:lnTo>
                <a:lnTo>
                  <a:pt x="3578283" y="72172"/>
                </a:lnTo>
                <a:lnTo>
                  <a:pt x="3588215" y="163176"/>
                </a:lnTo>
                <a:lnTo>
                  <a:pt x="3598146" y="344790"/>
                </a:lnTo>
                <a:lnTo>
                  <a:pt x="3608077" y="500603"/>
                </a:lnTo>
                <a:lnTo>
                  <a:pt x="3618009" y="526285"/>
                </a:lnTo>
                <a:lnTo>
                  <a:pt x="3627940" y="398290"/>
                </a:lnTo>
                <a:lnTo>
                  <a:pt x="3637872" y="194163"/>
                </a:lnTo>
                <a:lnTo>
                  <a:pt x="3647803" y="47682"/>
                </a:lnTo>
                <a:lnTo>
                  <a:pt x="3657734" y="61072"/>
                </a:lnTo>
                <a:lnTo>
                  <a:pt x="3667666" y="231353"/>
                </a:lnTo>
                <a:lnTo>
                  <a:pt x="3677597" y="446476"/>
                </a:lnTo>
                <a:lnTo>
                  <a:pt x="3687528" y="560181"/>
                </a:lnTo>
                <a:lnTo>
                  <a:pt x="3697460" y="494780"/>
                </a:lnTo>
                <a:lnTo>
                  <a:pt x="3707391" y="295402"/>
                </a:lnTo>
                <a:lnTo>
                  <a:pt x="3717322" y="95157"/>
                </a:lnTo>
                <a:lnTo>
                  <a:pt x="3727254" y="22860"/>
                </a:lnTo>
                <a:lnTo>
                  <a:pt x="3737185" y="123121"/>
                </a:lnTo>
                <a:lnTo>
                  <a:pt x="3747116" y="332790"/>
                </a:lnTo>
                <a:lnTo>
                  <a:pt x="3757048" y="517739"/>
                </a:lnTo>
                <a:lnTo>
                  <a:pt x="3766979" y="554967"/>
                </a:lnTo>
                <a:lnTo>
                  <a:pt x="3776910" y="418387"/>
                </a:lnTo>
                <a:lnTo>
                  <a:pt x="3786842" y="201134"/>
                </a:lnTo>
                <a:lnTo>
                  <a:pt x="3796773" y="47519"/>
                </a:lnTo>
                <a:lnTo>
                  <a:pt x="3806704" y="52516"/>
                </a:lnTo>
                <a:lnTo>
                  <a:pt x="3816636" y="207110"/>
                </a:lnTo>
                <a:lnTo>
                  <a:pt x="3826567" y="411326"/>
                </a:lnTo>
                <a:lnTo>
                  <a:pt x="3836499" y="535197"/>
                </a:lnTo>
                <a:lnTo>
                  <a:pt x="3846430" y="500320"/>
                </a:lnTo>
                <a:lnTo>
                  <a:pt x="3856361" y="334321"/>
                </a:lnTo>
                <a:lnTo>
                  <a:pt x="3866293" y="149694"/>
                </a:lnTo>
                <a:lnTo>
                  <a:pt x="3876224" y="62161"/>
                </a:lnTo>
                <a:lnTo>
                  <a:pt x="3886155" y="118683"/>
                </a:lnTo>
                <a:lnTo>
                  <a:pt x="3896087" y="278299"/>
                </a:lnTo>
                <a:lnTo>
                  <a:pt x="3906018" y="440260"/>
                </a:lnTo>
                <a:lnTo>
                  <a:pt x="3915949" y="504167"/>
                </a:lnTo>
                <a:lnTo>
                  <a:pt x="3925881" y="435005"/>
                </a:lnTo>
                <a:lnTo>
                  <a:pt x="3935812" y="284000"/>
                </a:lnTo>
                <a:lnTo>
                  <a:pt x="3945743" y="146785"/>
                </a:lnTo>
                <a:lnTo>
                  <a:pt x="3955675" y="101406"/>
                </a:lnTo>
                <a:lnTo>
                  <a:pt x="3965606" y="170208"/>
                </a:lnTo>
                <a:lnTo>
                  <a:pt x="3975537" y="310501"/>
                </a:lnTo>
                <a:lnTo>
                  <a:pt x="3985469" y="435270"/>
                </a:lnTo>
                <a:lnTo>
                  <a:pt x="3995400" y="467744"/>
                </a:lnTo>
                <a:lnTo>
                  <a:pt x="4005331" y="394449"/>
                </a:lnTo>
                <a:lnTo>
                  <a:pt x="4015263" y="267299"/>
                </a:lnTo>
                <a:lnTo>
                  <a:pt x="4025194" y="161198"/>
                </a:lnTo>
                <a:lnTo>
                  <a:pt x="4035126" y="132598"/>
                </a:lnTo>
                <a:lnTo>
                  <a:pt x="4045057" y="195954"/>
                </a:lnTo>
                <a:lnTo>
                  <a:pt x="4054988" y="314284"/>
                </a:lnTo>
                <a:lnTo>
                  <a:pt x="4064920" y="416696"/>
                </a:lnTo>
                <a:lnTo>
                  <a:pt x="4074851" y="443703"/>
                </a:lnTo>
                <a:lnTo>
                  <a:pt x="4084782" y="383349"/>
                </a:lnTo>
                <a:lnTo>
                  <a:pt x="4094714" y="271270"/>
                </a:lnTo>
                <a:lnTo>
                  <a:pt x="4104645" y="169036"/>
                </a:lnTo>
                <a:lnTo>
                  <a:pt x="4114576" y="136481"/>
                </a:lnTo>
                <a:lnTo>
                  <a:pt x="4124508" y="197555"/>
                </a:lnTo>
                <a:lnTo>
                  <a:pt x="4134439" y="317514"/>
                </a:lnTo>
                <a:lnTo>
                  <a:pt x="4144370" y="421437"/>
                </a:lnTo>
                <a:lnTo>
                  <a:pt x="4154302" y="445569"/>
                </a:lnTo>
                <a:lnTo>
                  <a:pt x="4164233" y="377326"/>
                </a:lnTo>
                <a:lnTo>
                  <a:pt x="4174164" y="258076"/>
                </a:lnTo>
                <a:lnTo>
                  <a:pt x="4184096" y="157162"/>
                </a:lnTo>
                <a:lnTo>
                  <a:pt x="4194027" y="134258"/>
                </a:lnTo>
                <a:lnTo>
                  <a:pt x="4203958" y="205464"/>
                </a:lnTo>
                <a:lnTo>
                  <a:pt x="4213890" y="330981"/>
                </a:lnTo>
                <a:lnTo>
                  <a:pt x="4223821" y="435187"/>
                </a:lnTo>
                <a:lnTo>
                  <a:pt x="4233753" y="451510"/>
                </a:lnTo>
                <a:lnTo>
                  <a:pt x="4243684" y="366842"/>
                </a:lnTo>
                <a:lnTo>
                  <a:pt x="4253615" y="233854"/>
                </a:lnTo>
                <a:lnTo>
                  <a:pt x="4263547" y="137305"/>
                </a:lnTo>
                <a:lnTo>
                  <a:pt x="4273478" y="137774"/>
                </a:lnTo>
                <a:lnTo>
                  <a:pt x="4283409" y="234420"/>
                </a:lnTo>
                <a:lnTo>
                  <a:pt x="4293341" y="367389"/>
                </a:lnTo>
                <a:lnTo>
                  <a:pt x="4303272" y="453155"/>
                </a:lnTo>
                <a:lnTo>
                  <a:pt x="4313203" y="435591"/>
                </a:lnTo>
                <a:lnTo>
                  <a:pt x="4323135" y="325197"/>
                </a:lnTo>
                <a:lnTo>
                  <a:pt x="4333066" y="194247"/>
                </a:lnTo>
                <a:lnTo>
                  <a:pt x="4342997" y="126339"/>
                </a:lnTo>
                <a:lnTo>
                  <a:pt x="4352929" y="161334"/>
                </a:lnTo>
                <a:lnTo>
                  <a:pt x="4362860" y="275089"/>
                </a:lnTo>
                <a:lnTo>
                  <a:pt x="4372791" y="397425"/>
                </a:lnTo>
                <a:lnTo>
                  <a:pt x="4382723" y="452819"/>
                </a:lnTo>
                <a:lnTo>
                  <a:pt x="4392654" y="406353"/>
                </a:lnTo>
                <a:lnTo>
                  <a:pt x="4402585" y="288262"/>
                </a:lnTo>
                <a:lnTo>
                  <a:pt x="4412517" y="174578"/>
                </a:lnTo>
                <a:lnTo>
                  <a:pt x="4422448" y="136263"/>
                </a:lnTo>
                <a:lnTo>
                  <a:pt x="4432380" y="195460"/>
                </a:lnTo>
                <a:lnTo>
                  <a:pt x="4442311" y="314409"/>
                </a:lnTo>
                <a:lnTo>
                  <a:pt x="4452242" y="418323"/>
                </a:lnTo>
                <a:lnTo>
                  <a:pt x="4462174" y="441075"/>
                </a:lnTo>
                <a:lnTo>
                  <a:pt x="4472105" y="369023"/>
                </a:lnTo>
                <a:lnTo>
                  <a:pt x="4482036" y="250371"/>
                </a:lnTo>
                <a:lnTo>
                  <a:pt x="4491968" y="161045"/>
                </a:lnTo>
                <a:lnTo>
                  <a:pt x="4501899" y="155079"/>
                </a:lnTo>
                <a:lnTo>
                  <a:pt x="4511830" y="233889"/>
                </a:lnTo>
                <a:lnTo>
                  <a:pt x="4521762" y="347475"/>
                </a:lnTo>
                <a:lnTo>
                  <a:pt x="4531693" y="424177"/>
                </a:lnTo>
                <a:lnTo>
                  <a:pt x="4541624" y="415483"/>
                </a:lnTo>
                <a:lnTo>
                  <a:pt x="4551556" y="328450"/>
                </a:lnTo>
                <a:lnTo>
                  <a:pt x="4561487" y="220270"/>
                </a:lnTo>
                <a:lnTo>
                  <a:pt x="4571418" y="159265"/>
                </a:lnTo>
                <a:lnTo>
                  <a:pt x="4581350" y="182479"/>
                </a:lnTo>
                <a:lnTo>
                  <a:pt x="4591281" y="275091"/>
                </a:lnTo>
                <a:lnTo>
                  <a:pt x="4601212" y="378900"/>
                </a:lnTo>
                <a:lnTo>
                  <a:pt x="4611144" y="426554"/>
                </a:lnTo>
                <a:lnTo>
                  <a:pt x="4621075" y="385897"/>
                </a:lnTo>
                <a:lnTo>
                  <a:pt x="4631007" y="283986"/>
                </a:lnTo>
                <a:lnTo>
                  <a:pt x="4640938" y="188779"/>
                </a:lnTo>
                <a:lnTo>
                  <a:pt x="4650869" y="161857"/>
                </a:lnTo>
                <a:lnTo>
                  <a:pt x="4660801" y="219075"/>
                </a:lnTo>
                <a:lnTo>
                  <a:pt x="4670732" y="323258"/>
                </a:lnTo>
                <a:lnTo>
                  <a:pt x="4680663" y="407632"/>
                </a:lnTo>
                <a:lnTo>
                  <a:pt x="4690595" y="416393"/>
                </a:lnTo>
                <a:lnTo>
                  <a:pt x="4700526" y="342229"/>
                </a:lnTo>
                <a:lnTo>
                  <a:pt x="4710457" y="234419"/>
                </a:lnTo>
                <a:lnTo>
                  <a:pt x="4720389" y="165679"/>
                </a:lnTo>
                <a:lnTo>
                  <a:pt x="4730320" y="181300"/>
                </a:lnTo>
                <a:lnTo>
                  <a:pt x="4740251" y="270235"/>
                </a:lnTo>
                <a:lnTo>
                  <a:pt x="4750183" y="374565"/>
                </a:lnTo>
                <a:lnTo>
                  <a:pt x="4760114" y="425158"/>
                </a:lnTo>
                <a:lnTo>
                  <a:pt x="4770045" y="384746"/>
                </a:lnTo>
                <a:lnTo>
                  <a:pt x="4779977" y="277381"/>
                </a:lnTo>
                <a:lnTo>
                  <a:pt x="4789908" y="178154"/>
                </a:lnTo>
                <a:lnTo>
                  <a:pt x="4799839" y="159180"/>
                </a:lnTo>
                <a:lnTo>
                  <a:pt x="4809771" y="233433"/>
                </a:lnTo>
                <a:lnTo>
                  <a:pt x="4819702" y="346957"/>
                </a:lnTo>
                <a:lnTo>
                  <a:pt x="4829634" y="421679"/>
                </a:lnTo>
                <a:lnTo>
                  <a:pt x="4839565" y="407908"/>
                </a:lnTo>
                <a:lnTo>
                  <a:pt x="4849496" y="313322"/>
                </a:lnTo>
                <a:lnTo>
                  <a:pt x="4859428" y="199763"/>
                </a:lnTo>
                <a:lnTo>
                  <a:pt x="4869359" y="146904"/>
                </a:lnTo>
                <a:lnTo>
                  <a:pt x="4879290" y="196057"/>
                </a:lnTo>
                <a:lnTo>
                  <a:pt x="4889222" y="315096"/>
                </a:lnTo>
                <a:lnTo>
                  <a:pt x="4899153" y="420008"/>
                </a:lnTo>
                <a:lnTo>
                  <a:pt x="4909084" y="437159"/>
                </a:lnTo>
                <a:lnTo>
                  <a:pt x="4919016" y="354162"/>
                </a:lnTo>
                <a:lnTo>
                  <a:pt x="4928947" y="226084"/>
                </a:lnTo>
                <a:lnTo>
                  <a:pt x="4938878" y="140055"/>
                </a:lnTo>
                <a:lnTo>
                  <a:pt x="4948810" y="158465"/>
                </a:lnTo>
                <a:lnTo>
                  <a:pt x="4958741" y="272187"/>
                </a:lnTo>
                <a:lnTo>
                  <a:pt x="4968672" y="401842"/>
                </a:lnTo>
                <a:lnTo>
                  <a:pt x="4978604" y="455287"/>
                </a:lnTo>
                <a:lnTo>
                  <a:pt x="4988535" y="395975"/>
                </a:lnTo>
                <a:lnTo>
                  <a:pt x="4998466" y="265675"/>
                </a:lnTo>
                <a:lnTo>
                  <a:pt x="5008398" y="151759"/>
                </a:lnTo>
                <a:lnTo>
                  <a:pt x="5018329" y="130876"/>
                </a:lnTo>
                <a:lnTo>
                  <a:pt x="5028261" y="220905"/>
                </a:lnTo>
                <a:lnTo>
                  <a:pt x="5038192" y="364121"/>
                </a:lnTo>
                <a:lnTo>
                  <a:pt x="5048123" y="460545"/>
                </a:lnTo>
                <a:lnTo>
                  <a:pt x="5058055" y="440083"/>
                </a:lnTo>
                <a:lnTo>
                  <a:pt x="5067986" y="317161"/>
                </a:lnTo>
                <a:lnTo>
                  <a:pt x="5077917" y="178376"/>
                </a:lnTo>
                <a:lnTo>
                  <a:pt x="5087849" y="117472"/>
                </a:lnTo>
                <a:lnTo>
                  <a:pt x="5097780" y="173706"/>
                </a:lnTo>
              </a:path>
            </a:pathLst>
          </a:custGeom>
          <a:solidFill>
            <a:srgbClr val="FFFFFF">
              <a:alpha val="0"/>
            </a:srgbClr>
          </a:solidFill>
          <a:ln w="13335" cap="rnd">
            <a:solidFill>
              <a:srgbClr val="17313B"/>
            </a:solidFill>
            <a:prstDash val="solid"/>
          </a:ln>
        </p:spPr>
      </p:sp>
      <p:sp>
        <p:nvSpPr>
          <p:cNvPr id="67" name="wave_10"/>
          <p:cNvSpPr/>
          <p:nvPr/>
        </p:nvSpPr>
        <p:spPr>
          <a:xfrm>
            <a:off x="6405372" y="4289037"/>
            <a:ext cx="5120640" cy="587656"/>
          </a:xfrm>
          <a:custGeom>
            <a:avLst/>
            <a:gdLst/>
            <a:ahLst/>
            <a:cxnLst/>
            <a:rect l="l" t="t" r="r" b="b"/>
            <a:pathLst>
              <a:path w="5120640" h="587656" fill="none" stroke="1" extrusionOk="0">
                <a:moveTo>
                  <a:pt x="22860" y="191339"/>
                </a:moveTo>
                <a:lnTo>
                  <a:pt x="32791" y="147588"/>
                </a:lnTo>
                <a:lnTo>
                  <a:pt x="42723" y="212005"/>
                </a:lnTo>
                <a:lnTo>
                  <a:pt x="52654" y="343664"/>
                </a:lnTo>
                <a:lnTo>
                  <a:pt x="62585" y="448839"/>
                </a:lnTo>
                <a:lnTo>
                  <a:pt x="72517" y="449223"/>
                </a:lnTo>
                <a:lnTo>
                  <a:pt x="82448" y="338617"/>
                </a:lnTo>
                <a:lnTo>
                  <a:pt x="92379" y="190537"/>
                </a:lnTo>
                <a:lnTo>
                  <a:pt x="102311" y="111071"/>
                </a:lnTo>
                <a:lnTo>
                  <a:pt x="112242" y="162718"/>
                </a:lnTo>
                <a:lnTo>
                  <a:pt x="122174" y="313265"/>
                </a:lnTo>
                <a:lnTo>
                  <a:pt x="132105" y="456052"/>
                </a:lnTo>
                <a:lnTo>
                  <a:pt x="142036" y="488778"/>
                </a:lnTo>
                <a:lnTo>
                  <a:pt x="151968" y="386700"/>
                </a:lnTo>
                <a:lnTo>
                  <a:pt x="161899" y="218518"/>
                </a:lnTo>
                <a:lnTo>
                  <a:pt x="171830" y="100501"/>
                </a:lnTo>
                <a:lnTo>
                  <a:pt x="181762" y="117872"/>
                </a:lnTo>
                <a:lnTo>
                  <a:pt x="191693" y="261774"/>
                </a:lnTo>
                <a:lnTo>
                  <a:pt x="201624" y="431390"/>
                </a:lnTo>
                <a:lnTo>
                  <a:pt x="211556" y="507046"/>
                </a:lnTo>
                <a:lnTo>
                  <a:pt x="221487" y="437150"/>
                </a:lnTo>
                <a:lnTo>
                  <a:pt x="231418" y="271479"/>
                </a:lnTo>
                <a:lnTo>
                  <a:pt x="241350" y="123699"/>
                </a:lnTo>
                <a:lnTo>
                  <a:pt x="251281" y="94866"/>
                </a:lnTo>
                <a:lnTo>
                  <a:pt x="261212" y="205267"/>
                </a:lnTo>
                <a:lnTo>
                  <a:pt x="271144" y="378183"/>
                </a:lnTo>
                <a:lnTo>
                  <a:pt x="281075" y="492609"/>
                </a:lnTo>
                <a:lnTo>
                  <a:pt x="291006" y="470215"/>
                </a:lnTo>
                <a:lnTo>
                  <a:pt x="300938" y="329914"/>
                </a:lnTo>
                <a:lnTo>
                  <a:pt x="310869" y="170787"/>
                </a:lnTo>
                <a:lnTo>
                  <a:pt x="320801" y="101262"/>
                </a:lnTo>
                <a:lnTo>
                  <a:pt x="330732" y="165778"/>
                </a:lnTo>
                <a:lnTo>
                  <a:pt x="340663" y="316493"/>
                </a:lnTo>
                <a:lnTo>
                  <a:pt x="350595" y="448307"/>
                </a:lnTo>
                <a:lnTo>
                  <a:pt x="360526" y="472906"/>
                </a:lnTo>
                <a:lnTo>
                  <a:pt x="370457" y="378449"/>
                </a:lnTo>
                <a:lnTo>
                  <a:pt x="380389" y="233629"/>
                </a:lnTo>
                <a:lnTo>
                  <a:pt x="390320" y="137434"/>
                </a:lnTo>
                <a:lnTo>
                  <a:pt x="400251" y="151728"/>
                </a:lnTo>
                <a:lnTo>
                  <a:pt x="410183" y="261564"/>
                </a:lnTo>
                <a:lnTo>
                  <a:pt x="420114" y="388827"/>
                </a:lnTo>
                <a:lnTo>
                  <a:pt x="430045" y="448403"/>
                </a:lnTo>
                <a:lnTo>
                  <a:pt x="439977" y="405597"/>
                </a:lnTo>
                <a:lnTo>
                  <a:pt x="449908" y="295138"/>
                </a:lnTo>
                <a:lnTo>
                  <a:pt x="459839" y="193195"/>
                </a:lnTo>
                <a:lnTo>
                  <a:pt x="469771" y="165388"/>
                </a:lnTo>
                <a:lnTo>
                  <a:pt x="479702" y="225174"/>
                </a:lnTo>
                <a:lnTo>
                  <a:pt x="489633" y="327906"/>
                </a:lnTo>
                <a:lnTo>
                  <a:pt x="499565" y="403278"/>
                </a:lnTo>
                <a:lnTo>
                  <a:pt x="509496" y="403635"/>
                </a:lnTo>
                <a:lnTo>
                  <a:pt x="519428" y="334515"/>
                </a:lnTo>
                <a:lnTo>
                  <a:pt x="529359" y="246873"/>
                </a:lnTo>
                <a:lnTo>
                  <a:pt x="539290" y="198843"/>
                </a:lnTo>
                <a:lnTo>
                  <a:pt x="549222" y="216765"/>
                </a:lnTo>
                <a:lnTo>
                  <a:pt x="559153" y="282468"/>
                </a:lnTo>
                <a:lnTo>
                  <a:pt x="569084" y="350519"/>
                </a:lnTo>
                <a:lnTo>
                  <a:pt x="579016" y="378809"/>
                </a:lnTo>
                <a:lnTo>
                  <a:pt x="588947" y="353330"/>
                </a:lnTo>
                <a:lnTo>
                  <a:pt x="598878" y="294868"/>
                </a:lnTo>
                <a:lnTo>
                  <a:pt x="608810" y="243519"/>
                </a:lnTo>
                <a:lnTo>
                  <a:pt x="618741" y="230590"/>
                </a:lnTo>
                <a:lnTo>
                  <a:pt x="628672" y="259262"/>
                </a:lnTo>
                <a:lnTo>
                  <a:pt x="638604" y="307279"/>
                </a:lnTo>
                <a:lnTo>
                  <a:pt x="648535" y="344244"/>
                </a:lnTo>
                <a:lnTo>
                  <a:pt x="658466" y="349308"/>
                </a:lnTo>
                <a:lnTo>
                  <a:pt x="668398" y="322147"/>
                </a:lnTo>
                <a:lnTo>
                  <a:pt x="678329" y="282556"/>
                </a:lnTo>
                <a:lnTo>
                  <a:pt x="688260" y="256177"/>
                </a:lnTo>
                <a:lnTo>
                  <a:pt x="698192" y="256583"/>
                </a:lnTo>
                <a:lnTo>
                  <a:pt x="708123" y="279464"/>
                </a:lnTo>
                <a:lnTo>
                  <a:pt x="718055" y="309602"/>
                </a:lnTo>
                <a:lnTo>
                  <a:pt x="727986" y="329819"/>
                </a:lnTo>
                <a:lnTo>
                  <a:pt x="737917" y="328739"/>
                </a:lnTo>
                <a:lnTo>
                  <a:pt x="747849" y="308246"/>
                </a:lnTo>
                <a:lnTo>
                  <a:pt x="757780" y="283237"/>
                </a:lnTo>
                <a:lnTo>
                  <a:pt x="767711" y="269728"/>
                </a:lnTo>
                <a:lnTo>
                  <a:pt x="777643" y="273304"/>
                </a:lnTo>
                <a:lnTo>
                  <a:pt x="787574" y="288857"/>
                </a:lnTo>
                <a:lnTo>
                  <a:pt x="797505" y="306516"/>
                </a:lnTo>
                <a:lnTo>
                  <a:pt x="807437" y="316505"/>
                </a:lnTo>
                <a:lnTo>
                  <a:pt x="817368" y="313995"/>
                </a:lnTo>
                <a:lnTo>
                  <a:pt x="827299" y="302542"/>
                </a:lnTo>
                <a:lnTo>
                  <a:pt x="837231" y="290543"/>
                </a:lnTo>
                <a:lnTo>
                  <a:pt x="847162" y="284081"/>
                </a:lnTo>
                <a:lnTo>
                  <a:pt x="857093" y="284576"/>
                </a:lnTo>
                <a:lnTo>
                  <a:pt x="867025" y="290392"/>
                </a:lnTo>
                <a:lnTo>
                  <a:pt x="876956" y="297666"/>
                </a:lnTo>
                <a:lnTo>
                  <a:pt x="886887" y="302411"/>
                </a:lnTo>
                <a:lnTo>
                  <a:pt x="896819" y="304181"/>
                </a:lnTo>
                <a:lnTo>
                  <a:pt x="906750" y="304973"/>
                </a:lnTo>
                <a:lnTo>
                  <a:pt x="916682" y="304098"/>
                </a:lnTo>
                <a:lnTo>
                  <a:pt x="926613" y="298495"/>
                </a:lnTo>
                <a:lnTo>
                  <a:pt x="936544" y="288682"/>
                </a:lnTo>
                <a:lnTo>
                  <a:pt x="946476" y="280515"/>
                </a:lnTo>
                <a:lnTo>
                  <a:pt x="956407" y="280673"/>
                </a:lnTo>
                <a:lnTo>
                  <a:pt x="966338" y="292055"/>
                </a:lnTo>
                <a:lnTo>
                  <a:pt x="976270" y="310826"/>
                </a:lnTo>
                <a:lnTo>
                  <a:pt x="986201" y="325535"/>
                </a:lnTo>
                <a:lnTo>
                  <a:pt x="996132" y="323238"/>
                </a:lnTo>
                <a:lnTo>
                  <a:pt x="1006064" y="301110"/>
                </a:lnTo>
                <a:lnTo>
                  <a:pt x="1015995" y="271483"/>
                </a:lnTo>
                <a:lnTo>
                  <a:pt x="1025926" y="254322"/>
                </a:lnTo>
                <a:lnTo>
                  <a:pt x="1035858" y="264080"/>
                </a:lnTo>
                <a:lnTo>
                  <a:pt x="1045789" y="298936"/>
                </a:lnTo>
                <a:lnTo>
                  <a:pt x="1055720" y="337939"/>
                </a:lnTo>
                <a:lnTo>
                  <a:pt x="1065652" y="352411"/>
                </a:lnTo>
                <a:lnTo>
                  <a:pt x="1075583" y="328078"/>
                </a:lnTo>
                <a:lnTo>
                  <a:pt x="1085514" y="278687"/>
                </a:lnTo>
                <a:lnTo>
                  <a:pt x="1095446" y="237268"/>
                </a:lnTo>
                <a:lnTo>
                  <a:pt x="1105377" y="233444"/>
                </a:lnTo>
                <a:lnTo>
                  <a:pt x="1115309" y="273788"/>
                </a:lnTo>
                <a:lnTo>
                  <a:pt x="1125240" y="335117"/>
                </a:lnTo>
                <a:lnTo>
                  <a:pt x="1135171" y="375886"/>
                </a:lnTo>
                <a:lnTo>
                  <a:pt x="1145103" y="363953"/>
                </a:lnTo>
                <a:lnTo>
                  <a:pt x="1155034" y="302704"/>
                </a:lnTo>
                <a:lnTo>
                  <a:pt x="1164965" y="232391"/>
                </a:lnTo>
                <a:lnTo>
                  <a:pt x="1174897" y="203084"/>
                </a:lnTo>
                <a:lnTo>
                  <a:pt x="1184828" y="238789"/>
                </a:lnTo>
                <a:lnTo>
                  <a:pt x="1194759" y="318108"/>
                </a:lnTo>
                <a:lnTo>
                  <a:pt x="1204691" y="386524"/>
                </a:lnTo>
                <a:lnTo>
                  <a:pt x="1214622" y="394446"/>
                </a:lnTo>
                <a:lnTo>
                  <a:pt x="1224553" y="333606"/>
                </a:lnTo>
                <a:lnTo>
                  <a:pt x="1234485" y="243929"/>
                </a:lnTo>
                <a:lnTo>
                  <a:pt x="1244416" y="187007"/>
                </a:lnTo>
                <a:lnTo>
                  <a:pt x="1254347" y="204846"/>
                </a:lnTo>
                <a:lnTo>
                  <a:pt x="1264279" y="289061"/>
                </a:lnTo>
                <a:lnTo>
                  <a:pt x="1274210" y="382377"/>
                </a:lnTo>
                <a:lnTo>
                  <a:pt x="1284141" y="417730"/>
                </a:lnTo>
                <a:lnTo>
                  <a:pt x="1294073" y="368502"/>
                </a:lnTo>
                <a:lnTo>
                  <a:pt x="1304004" y="268522"/>
                </a:lnTo>
                <a:lnTo>
                  <a:pt x="1313936" y="187059"/>
                </a:lnTo>
                <a:lnTo>
                  <a:pt x="1323867" y="181057"/>
                </a:lnTo>
                <a:lnTo>
                  <a:pt x="1333798" y="256798"/>
                </a:lnTo>
                <a:lnTo>
                  <a:pt x="1343730" y="363161"/>
                </a:lnTo>
                <a:lnTo>
                  <a:pt x="1353661" y="424531"/>
                </a:lnTo>
                <a:lnTo>
                  <a:pt x="1363592" y="395745"/>
                </a:lnTo>
                <a:lnTo>
                  <a:pt x="1373524" y="296749"/>
                </a:lnTo>
                <a:lnTo>
                  <a:pt x="1383455" y="197391"/>
                </a:lnTo>
                <a:lnTo>
                  <a:pt x="1393386" y="166635"/>
                </a:lnTo>
                <a:lnTo>
                  <a:pt x="1403318" y="225803"/>
                </a:lnTo>
                <a:lnTo>
                  <a:pt x="1413249" y="334698"/>
                </a:lnTo>
                <a:lnTo>
                  <a:pt x="1423180" y="417708"/>
                </a:lnTo>
                <a:lnTo>
                  <a:pt x="1433112" y="415915"/>
                </a:lnTo>
                <a:lnTo>
                  <a:pt x="1443043" y="330468"/>
                </a:lnTo>
                <a:lnTo>
                  <a:pt x="1452974" y="222367"/>
                </a:lnTo>
                <a:lnTo>
                  <a:pt x="1462906" y="167558"/>
                </a:lnTo>
                <a:lnTo>
                  <a:pt x="1472837" y="202926"/>
                </a:lnTo>
                <a:lnTo>
                  <a:pt x="1482768" y="302288"/>
                </a:lnTo>
                <a:lnTo>
                  <a:pt x="1492700" y="396077"/>
                </a:lnTo>
                <a:lnTo>
                  <a:pt x="1502631" y="419637"/>
                </a:lnTo>
                <a:lnTo>
                  <a:pt x="1512563" y="357778"/>
                </a:lnTo>
                <a:lnTo>
                  <a:pt x="1522494" y="255006"/>
                </a:lnTo>
                <a:lnTo>
                  <a:pt x="1532425" y="183714"/>
                </a:lnTo>
                <a:lnTo>
                  <a:pt x="1542357" y="192657"/>
                </a:lnTo>
                <a:lnTo>
                  <a:pt x="1552288" y="272849"/>
                </a:lnTo>
                <a:lnTo>
                  <a:pt x="1562219" y="365906"/>
                </a:lnTo>
                <a:lnTo>
                  <a:pt x="1572151" y="407790"/>
                </a:lnTo>
                <a:lnTo>
                  <a:pt x="1582082" y="373492"/>
                </a:lnTo>
                <a:lnTo>
                  <a:pt x="1592013" y="290436"/>
                </a:lnTo>
                <a:lnTo>
                  <a:pt x="1601945" y="216101"/>
                </a:lnTo>
                <a:lnTo>
                  <a:pt x="1611876" y="199027"/>
                </a:lnTo>
                <a:lnTo>
                  <a:pt x="1621807" y="247476"/>
                </a:lnTo>
                <a:lnTo>
                  <a:pt x="1631739" y="324923"/>
                </a:lnTo>
                <a:lnTo>
                  <a:pt x="1641670" y="377427"/>
                </a:lnTo>
                <a:lnTo>
                  <a:pt x="1651601" y="373050"/>
                </a:lnTo>
                <a:lnTo>
                  <a:pt x="1661533" y="321141"/>
                </a:lnTo>
                <a:lnTo>
                  <a:pt x="1671464" y="259470"/>
                </a:lnTo>
                <a:lnTo>
                  <a:pt x="1681395" y="226242"/>
                </a:lnTo>
                <a:lnTo>
                  <a:pt x="1691327" y="238262"/>
                </a:lnTo>
                <a:lnTo>
                  <a:pt x="1701258" y="283891"/>
                </a:lnTo>
                <a:lnTo>
                  <a:pt x="1711190" y="332233"/>
                </a:lnTo>
                <a:lnTo>
                  <a:pt x="1721121" y="354249"/>
                </a:lnTo>
                <a:lnTo>
                  <a:pt x="1731052" y="341035"/>
                </a:lnTo>
                <a:lnTo>
                  <a:pt x="1740984" y="305340"/>
                </a:lnTo>
                <a:lnTo>
                  <a:pt x="1750915" y="269059"/>
                </a:lnTo>
                <a:lnTo>
                  <a:pt x="1760846" y="250078"/>
                </a:lnTo>
                <a:lnTo>
                  <a:pt x="1770778" y="255735"/>
                </a:lnTo>
                <a:lnTo>
                  <a:pt x="1780709" y="281980"/>
                </a:lnTo>
                <a:lnTo>
                  <a:pt x="1790640" y="316130"/>
                </a:lnTo>
                <a:lnTo>
                  <a:pt x="1800572" y="341821"/>
                </a:lnTo>
                <a:lnTo>
                  <a:pt x="1810503" y="345143"/>
                </a:lnTo>
                <a:lnTo>
                  <a:pt x="1820434" y="321533"/>
                </a:lnTo>
                <a:lnTo>
                  <a:pt x="1830366" y="280643"/>
                </a:lnTo>
                <a:lnTo>
                  <a:pt x="1840297" y="244084"/>
                </a:lnTo>
                <a:lnTo>
                  <a:pt x="1850228" y="234930"/>
                </a:lnTo>
                <a:lnTo>
                  <a:pt x="1860160" y="263928"/>
                </a:lnTo>
                <a:lnTo>
                  <a:pt x="1870091" y="319339"/>
                </a:lnTo>
                <a:lnTo>
                  <a:pt x="1880023" y="368343"/>
                </a:lnTo>
                <a:lnTo>
                  <a:pt x="1889954" y="375486"/>
                </a:lnTo>
                <a:lnTo>
                  <a:pt x="1899885" y="329462"/>
                </a:lnTo>
                <a:lnTo>
                  <a:pt x="1909817" y="255818"/>
                </a:lnTo>
                <a:lnTo>
                  <a:pt x="1919748" y="202469"/>
                </a:lnTo>
                <a:lnTo>
                  <a:pt x="1929679" y="208410"/>
                </a:lnTo>
                <a:lnTo>
                  <a:pt x="1939611" y="276420"/>
                </a:lnTo>
                <a:lnTo>
                  <a:pt x="1949542" y="365951"/>
                </a:lnTo>
                <a:lnTo>
                  <a:pt x="1959473" y="415021"/>
                </a:lnTo>
                <a:lnTo>
                  <a:pt x="1969405" y="383694"/>
                </a:lnTo>
                <a:lnTo>
                  <a:pt x="1979336" y="287832"/>
                </a:lnTo>
                <a:lnTo>
                  <a:pt x="1989267" y="191843"/>
                </a:lnTo>
                <a:lnTo>
                  <a:pt x="1999199" y="163792"/>
                </a:lnTo>
                <a:lnTo>
                  <a:pt x="2009130" y="227426"/>
                </a:lnTo>
                <a:lnTo>
                  <a:pt x="2019061" y="343770"/>
                </a:lnTo>
                <a:lnTo>
                  <a:pt x="2028993" y="433973"/>
                </a:lnTo>
                <a:lnTo>
                  <a:pt x="2038924" y="432222"/>
                </a:lnTo>
                <a:lnTo>
                  <a:pt x="2048855" y="335016"/>
                </a:lnTo>
                <a:lnTo>
                  <a:pt x="2058787" y="207765"/>
                </a:lnTo>
                <a:lnTo>
                  <a:pt x="2068718" y="139780"/>
                </a:lnTo>
                <a:lnTo>
                  <a:pt x="2078650" y="180784"/>
                </a:lnTo>
                <a:lnTo>
                  <a:pt x="2088581" y="304873"/>
                </a:lnTo>
                <a:lnTo>
                  <a:pt x="2098512" y="426416"/>
                </a:lnTo>
                <a:lnTo>
                  <a:pt x="2108444" y="458720"/>
                </a:lnTo>
                <a:lnTo>
                  <a:pt x="2118375" y="376902"/>
                </a:lnTo>
                <a:lnTo>
                  <a:pt x="2128306" y="238041"/>
                </a:lnTo>
                <a:lnTo>
                  <a:pt x="2138238" y="140633"/>
                </a:lnTo>
                <a:lnTo>
                  <a:pt x="2148169" y="153441"/>
                </a:lnTo>
                <a:lnTo>
                  <a:pt x="2158100" y="266887"/>
                </a:lnTo>
                <a:lnTo>
                  <a:pt x="2168032" y="400546"/>
                </a:lnTo>
                <a:lnTo>
                  <a:pt x="2177963" y="460068"/>
                </a:lnTo>
                <a:lnTo>
                  <a:pt x="2187894" y="403926"/>
                </a:lnTo>
                <a:lnTo>
                  <a:pt x="2197826" y="272909"/>
                </a:lnTo>
                <a:lnTo>
                  <a:pt x="2207757" y="160807"/>
                </a:lnTo>
                <a:lnTo>
                  <a:pt x="2217688" y="147330"/>
                </a:lnTo>
                <a:lnTo>
                  <a:pt x="2227620" y="241021"/>
                </a:lnTo>
                <a:lnTo>
                  <a:pt x="2237551" y="372744"/>
                </a:lnTo>
                <a:lnTo>
                  <a:pt x="2247482" y="446155"/>
                </a:lnTo>
                <a:lnTo>
                  <a:pt x="2257414" y="409506"/>
                </a:lnTo>
                <a:lnTo>
                  <a:pt x="2267345" y="293255"/>
                </a:lnTo>
                <a:lnTo>
                  <a:pt x="2277277" y="184340"/>
                </a:lnTo>
                <a:lnTo>
                  <a:pt x="2287208" y="160598"/>
                </a:lnTo>
                <a:lnTo>
                  <a:pt x="2297139" y="236243"/>
                </a:lnTo>
                <a:lnTo>
                  <a:pt x="2307071" y="353821"/>
                </a:lnTo>
                <a:lnTo>
                  <a:pt x="2317002" y="425666"/>
                </a:lnTo>
                <a:lnTo>
                  <a:pt x="2326933" y="398538"/>
                </a:lnTo>
                <a:lnTo>
                  <a:pt x="2336865" y="295078"/>
                </a:lnTo>
                <a:lnTo>
                  <a:pt x="2346796" y="196192"/>
                </a:lnTo>
                <a:lnTo>
                  <a:pt x="2356727" y="176754"/>
                </a:lnTo>
                <a:lnTo>
                  <a:pt x="2366659" y="248649"/>
                </a:lnTo>
                <a:lnTo>
                  <a:pt x="2376590" y="355060"/>
                </a:lnTo>
                <a:lnTo>
                  <a:pt x="2386521" y="415003"/>
                </a:lnTo>
                <a:lnTo>
                  <a:pt x="2396453" y="383339"/>
                </a:lnTo>
                <a:lnTo>
                  <a:pt x="2406384" y="284567"/>
                </a:lnTo>
                <a:lnTo>
                  <a:pt x="2416315" y="194986"/>
                </a:lnTo>
                <a:lnTo>
                  <a:pt x="2426247" y="184235"/>
                </a:lnTo>
                <a:lnTo>
                  <a:pt x="2436178" y="261415"/>
                </a:lnTo>
                <a:lnTo>
                  <a:pt x="2446109" y="368215"/>
                </a:lnTo>
                <a:lnTo>
                  <a:pt x="2456041" y="422831"/>
                </a:lnTo>
                <a:lnTo>
                  <a:pt x="2465972" y="381213"/>
                </a:lnTo>
                <a:lnTo>
                  <a:pt x="2475904" y="271792"/>
                </a:lnTo>
                <a:lnTo>
                  <a:pt x="2485835" y="176845"/>
                </a:lnTo>
                <a:lnTo>
                  <a:pt x="2495766" y="170831"/>
                </a:lnTo>
                <a:lnTo>
                  <a:pt x="2505698" y="261929"/>
                </a:lnTo>
                <a:lnTo>
                  <a:pt x="2515629" y="383954"/>
                </a:lnTo>
                <a:lnTo>
                  <a:pt x="2525560" y="445514"/>
                </a:lnTo>
                <a:lnTo>
                  <a:pt x="2535492" y="398229"/>
                </a:lnTo>
                <a:lnTo>
                  <a:pt x="2545423" y="273486"/>
                </a:lnTo>
                <a:lnTo>
                  <a:pt x="2555354" y="161138"/>
                </a:lnTo>
                <a:lnTo>
                  <a:pt x="2565286" y="144546"/>
                </a:lnTo>
                <a:lnTo>
                  <a:pt x="2575217" y="238856"/>
                </a:lnTo>
                <a:lnTo>
                  <a:pt x="2585148" y="378621"/>
                </a:lnTo>
                <a:lnTo>
                  <a:pt x="2595080" y="464095"/>
                </a:lnTo>
                <a:lnTo>
                  <a:pt x="2605011" y="432304"/>
                </a:lnTo>
                <a:lnTo>
                  <a:pt x="2614942" y="302692"/>
                </a:lnTo>
                <a:lnTo>
                  <a:pt x="2624874" y="165437"/>
                </a:lnTo>
                <a:lnTo>
                  <a:pt x="2634805" y="118724"/>
                </a:lnTo>
                <a:lnTo>
                  <a:pt x="2644736" y="197703"/>
                </a:lnTo>
                <a:lnTo>
                  <a:pt x="2654668" y="347573"/>
                </a:lnTo>
                <a:lnTo>
                  <a:pt x="2664599" y="462708"/>
                </a:lnTo>
                <a:lnTo>
                  <a:pt x="2674531" y="462732"/>
                </a:lnTo>
                <a:lnTo>
                  <a:pt x="2684462" y="348528"/>
                </a:lnTo>
                <a:lnTo>
                  <a:pt x="2694393" y="199454"/>
                </a:lnTo>
                <a:lnTo>
                  <a:pt x="2704325" y="117514"/>
                </a:lnTo>
                <a:lnTo>
                  <a:pt x="2714256" y="158186"/>
                </a:lnTo>
                <a:lnTo>
                  <a:pt x="2724187" y="293033"/>
                </a:lnTo>
                <a:lnTo>
                  <a:pt x="2734119" y="429069"/>
                </a:lnTo>
                <a:lnTo>
                  <a:pt x="2744050" y="473426"/>
                </a:lnTo>
                <a:lnTo>
                  <a:pt x="2753981" y="398200"/>
                </a:lnTo>
                <a:lnTo>
                  <a:pt x="2763913" y="257806"/>
                </a:lnTo>
                <a:lnTo>
                  <a:pt x="2773844" y="147997"/>
                </a:lnTo>
                <a:lnTo>
                  <a:pt x="2783775" y="139761"/>
                </a:lnTo>
                <a:lnTo>
                  <a:pt x="2793707" y="234360"/>
                </a:lnTo>
                <a:lnTo>
                  <a:pt x="2803638" y="365827"/>
                </a:lnTo>
                <a:lnTo>
                  <a:pt x="2813569" y="446616"/>
                </a:lnTo>
                <a:lnTo>
                  <a:pt x="2823501" y="426338"/>
                </a:lnTo>
                <a:lnTo>
                  <a:pt x="2833432" y="323759"/>
                </a:lnTo>
                <a:lnTo>
                  <a:pt x="2843363" y="210304"/>
                </a:lnTo>
                <a:lnTo>
                  <a:pt x="2853295" y="159469"/>
                </a:lnTo>
                <a:lnTo>
                  <a:pt x="2863226" y="199296"/>
                </a:lnTo>
                <a:lnTo>
                  <a:pt x="2873158" y="298008"/>
                </a:lnTo>
                <a:lnTo>
                  <a:pt x="2883089" y="388826"/>
                </a:lnTo>
                <a:lnTo>
                  <a:pt x="2893020" y="415576"/>
                </a:lnTo>
                <a:lnTo>
                  <a:pt x="2902952" y="367557"/>
                </a:lnTo>
                <a:lnTo>
                  <a:pt x="2912883" y="281147"/>
                </a:lnTo>
                <a:lnTo>
                  <a:pt x="2922814" y="211853"/>
                </a:lnTo>
                <a:lnTo>
                  <a:pt x="2932746" y="199244"/>
                </a:lnTo>
                <a:lnTo>
                  <a:pt x="2942677" y="245518"/>
                </a:lnTo>
                <a:lnTo>
                  <a:pt x="2952608" y="317607"/>
                </a:lnTo>
                <a:lnTo>
                  <a:pt x="2962540" y="370527"/>
                </a:lnTo>
                <a:lnTo>
                  <a:pt x="2972471" y="376018"/>
                </a:lnTo>
                <a:lnTo>
                  <a:pt x="2982402" y="336493"/>
                </a:lnTo>
                <a:lnTo>
                  <a:pt x="2992334" y="278551"/>
                </a:lnTo>
                <a:lnTo>
                  <a:pt x="3002265" y="235619"/>
                </a:lnTo>
                <a:lnTo>
                  <a:pt x="3012196" y="230103"/>
                </a:lnTo>
                <a:lnTo>
                  <a:pt x="3022128" y="261964"/>
                </a:lnTo>
                <a:lnTo>
                  <a:pt x="3032059" y="310410"/>
                </a:lnTo>
                <a:lnTo>
                  <a:pt x="3041990" y="348069"/>
                </a:lnTo>
                <a:lnTo>
                  <a:pt x="3051922" y="356110"/>
                </a:lnTo>
                <a:lnTo>
                  <a:pt x="3061853" y="331500"/>
                </a:lnTo>
                <a:lnTo>
                  <a:pt x="3071785" y="287785"/>
                </a:lnTo>
                <a:lnTo>
                  <a:pt x="3081716" y="249824"/>
                </a:lnTo>
                <a:lnTo>
                  <a:pt x="3091647" y="240060"/>
                </a:lnTo>
                <a:lnTo>
                  <a:pt x="3101579" y="263574"/>
                </a:lnTo>
                <a:lnTo>
                  <a:pt x="3111510" y="305299"/>
                </a:lnTo>
                <a:lnTo>
                  <a:pt x="3121441" y="340776"/>
                </a:lnTo>
                <a:lnTo>
                  <a:pt x="3131373" y="350216"/>
                </a:lnTo>
                <a:lnTo>
                  <a:pt x="3141304" y="328709"/>
                </a:lnTo>
                <a:lnTo>
                  <a:pt x="3151235" y="289483"/>
                </a:lnTo>
                <a:lnTo>
                  <a:pt x="3161167" y="256457"/>
                </a:lnTo>
                <a:lnTo>
                  <a:pt x="3171098" y="248782"/>
                </a:lnTo>
                <a:lnTo>
                  <a:pt x="3181029" y="269073"/>
                </a:lnTo>
                <a:lnTo>
                  <a:pt x="3190961" y="303325"/>
                </a:lnTo>
                <a:lnTo>
                  <a:pt x="3200892" y="330266"/>
                </a:lnTo>
                <a:lnTo>
                  <a:pt x="3210823" y="334489"/>
                </a:lnTo>
                <a:lnTo>
                  <a:pt x="3220755" y="316401"/>
                </a:lnTo>
                <a:lnTo>
                  <a:pt x="3230686" y="290629"/>
                </a:lnTo>
                <a:lnTo>
                  <a:pt x="3240617" y="273321"/>
                </a:lnTo>
                <a:lnTo>
                  <a:pt x="3250549" y="270963"/>
                </a:lnTo>
                <a:lnTo>
                  <a:pt x="3260480" y="279993"/>
                </a:lnTo>
                <a:lnTo>
                  <a:pt x="3270412" y="293000"/>
                </a:lnTo>
                <a:lnTo>
                  <a:pt x="3280343" y="304088"/>
                </a:lnTo>
                <a:lnTo>
                  <a:pt x="3290274" y="311312"/>
                </a:lnTo>
                <a:lnTo>
                  <a:pt x="3300206" y="315616"/>
                </a:lnTo>
                <a:lnTo>
                  <a:pt x="3310137" y="316649"/>
                </a:lnTo>
                <a:lnTo>
                  <a:pt x="3320068" y="310418"/>
                </a:lnTo>
                <a:lnTo>
                  <a:pt x="3330000" y="293236"/>
                </a:lnTo>
                <a:lnTo>
                  <a:pt x="3339931" y="268965"/>
                </a:lnTo>
                <a:lnTo>
                  <a:pt x="3349862" y="251933"/>
                </a:lnTo>
                <a:lnTo>
                  <a:pt x="3359794" y="259785"/>
                </a:lnTo>
                <a:lnTo>
                  <a:pt x="3369725" y="297765"/>
                </a:lnTo>
                <a:lnTo>
                  <a:pt x="3379656" y="347135"/>
                </a:lnTo>
                <a:lnTo>
                  <a:pt x="3389588" y="373092"/>
                </a:lnTo>
                <a:lnTo>
                  <a:pt x="3399519" y="350362"/>
                </a:lnTo>
                <a:lnTo>
                  <a:pt x="3409450" y="285251"/>
                </a:lnTo>
                <a:lnTo>
                  <a:pt x="3419382" y="216045"/>
                </a:lnTo>
                <a:lnTo>
                  <a:pt x="3429313" y="191142"/>
                </a:lnTo>
                <a:lnTo>
                  <a:pt x="3439245" y="236473"/>
                </a:lnTo>
                <a:lnTo>
                  <a:pt x="3449176" y="331552"/>
                </a:lnTo>
                <a:lnTo>
                  <a:pt x="3459107" y="415844"/>
                </a:lnTo>
                <a:lnTo>
                  <a:pt x="3469039" y="428100"/>
                </a:lnTo>
                <a:lnTo>
                  <a:pt x="3478970" y="350971"/>
                </a:lnTo>
                <a:lnTo>
                  <a:pt x="3488901" y="227254"/>
                </a:lnTo>
                <a:lnTo>
                  <a:pt x="3498833" y="136873"/>
                </a:lnTo>
                <a:lnTo>
                  <a:pt x="3508764" y="147022"/>
                </a:lnTo>
                <a:lnTo>
                  <a:pt x="3518695" y="262609"/>
                </a:lnTo>
                <a:lnTo>
                  <a:pt x="3528627" y="412981"/>
                </a:lnTo>
                <a:lnTo>
                  <a:pt x="3538558" y="494888"/>
                </a:lnTo>
                <a:lnTo>
                  <a:pt x="3548489" y="445876"/>
                </a:lnTo>
                <a:lnTo>
                  <a:pt x="3558421" y="291661"/>
                </a:lnTo>
                <a:lnTo>
                  <a:pt x="3568352" y="131643"/>
                </a:lnTo>
                <a:lnTo>
                  <a:pt x="3578283" y="74013"/>
                </a:lnTo>
                <a:lnTo>
                  <a:pt x="3588215" y="163350"/>
                </a:lnTo>
                <a:lnTo>
                  <a:pt x="3598146" y="347108"/>
                </a:lnTo>
                <a:lnTo>
                  <a:pt x="3608077" y="505850"/>
                </a:lnTo>
                <a:lnTo>
                  <a:pt x="3618009" y="531239"/>
                </a:lnTo>
                <a:lnTo>
                  <a:pt x="3627940" y="400436"/>
                </a:lnTo>
                <a:lnTo>
                  <a:pt x="3637872" y="195396"/>
                </a:lnTo>
                <a:lnTo>
                  <a:pt x="3647803" y="51557"/>
                </a:lnTo>
                <a:lnTo>
                  <a:pt x="3657734" y="67669"/>
                </a:lnTo>
                <a:lnTo>
                  <a:pt x="3667666" y="237189"/>
                </a:lnTo>
                <a:lnTo>
                  <a:pt x="3677597" y="449995"/>
                </a:lnTo>
                <a:lnTo>
                  <a:pt x="3687528" y="564796"/>
                </a:lnTo>
                <a:lnTo>
                  <a:pt x="3697460" y="503497"/>
                </a:lnTo>
                <a:lnTo>
                  <a:pt x="3707391" y="304599"/>
                </a:lnTo>
                <a:lnTo>
                  <a:pt x="3717322" y="99082"/>
                </a:lnTo>
                <a:lnTo>
                  <a:pt x="3727254" y="22860"/>
                </a:lnTo>
                <a:lnTo>
                  <a:pt x="3737185" y="125444"/>
                </a:lnTo>
                <a:lnTo>
                  <a:pt x="3747116" y="338559"/>
                </a:lnTo>
                <a:lnTo>
                  <a:pt x="3757048" y="523311"/>
                </a:lnTo>
                <a:lnTo>
                  <a:pt x="3766979" y="560567"/>
                </a:lnTo>
                <a:lnTo>
                  <a:pt x="3776910" y="427044"/>
                </a:lnTo>
                <a:lnTo>
                  <a:pt x="3786842" y="210821"/>
                </a:lnTo>
                <a:lnTo>
                  <a:pt x="3796773" y="53733"/>
                </a:lnTo>
                <a:lnTo>
                  <a:pt x="3806704" y="56413"/>
                </a:lnTo>
                <a:lnTo>
                  <a:pt x="3816636" y="212605"/>
                </a:lnTo>
                <a:lnTo>
                  <a:pt x="3826567" y="417647"/>
                </a:lnTo>
                <a:lnTo>
                  <a:pt x="3836499" y="539923"/>
                </a:lnTo>
                <a:lnTo>
                  <a:pt x="3846430" y="505094"/>
                </a:lnTo>
                <a:lnTo>
                  <a:pt x="3856361" y="340920"/>
                </a:lnTo>
                <a:lnTo>
                  <a:pt x="3866293" y="155733"/>
                </a:lnTo>
                <a:lnTo>
                  <a:pt x="3876224" y="65689"/>
                </a:lnTo>
                <a:lnTo>
                  <a:pt x="3886155" y="121664"/>
                </a:lnTo>
                <a:lnTo>
                  <a:pt x="3896087" y="282683"/>
                </a:lnTo>
                <a:lnTo>
                  <a:pt x="3906018" y="445895"/>
                </a:lnTo>
                <a:lnTo>
                  <a:pt x="3915949" y="510954"/>
                </a:lnTo>
                <a:lnTo>
                  <a:pt x="3925881" y="441917"/>
                </a:lnTo>
                <a:lnTo>
                  <a:pt x="3935812" y="287960"/>
                </a:lnTo>
                <a:lnTo>
                  <a:pt x="3945743" y="147520"/>
                </a:lnTo>
                <a:lnTo>
                  <a:pt x="3955675" y="103501"/>
                </a:lnTo>
                <a:lnTo>
                  <a:pt x="3965606" y="176035"/>
                </a:lnTo>
                <a:lnTo>
                  <a:pt x="3975537" y="316608"/>
                </a:lnTo>
                <a:lnTo>
                  <a:pt x="3985469" y="439340"/>
                </a:lnTo>
                <a:lnTo>
                  <a:pt x="3995400" y="472323"/>
                </a:lnTo>
                <a:lnTo>
                  <a:pt x="4005331" y="400781"/>
                </a:lnTo>
                <a:lnTo>
                  <a:pt x="4015263" y="272701"/>
                </a:lnTo>
                <a:lnTo>
                  <a:pt x="4025194" y="164856"/>
                </a:lnTo>
                <a:lnTo>
                  <a:pt x="4035126" y="137221"/>
                </a:lnTo>
                <a:lnTo>
                  <a:pt x="4045057" y="202524"/>
                </a:lnTo>
                <a:lnTo>
                  <a:pt x="4054988" y="321098"/>
                </a:lnTo>
                <a:lnTo>
                  <a:pt x="4064920" y="423283"/>
                </a:lnTo>
                <a:lnTo>
                  <a:pt x="4074851" y="450396"/>
                </a:lnTo>
                <a:lnTo>
                  <a:pt x="4084782" y="388638"/>
                </a:lnTo>
                <a:lnTo>
                  <a:pt x="4094714" y="274407"/>
                </a:lnTo>
                <a:lnTo>
                  <a:pt x="4104645" y="172810"/>
                </a:lnTo>
                <a:lnTo>
                  <a:pt x="4114576" y="143121"/>
                </a:lnTo>
                <a:lnTo>
                  <a:pt x="4124508" y="204797"/>
                </a:lnTo>
                <a:lnTo>
                  <a:pt x="4134439" y="322597"/>
                </a:lnTo>
                <a:lnTo>
                  <a:pt x="4144370" y="425898"/>
                </a:lnTo>
                <a:lnTo>
                  <a:pt x="4154302" y="452256"/>
                </a:lnTo>
                <a:lnTo>
                  <a:pt x="4164233" y="385168"/>
                </a:lnTo>
                <a:lnTo>
                  <a:pt x="4174164" y="263629"/>
                </a:lnTo>
                <a:lnTo>
                  <a:pt x="4184096" y="160207"/>
                </a:lnTo>
                <a:lnTo>
                  <a:pt x="4194027" y="138610"/>
                </a:lnTo>
                <a:lnTo>
                  <a:pt x="4203958" y="213903"/>
                </a:lnTo>
                <a:lnTo>
                  <a:pt x="4213890" y="341454"/>
                </a:lnTo>
                <a:lnTo>
                  <a:pt x="4223821" y="443241"/>
                </a:lnTo>
                <a:lnTo>
                  <a:pt x="4233753" y="455393"/>
                </a:lnTo>
                <a:lnTo>
                  <a:pt x="4243684" y="368610"/>
                </a:lnTo>
                <a:lnTo>
                  <a:pt x="4253615" y="236052"/>
                </a:lnTo>
                <a:lnTo>
                  <a:pt x="4263547" y="140700"/>
                </a:lnTo>
                <a:lnTo>
                  <a:pt x="4273478" y="142396"/>
                </a:lnTo>
                <a:lnTo>
                  <a:pt x="4283409" y="240410"/>
                </a:lnTo>
                <a:lnTo>
                  <a:pt x="4293341" y="374141"/>
                </a:lnTo>
                <a:lnTo>
                  <a:pt x="4303272" y="459641"/>
                </a:lnTo>
                <a:lnTo>
                  <a:pt x="4313203" y="442078"/>
                </a:lnTo>
                <a:lnTo>
                  <a:pt x="4323135" y="332689"/>
                </a:lnTo>
                <a:lnTo>
                  <a:pt x="4333066" y="201997"/>
                </a:lnTo>
                <a:lnTo>
                  <a:pt x="4342997" y="132320"/>
                </a:lnTo>
                <a:lnTo>
                  <a:pt x="4352929" y="165640"/>
                </a:lnTo>
                <a:lnTo>
                  <a:pt x="4362860" y="280332"/>
                </a:lnTo>
                <a:lnTo>
                  <a:pt x="4372791" y="404902"/>
                </a:lnTo>
                <a:lnTo>
                  <a:pt x="4382723" y="460528"/>
                </a:lnTo>
                <a:lnTo>
                  <a:pt x="4392654" y="411804"/>
                </a:lnTo>
                <a:lnTo>
                  <a:pt x="4402585" y="291497"/>
                </a:lnTo>
                <a:lnTo>
                  <a:pt x="4412517" y="177569"/>
                </a:lnTo>
                <a:lnTo>
                  <a:pt x="4422448" y="140662"/>
                </a:lnTo>
                <a:lnTo>
                  <a:pt x="4432380" y="201374"/>
                </a:lnTo>
                <a:lnTo>
                  <a:pt x="4442311" y="320430"/>
                </a:lnTo>
                <a:lnTo>
                  <a:pt x="4452242" y="422894"/>
                </a:lnTo>
                <a:lnTo>
                  <a:pt x="4462174" y="444521"/>
                </a:lnTo>
                <a:lnTo>
                  <a:pt x="4472105" y="373419"/>
                </a:lnTo>
                <a:lnTo>
                  <a:pt x="4482036" y="256714"/>
                </a:lnTo>
                <a:lnTo>
                  <a:pt x="4491968" y="167961"/>
                </a:lnTo>
                <a:lnTo>
                  <a:pt x="4501899" y="160980"/>
                </a:lnTo>
                <a:lnTo>
                  <a:pt x="4511830" y="238686"/>
                </a:lnTo>
                <a:lnTo>
                  <a:pt x="4521762" y="351699"/>
                </a:lnTo>
                <a:lnTo>
                  <a:pt x="4531693" y="428372"/>
                </a:lnTo>
                <a:lnTo>
                  <a:pt x="4541624" y="420592"/>
                </a:lnTo>
                <a:lnTo>
                  <a:pt x="4551556" y="334744"/>
                </a:lnTo>
                <a:lnTo>
                  <a:pt x="4561487" y="226272"/>
                </a:lnTo>
                <a:lnTo>
                  <a:pt x="4571418" y="163694"/>
                </a:lnTo>
                <a:lnTo>
                  <a:pt x="4581350" y="186078"/>
                </a:lnTo>
                <a:lnTo>
                  <a:pt x="4591281" y="278694"/>
                </a:lnTo>
                <a:lnTo>
                  <a:pt x="4601212" y="381944"/>
                </a:lnTo>
                <a:lnTo>
                  <a:pt x="4611144" y="429541"/>
                </a:lnTo>
                <a:lnTo>
                  <a:pt x="4621075" y="391220"/>
                </a:lnTo>
                <a:lnTo>
                  <a:pt x="4631007" y="291938"/>
                </a:lnTo>
                <a:lnTo>
                  <a:pt x="4640938" y="196077"/>
                </a:lnTo>
                <a:lnTo>
                  <a:pt x="4650869" y="166282"/>
                </a:lnTo>
                <a:lnTo>
                  <a:pt x="4660801" y="222089"/>
                </a:lnTo>
                <a:lnTo>
                  <a:pt x="4670732" y="326588"/>
                </a:lnTo>
                <a:lnTo>
                  <a:pt x="4680663" y="411251"/>
                </a:lnTo>
                <a:lnTo>
                  <a:pt x="4690595" y="420864"/>
                </a:lnTo>
                <a:lnTo>
                  <a:pt x="4700526" y="348624"/>
                </a:lnTo>
                <a:lnTo>
                  <a:pt x="4710457" y="241222"/>
                </a:lnTo>
                <a:lnTo>
                  <a:pt x="4720389" y="170154"/>
                </a:lnTo>
                <a:lnTo>
                  <a:pt x="4730320" y="184128"/>
                </a:lnTo>
                <a:lnTo>
                  <a:pt x="4740251" y="274422"/>
                </a:lnTo>
                <a:lnTo>
                  <a:pt x="4750183" y="380174"/>
                </a:lnTo>
                <a:lnTo>
                  <a:pt x="4760114" y="429844"/>
                </a:lnTo>
                <a:lnTo>
                  <a:pt x="4770045" y="388871"/>
                </a:lnTo>
                <a:lnTo>
                  <a:pt x="4779977" y="283473"/>
                </a:lnTo>
                <a:lnTo>
                  <a:pt x="4789908" y="185555"/>
                </a:lnTo>
                <a:lnTo>
                  <a:pt x="4799839" y="164462"/>
                </a:lnTo>
                <a:lnTo>
                  <a:pt x="4809771" y="236453"/>
                </a:lnTo>
                <a:lnTo>
                  <a:pt x="4819702" y="351474"/>
                </a:lnTo>
                <a:lnTo>
                  <a:pt x="4829634" y="429102"/>
                </a:lnTo>
                <a:lnTo>
                  <a:pt x="4839565" y="415201"/>
                </a:lnTo>
                <a:lnTo>
                  <a:pt x="4849496" y="318442"/>
                </a:lnTo>
                <a:lnTo>
                  <a:pt x="4859428" y="204536"/>
                </a:lnTo>
                <a:lnTo>
                  <a:pt x="4869359" y="152686"/>
                </a:lnTo>
                <a:lnTo>
                  <a:pt x="4879290" y="201076"/>
                </a:lnTo>
                <a:lnTo>
                  <a:pt x="4889222" y="318414"/>
                </a:lnTo>
                <a:lnTo>
                  <a:pt x="4899153" y="423751"/>
                </a:lnTo>
                <a:lnTo>
                  <a:pt x="4909084" y="442228"/>
                </a:lnTo>
                <a:lnTo>
                  <a:pt x="4919016" y="358024"/>
                </a:lnTo>
                <a:lnTo>
                  <a:pt x="4928947" y="227502"/>
                </a:lnTo>
                <a:lnTo>
                  <a:pt x="4938878" y="141812"/>
                </a:lnTo>
                <a:lnTo>
                  <a:pt x="4948810" y="162975"/>
                </a:lnTo>
                <a:lnTo>
                  <a:pt x="4958741" y="278533"/>
                </a:lnTo>
                <a:lnTo>
                  <a:pt x="4968672" y="408802"/>
                </a:lnTo>
                <a:lnTo>
                  <a:pt x="4978604" y="462525"/>
                </a:lnTo>
                <a:lnTo>
                  <a:pt x="4988535" y="401206"/>
                </a:lnTo>
                <a:lnTo>
                  <a:pt x="4998466" y="266373"/>
                </a:lnTo>
                <a:lnTo>
                  <a:pt x="5008398" y="150752"/>
                </a:lnTo>
                <a:lnTo>
                  <a:pt x="5018329" y="134240"/>
                </a:lnTo>
                <a:lnTo>
                  <a:pt x="5028261" y="229417"/>
                </a:lnTo>
                <a:lnTo>
                  <a:pt x="5038192" y="372699"/>
                </a:lnTo>
                <a:lnTo>
                  <a:pt x="5048123" y="466297"/>
                </a:lnTo>
                <a:lnTo>
                  <a:pt x="5058055" y="444514"/>
                </a:lnTo>
                <a:lnTo>
                  <a:pt x="5067986" y="320671"/>
                </a:lnTo>
                <a:lnTo>
                  <a:pt x="5077917" y="179521"/>
                </a:lnTo>
                <a:lnTo>
                  <a:pt x="5087849" y="117865"/>
                </a:lnTo>
                <a:lnTo>
                  <a:pt x="5097780" y="177141"/>
                </a:lnTo>
              </a:path>
            </a:pathLst>
          </a:custGeom>
          <a:solidFill>
            <a:srgbClr val="FFFFFF">
              <a:alpha val="0"/>
            </a:srgbClr>
          </a:solidFill>
          <a:ln w="13335" cap="rnd">
            <a:solidFill>
              <a:srgbClr val="007C83"/>
            </a:solidFill>
            <a:prstDash val="dash"/>
          </a:ln>
        </p:spPr>
      </p:sp>
      <p:sp>
        <p:nvSpPr>
          <p:cNvPr id="68" name="Text 66"/>
          <p:cNvSpPr/>
          <p:nvPr/>
        </p:nvSpPr>
        <p:spPr>
          <a:xfrm>
            <a:off x="6007608" y="4809744"/>
            <a:ext cx="347472" cy="192024"/>
          </a:xfrm>
          <a:prstGeom prst="rect">
            <a:avLst/>
          </a:prstGeom>
          <a:noFill/>
          <a:ln/>
        </p:spPr>
        <p:txBody>
          <a:bodyPr wrap="square" lIns="0" tIns="0" rIns="0" bIns="0" rtlCol="0" anchor="t"/>
          <a:lstStyle/>
          <a:p>
            <a:pPr algn="r" indent="0" marL="0">
              <a:lnSpc>
                <a:spcPct val="100000"/>
              </a:lnSpc>
              <a:buNone/>
            </a:pPr>
            <a:r>
              <a:rPr lang="ko-KR" altLang="en-US" sz="850" dirty="0">
                <a:solidFill>
                  <a:srgbClr val="647986"/>
                </a:solidFill>
                <a:latin typeface="Pretendard" pitchFamily="34" charset="0"/>
                <a:ea typeface="Pretendard" pitchFamily="34" charset="-122"/>
                <a:cs typeface="Pretendard" pitchFamily="34" charset="-120"/>
              </a:rPr>
              <a:t>-9.1</a:t>
            </a:r>
            <a:endParaRPr lang="ko-KR" sz="850" dirty="0"/>
          </a:p>
        </p:txBody>
      </p:sp>
      <p:sp>
        <p:nvSpPr>
          <p:cNvPr id="69" name="Text 67"/>
          <p:cNvSpPr/>
          <p:nvPr/>
        </p:nvSpPr>
        <p:spPr>
          <a:xfrm>
            <a:off x="6007608" y="4512564"/>
            <a:ext cx="347472" cy="192024"/>
          </a:xfrm>
          <a:prstGeom prst="rect">
            <a:avLst/>
          </a:prstGeom>
          <a:noFill/>
          <a:ln/>
        </p:spPr>
        <p:txBody>
          <a:bodyPr wrap="square" lIns="0" tIns="0" rIns="0" bIns="0" rtlCol="0" anchor="t"/>
          <a:lstStyle/>
          <a:p>
            <a:pPr algn="r" indent="0" marL="0">
              <a:lnSpc>
                <a:spcPct val="100000"/>
              </a:lnSpc>
              <a:buNone/>
            </a:pPr>
            <a:r>
              <a:rPr lang="ko-KR" altLang="en-US" sz="850" dirty="0">
                <a:solidFill>
                  <a:srgbClr val="647986"/>
                </a:solidFill>
                <a:latin typeface="Pretendard" pitchFamily="34" charset="0"/>
                <a:ea typeface="Pretendard" pitchFamily="34" charset="-122"/>
                <a:cs typeface="Pretendard" pitchFamily="34" charset="-120"/>
              </a:rPr>
              <a:t>0.0</a:t>
            </a:r>
            <a:endParaRPr lang="ko-KR" sz="850" dirty="0"/>
          </a:p>
        </p:txBody>
      </p:sp>
      <p:sp>
        <p:nvSpPr>
          <p:cNvPr id="70" name="Text 68"/>
          <p:cNvSpPr/>
          <p:nvPr/>
        </p:nvSpPr>
        <p:spPr>
          <a:xfrm>
            <a:off x="6007608" y="4215384"/>
            <a:ext cx="347472" cy="192024"/>
          </a:xfrm>
          <a:prstGeom prst="rect">
            <a:avLst/>
          </a:prstGeom>
          <a:noFill/>
          <a:ln/>
        </p:spPr>
        <p:txBody>
          <a:bodyPr wrap="square" lIns="0" tIns="0" rIns="0" bIns="0" rtlCol="0" anchor="t"/>
          <a:lstStyle/>
          <a:p>
            <a:pPr algn="r" indent="0" marL="0">
              <a:lnSpc>
                <a:spcPct val="100000"/>
              </a:lnSpc>
              <a:buNone/>
            </a:pPr>
            <a:r>
              <a:rPr lang="ko-KR" altLang="en-US" sz="850" dirty="0">
                <a:solidFill>
                  <a:srgbClr val="647986"/>
                </a:solidFill>
                <a:latin typeface="Pretendard" pitchFamily="34" charset="0"/>
                <a:ea typeface="Pretendard" pitchFamily="34" charset="-122"/>
                <a:cs typeface="Pretendard" pitchFamily="34" charset="-120"/>
              </a:rPr>
              <a:t>9.1</a:t>
            </a:r>
            <a:endParaRPr lang="ko-KR" sz="850" dirty="0"/>
          </a:p>
        </p:txBody>
      </p:sp>
      <p:sp>
        <p:nvSpPr>
          <p:cNvPr id="71" name="Shape 69"/>
          <p:cNvSpPr/>
          <p:nvPr/>
        </p:nvSpPr>
        <p:spPr>
          <a:xfrm>
            <a:off x="6428232" y="4992624"/>
            <a:ext cx="5074920" cy="265176"/>
          </a:xfrm>
          <a:prstGeom prst="rect">
            <a:avLst>
              <a:gd name="adj" fmla="val 34483"/>
            </a:avLst>
          </a:prstGeom>
          <a:solidFill>
            <a:srgbClr val="FFFFFF"/>
          </a:solidFill>
          <a:ln w="12700">
            <a:solidFill>
              <a:srgbClr val="DAE3E7"/>
            </a:solidFill>
            <a:prstDash val="solid"/>
          </a:ln>
        </p:spPr>
      </p:sp>
      <p:sp>
        <p:nvSpPr>
          <p:cNvPr id="72" name="Shape 70"/>
          <p:cNvSpPr/>
          <p:nvPr/>
        </p:nvSpPr>
        <p:spPr>
          <a:xfrm>
            <a:off x="6428232" y="5125212"/>
            <a:ext cx="5074920" cy="0"/>
          </a:xfrm>
          <a:prstGeom prst="line">
            <a:avLst/>
          </a:prstGeom>
          <a:noFill/>
          <a:ln w="8255">
            <a:solidFill>
              <a:srgbClr val="DAE3E7"/>
            </a:solidFill>
            <a:prstDash val="solid"/>
          </a:ln>
        </p:spPr>
      </p:sp>
      <p:sp>
        <p:nvSpPr>
          <p:cNvPr id="73" name="wave_11"/>
          <p:cNvSpPr/>
          <p:nvPr/>
        </p:nvSpPr>
        <p:spPr>
          <a:xfrm>
            <a:off x="6405372" y="5098468"/>
            <a:ext cx="5120640" cy="53010"/>
          </a:xfrm>
          <a:custGeom>
            <a:avLst/>
            <a:gdLst/>
            <a:ahLst/>
            <a:cxnLst/>
            <a:rect l="l" t="t" r="r" b="b"/>
            <a:pathLst>
              <a:path w="5120640" h="53010" fill="none" stroke="1" extrusionOk="0">
                <a:moveTo>
                  <a:pt x="22860" y="27091"/>
                </a:moveTo>
                <a:lnTo>
                  <a:pt x="32791" y="28286"/>
                </a:lnTo>
                <a:lnTo>
                  <a:pt x="42723" y="28317"/>
                </a:lnTo>
                <a:lnTo>
                  <a:pt x="52654" y="26664"/>
                </a:lnTo>
                <a:lnTo>
                  <a:pt x="62585" y="25720"/>
                </a:lnTo>
                <a:lnTo>
                  <a:pt x="72517" y="26862"/>
                </a:lnTo>
                <a:lnTo>
                  <a:pt x="82448" y="28094"/>
                </a:lnTo>
                <a:lnTo>
                  <a:pt x="92379" y="27431"/>
                </a:lnTo>
                <a:lnTo>
                  <a:pt x="102311" y="25998"/>
                </a:lnTo>
                <a:lnTo>
                  <a:pt x="112242" y="25918"/>
                </a:lnTo>
                <a:lnTo>
                  <a:pt x="122174" y="27073"/>
                </a:lnTo>
                <a:lnTo>
                  <a:pt x="132105" y="27607"/>
                </a:lnTo>
                <a:lnTo>
                  <a:pt x="142036" y="26633"/>
                </a:lnTo>
                <a:lnTo>
                  <a:pt x="151968" y="25304"/>
                </a:lnTo>
                <a:lnTo>
                  <a:pt x="161899" y="25268"/>
                </a:lnTo>
                <a:lnTo>
                  <a:pt x="171830" y="26510"/>
                </a:lnTo>
                <a:lnTo>
                  <a:pt x="181762" y="27446"/>
                </a:lnTo>
                <a:lnTo>
                  <a:pt x="191693" y="27293"/>
                </a:lnTo>
                <a:lnTo>
                  <a:pt x="201624" y="26954"/>
                </a:lnTo>
                <a:lnTo>
                  <a:pt x="211556" y="26967"/>
                </a:lnTo>
                <a:lnTo>
                  <a:pt x="221487" y="26626"/>
                </a:lnTo>
                <a:lnTo>
                  <a:pt x="231418" y="25961"/>
                </a:lnTo>
                <a:lnTo>
                  <a:pt x="241350" y="26124"/>
                </a:lnTo>
                <a:lnTo>
                  <a:pt x="251281" y="26903"/>
                </a:lnTo>
                <a:lnTo>
                  <a:pt x="261212" y="26696"/>
                </a:lnTo>
                <a:lnTo>
                  <a:pt x="271144" y="25708"/>
                </a:lnTo>
                <a:lnTo>
                  <a:pt x="281075" y="25963"/>
                </a:lnTo>
                <a:lnTo>
                  <a:pt x="291006" y="27563"/>
                </a:lnTo>
                <a:lnTo>
                  <a:pt x="300938" y="28297"/>
                </a:lnTo>
                <a:lnTo>
                  <a:pt x="310869" y="27420"/>
                </a:lnTo>
                <a:lnTo>
                  <a:pt x="320801" y="26552"/>
                </a:lnTo>
                <a:lnTo>
                  <a:pt x="330732" y="26638"/>
                </a:lnTo>
                <a:lnTo>
                  <a:pt x="340663" y="27024"/>
                </a:lnTo>
                <a:lnTo>
                  <a:pt x="350595" y="27439"/>
                </a:lnTo>
                <a:lnTo>
                  <a:pt x="360526" y="28193"/>
                </a:lnTo>
                <a:lnTo>
                  <a:pt x="370457" y="28639"/>
                </a:lnTo>
                <a:lnTo>
                  <a:pt x="380389" y="27748"/>
                </a:lnTo>
                <a:lnTo>
                  <a:pt x="390320" y="25982"/>
                </a:lnTo>
                <a:lnTo>
                  <a:pt x="400251" y="24944"/>
                </a:lnTo>
                <a:lnTo>
                  <a:pt x="410183" y="25415"/>
                </a:lnTo>
                <a:lnTo>
                  <a:pt x="420114" y="26697"/>
                </a:lnTo>
                <a:lnTo>
                  <a:pt x="430045" y="27593"/>
                </a:lnTo>
                <a:lnTo>
                  <a:pt x="439977" y="27541"/>
                </a:lnTo>
                <a:lnTo>
                  <a:pt x="449908" y="26983"/>
                </a:lnTo>
                <a:lnTo>
                  <a:pt x="459839" y="26729"/>
                </a:lnTo>
                <a:lnTo>
                  <a:pt x="469771" y="26983"/>
                </a:lnTo>
                <a:lnTo>
                  <a:pt x="479702" y="27325"/>
                </a:lnTo>
                <a:lnTo>
                  <a:pt x="489633" y="27441"/>
                </a:lnTo>
                <a:lnTo>
                  <a:pt x="499565" y="27308"/>
                </a:lnTo>
                <a:lnTo>
                  <a:pt x="509496" y="26947"/>
                </a:lnTo>
                <a:lnTo>
                  <a:pt x="519428" y="26643"/>
                </a:lnTo>
                <a:lnTo>
                  <a:pt x="529359" y="26967"/>
                </a:lnTo>
                <a:lnTo>
                  <a:pt x="539290" y="27987"/>
                </a:lnTo>
                <a:lnTo>
                  <a:pt x="549222" y="28905"/>
                </a:lnTo>
                <a:lnTo>
                  <a:pt x="559153" y="28940"/>
                </a:lnTo>
                <a:lnTo>
                  <a:pt x="569084" y="28138"/>
                </a:lnTo>
                <a:lnTo>
                  <a:pt x="579016" y="27172"/>
                </a:lnTo>
                <a:lnTo>
                  <a:pt x="588947" y="26723"/>
                </a:lnTo>
                <a:lnTo>
                  <a:pt x="598878" y="26991"/>
                </a:lnTo>
                <a:lnTo>
                  <a:pt x="608810" y="27492"/>
                </a:lnTo>
                <a:lnTo>
                  <a:pt x="618741" y="27568"/>
                </a:lnTo>
                <a:lnTo>
                  <a:pt x="628672" y="27182"/>
                </a:lnTo>
                <a:lnTo>
                  <a:pt x="638604" y="26805"/>
                </a:lnTo>
                <a:lnTo>
                  <a:pt x="648535" y="26634"/>
                </a:lnTo>
                <a:lnTo>
                  <a:pt x="658466" y="26505"/>
                </a:lnTo>
                <a:lnTo>
                  <a:pt x="668398" y="26327"/>
                </a:lnTo>
                <a:lnTo>
                  <a:pt x="678329" y="26064"/>
                </a:lnTo>
                <a:lnTo>
                  <a:pt x="688260" y="25641"/>
                </a:lnTo>
                <a:lnTo>
                  <a:pt x="698192" y="25283"/>
                </a:lnTo>
                <a:lnTo>
                  <a:pt x="708123" y="25458"/>
                </a:lnTo>
                <a:lnTo>
                  <a:pt x="718055" y="26208"/>
                </a:lnTo>
                <a:lnTo>
                  <a:pt x="727986" y="27029"/>
                </a:lnTo>
                <a:lnTo>
                  <a:pt x="737917" y="27524"/>
                </a:lnTo>
                <a:lnTo>
                  <a:pt x="747849" y="27755"/>
                </a:lnTo>
                <a:lnTo>
                  <a:pt x="757780" y="27951"/>
                </a:lnTo>
                <a:lnTo>
                  <a:pt x="767711" y="28142"/>
                </a:lnTo>
                <a:lnTo>
                  <a:pt x="777643" y="28073"/>
                </a:lnTo>
                <a:lnTo>
                  <a:pt x="787574" y="27571"/>
                </a:lnTo>
                <a:lnTo>
                  <a:pt x="797505" y="27022"/>
                </a:lnTo>
                <a:lnTo>
                  <a:pt x="807437" y="26950"/>
                </a:lnTo>
                <a:lnTo>
                  <a:pt x="817368" y="27058"/>
                </a:lnTo>
                <a:lnTo>
                  <a:pt x="827299" y="26571"/>
                </a:lnTo>
                <a:lnTo>
                  <a:pt x="837231" y="25645"/>
                </a:lnTo>
                <a:lnTo>
                  <a:pt x="847162" y="25301"/>
                </a:lnTo>
                <a:lnTo>
                  <a:pt x="857093" y="25939"/>
                </a:lnTo>
                <a:lnTo>
                  <a:pt x="867025" y="27059"/>
                </a:lnTo>
                <a:lnTo>
                  <a:pt x="876956" y="28158"/>
                </a:lnTo>
                <a:lnTo>
                  <a:pt x="886887" y="28763"/>
                </a:lnTo>
                <a:lnTo>
                  <a:pt x="896819" y="28324"/>
                </a:lnTo>
                <a:lnTo>
                  <a:pt x="906750" y="27215"/>
                </a:lnTo>
                <a:lnTo>
                  <a:pt x="916682" y="26756"/>
                </a:lnTo>
                <a:lnTo>
                  <a:pt x="926613" y="27233"/>
                </a:lnTo>
                <a:lnTo>
                  <a:pt x="936544" y="27362"/>
                </a:lnTo>
                <a:lnTo>
                  <a:pt x="946476" y="26580"/>
                </a:lnTo>
                <a:lnTo>
                  <a:pt x="956407" y="26030"/>
                </a:lnTo>
                <a:lnTo>
                  <a:pt x="966338" y="26378"/>
                </a:lnTo>
                <a:lnTo>
                  <a:pt x="976270" y="26526"/>
                </a:lnTo>
                <a:lnTo>
                  <a:pt x="986201" y="25505"/>
                </a:lnTo>
                <a:lnTo>
                  <a:pt x="996132" y="24240"/>
                </a:lnTo>
                <a:lnTo>
                  <a:pt x="1006064" y="24494"/>
                </a:lnTo>
                <a:lnTo>
                  <a:pt x="1015995" y="26591"/>
                </a:lnTo>
                <a:lnTo>
                  <a:pt x="1025926" y="28764"/>
                </a:lnTo>
                <a:lnTo>
                  <a:pt x="1035858" y="28980"/>
                </a:lnTo>
                <a:lnTo>
                  <a:pt x="1045789" y="27365"/>
                </a:lnTo>
                <a:lnTo>
                  <a:pt x="1055720" y="25950"/>
                </a:lnTo>
                <a:lnTo>
                  <a:pt x="1065652" y="25816"/>
                </a:lnTo>
                <a:lnTo>
                  <a:pt x="1075583" y="25992"/>
                </a:lnTo>
                <a:lnTo>
                  <a:pt x="1085514" y="25616"/>
                </a:lnTo>
                <a:lnTo>
                  <a:pt x="1095446" y="25264"/>
                </a:lnTo>
                <a:lnTo>
                  <a:pt x="1105377" y="25543"/>
                </a:lnTo>
                <a:lnTo>
                  <a:pt x="1115309" y="26171"/>
                </a:lnTo>
                <a:lnTo>
                  <a:pt x="1125240" y="26691"/>
                </a:lnTo>
                <a:lnTo>
                  <a:pt x="1135171" y="26626"/>
                </a:lnTo>
                <a:lnTo>
                  <a:pt x="1145103" y="25678"/>
                </a:lnTo>
                <a:lnTo>
                  <a:pt x="1155034" y="24969"/>
                </a:lnTo>
                <a:lnTo>
                  <a:pt x="1164965" y="26115"/>
                </a:lnTo>
                <a:lnTo>
                  <a:pt x="1174897" y="28063"/>
                </a:lnTo>
                <a:lnTo>
                  <a:pt x="1184828" y="27999"/>
                </a:lnTo>
                <a:lnTo>
                  <a:pt x="1194759" y="26179"/>
                </a:lnTo>
                <a:lnTo>
                  <a:pt x="1204691" y="25614"/>
                </a:lnTo>
                <a:lnTo>
                  <a:pt x="1214622" y="26580"/>
                </a:lnTo>
                <a:lnTo>
                  <a:pt x="1224553" y="26597"/>
                </a:lnTo>
                <a:lnTo>
                  <a:pt x="1234485" y="25761"/>
                </a:lnTo>
                <a:lnTo>
                  <a:pt x="1244416" y="26254"/>
                </a:lnTo>
                <a:lnTo>
                  <a:pt x="1254347" y="27263"/>
                </a:lnTo>
                <a:lnTo>
                  <a:pt x="1264279" y="26523"/>
                </a:lnTo>
                <a:lnTo>
                  <a:pt x="1274210" y="25403"/>
                </a:lnTo>
                <a:lnTo>
                  <a:pt x="1284141" y="26227"/>
                </a:lnTo>
                <a:lnTo>
                  <a:pt x="1294073" y="27070"/>
                </a:lnTo>
                <a:lnTo>
                  <a:pt x="1304004" y="25464"/>
                </a:lnTo>
                <a:lnTo>
                  <a:pt x="1313936" y="23863"/>
                </a:lnTo>
                <a:lnTo>
                  <a:pt x="1323867" y="25242"/>
                </a:lnTo>
                <a:lnTo>
                  <a:pt x="1333798" y="27352"/>
                </a:lnTo>
                <a:lnTo>
                  <a:pt x="1343730" y="27066"/>
                </a:lnTo>
                <a:lnTo>
                  <a:pt x="1353661" y="25866"/>
                </a:lnTo>
                <a:lnTo>
                  <a:pt x="1363592" y="25969"/>
                </a:lnTo>
                <a:lnTo>
                  <a:pt x="1373524" y="26008"/>
                </a:lnTo>
                <a:lnTo>
                  <a:pt x="1383455" y="24882"/>
                </a:lnTo>
                <a:lnTo>
                  <a:pt x="1393386" y="24771"/>
                </a:lnTo>
                <a:lnTo>
                  <a:pt x="1403318" y="26775"/>
                </a:lnTo>
                <a:lnTo>
                  <a:pt x="1413249" y="28495"/>
                </a:lnTo>
                <a:lnTo>
                  <a:pt x="1423180" y="28416"/>
                </a:lnTo>
                <a:lnTo>
                  <a:pt x="1433112" y="27975"/>
                </a:lnTo>
                <a:lnTo>
                  <a:pt x="1443043" y="27902"/>
                </a:lnTo>
                <a:lnTo>
                  <a:pt x="1452974" y="27014"/>
                </a:lnTo>
                <a:lnTo>
                  <a:pt x="1462906" y="25397"/>
                </a:lnTo>
                <a:lnTo>
                  <a:pt x="1472837" y="24810"/>
                </a:lnTo>
                <a:lnTo>
                  <a:pt x="1482768" y="25704"/>
                </a:lnTo>
                <a:lnTo>
                  <a:pt x="1492700" y="26759"/>
                </a:lnTo>
                <a:lnTo>
                  <a:pt x="1502631" y="26858"/>
                </a:lnTo>
                <a:lnTo>
                  <a:pt x="1512563" y="25704"/>
                </a:lnTo>
                <a:lnTo>
                  <a:pt x="1522494" y="23881"/>
                </a:lnTo>
                <a:lnTo>
                  <a:pt x="1532425" y="23212"/>
                </a:lnTo>
                <a:lnTo>
                  <a:pt x="1542357" y="24939"/>
                </a:lnTo>
                <a:lnTo>
                  <a:pt x="1552288" y="27337"/>
                </a:lnTo>
                <a:lnTo>
                  <a:pt x="1562219" y="27837"/>
                </a:lnTo>
                <a:lnTo>
                  <a:pt x="1572151" y="26956"/>
                </a:lnTo>
                <a:lnTo>
                  <a:pt x="1582082" y="26895"/>
                </a:lnTo>
                <a:lnTo>
                  <a:pt x="1592013" y="27329"/>
                </a:lnTo>
                <a:lnTo>
                  <a:pt x="1601945" y="26446"/>
                </a:lnTo>
                <a:lnTo>
                  <a:pt x="1611876" y="25086"/>
                </a:lnTo>
                <a:lnTo>
                  <a:pt x="1621807" y="25756"/>
                </a:lnTo>
                <a:lnTo>
                  <a:pt x="1631739" y="28149"/>
                </a:lnTo>
                <a:lnTo>
                  <a:pt x="1641670" y="29348"/>
                </a:lnTo>
                <a:lnTo>
                  <a:pt x="1651601" y="28161"/>
                </a:lnTo>
                <a:lnTo>
                  <a:pt x="1661533" y="26238"/>
                </a:lnTo>
                <a:lnTo>
                  <a:pt x="1671464" y="25262"/>
                </a:lnTo>
                <a:lnTo>
                  <a:pt x="1681395" y="25548"/>
                </a:lnTo>
                <a:lnTo>
                  <a:pt x="1691327" y="26982"/>
                </a:lnTo>
                <a:lnTo>
                  <a:pt x="1701258" y="29056"/>
                </a:lnTo>
                <a:lnTo>
                  <a:pt x="1711190" y="30150"/>
                </a:lnTo>
                <a:lnTo>
                  <a:pt x="1721121" y="28863"/>
                </a:lnTo>
                <a:lnTo>
                  <a:pt x="1731052" y="26224"/>
                </a:lnTo>
                <a:lnTo>
                  <a:pt x="1740984" y="24900"/>
                </a:lnTo>
                <a:lnTo>
                  <a:pt x="1750915" y="25915"/>
                </a:lnTo>
                <a:lnTo>
                  <a:pt x="1760846" y="27746"/>
                </a:lnTo>
                <a:lnTo>
                  <a:pt x="1770778" y="28893"/>
                </a:lnTo>
                <a:lnTo>
                  <a:pt x="1780709" y="29371"/>
                </a:lnTo>
                <a:lnTo>
                  <a:pt x="1790640" y="29102"/>
                </a:lnTo>
                <a:lnTo>
                  <a:pt x="1800572" y="27324"/>
                </a:lnTo>
                <a:lnTo>
                  <a:pt x="1810503" y="24802"/>
                </a:lnTo>
                <a:lnTo>
                  <a:pt x="1820434" y="24115"/>
                </a:lnTo>
                <a:lnTo>
                  <a:pt x="1830366" y="26129"/>
                </a:lnTo>
                <a:lnTo>
                  <a:pt x="1840297" y="28477"/>
                </a:lnTo>
                <a:lnTo>
                  <a:pt x="1850228" y="28917"/>
                </a:lnTo>
                <a:lnTo>
                  <a:pt x="1860160" y="27874"/>
                </a:lnTo>
                <a:lnTo>
                  <a:pt x="1870091" y="26669"/>
                </a:lnTo>
                <a:lnTo>
                  <a:pt x="1880023" y="25836"/>
                </a:lnTo>
                <a:lnTo>
                  <a:pt x="1889954" y="25855"/>
                </a:lnTo>
                <a:lnTo>
                  <a:pt x="1899885" y="26963"/>
                </a:lnTo>
                <a:lnTo>
                  <a:pt x="1909817" y="27978"/>
                </a:lnTo>
                <a:lnTo>
                  <a:pt x="1919748" y="27629"/>
                </a:lnTo>
                <a:lnTo>
                  <a:pt x="1929679" y="26573"/>
                </a:lnTo>
                <a:lnTo>
                  <a:pt x="1939611" y="26031"/>
                </a:lnTo>
                <a:lnTo>
                  <a:pt x="1949542" y="25784"/>
                </a:lnTo>
                <a:lnTo>
                  <a:pt x="1959473" y="25416"/>
                </a:lnTo>
                <a:lnTo>
                  <a:pt x="1969405" y="25696"/>
                </a:lnTo>
                <a:lnTo>
                  <a:pt x="1979336" y="27000"/>
                </a:lnTo>
                <a:lnTo>
                  <a:pt x="1989267" y="28316"/>
                </a:lnTo>
                <a:lnTo>
                  <a:pt x="1999199" y="28712"/>
                </a:lnTo>
                <a:lnTo>
                  <a:pt x="2009130" y="28011"/>
                </a:lnTo>
                <a:lnTo>
                  <a:pt x="2019061" y="26326"/>
                </a:lnTo>
                <a:lnTo>
                  <a:pt x="2028993" y="24742"/>
                </a:lnTo>
                <a:lnTo>
                  <a:pt x="2038924" y="24939"/>
                </a:lnTo>
                <a:lnTo>
                  <a:pt x="2048855" y="26512"/>
                </a:lnTo>
                <a:lnTo>
                  <a:pt x="2058787" y="27242"/>
                </a:lnTo>
                <a:lnTo>
                  <a:pt x="2068718" y="27023"/>
                </a:lnTo>
                <a:lnTo>
                  <a:pt x="2078650" y="27655"/>
                </a:lnTo>
                <a:lnTo>
                  <a:pt x="2088581" y="28526"/>
                </a:lnTo>
                <a:lnTo>
                  <a:pt x="2098512" y="27575"/>
                </a:lnTo>
                <a:lnTo>
                  <a:pt x="2108444" y="26074"/>
                </a:lnTo>
                <a:lnTo>
                  <a:pt x="2118375" y="26464"/>
                </a:lnTo>
                <a:lnTo>
                  <a:pt x="2128306" y="26923"/>
                </a:lnTo>
                <a:lnTo>
                  <a:pt x="2138238" y="24784"/>
                </a:lnTo>
                <a:lnTo>
                  <a:pt x="2148169" y="22860"/>
                </a:lnTo>
                <a:lnTo>
                  <a:pt x="2158100" y="25015"/>
                </a:lnTo>
                <a:lnTo>
                  <a:pt x="2168032" y="28548"/>
                </a:lnTo>
                <a:lnTo>
                  <a:pt x="2177963" y="28503"/>
                </a:lnTo>
                <a:lnTo>
                  <a:pt x="2187894" y="26060"/>
                </a:lnTo>
                <a:lnTo>
                  <a:pt x="2197826" y="25512"/>
                </a:lnTo>
                <a:lnTo>
                  <a:pt x="2207757" y="26678"/>
                </a:lnTo>
                <a:lnTo>
                  <a:pt x="2217688" y="26835"/>
                </a:lnTo>
                <a:lnTo>
                  <a:pt x="2227620" y="26425"/>
                </a:lnTo>
                <a:lnTo>
                  <a:pt x="2237551" y="27240"/>
                </a:lnTo>
                <a:lnTo>
                  <a:pt x="2247482" y="28298"/>
                </a:lnTo>
                <a:lnTo>
                  <a:pt x="2257414" y="27803"/>
                </a:lnTo>
                <a:lnTo>
                  <a:pt x="2267345" y="26422"/>
                </a:lnTo>
                <a:lnTo>
                  <a:pt x="2277277" y="25839"/>
                </a:lnTo>
                <a:lnTo>
                  <a:pt x="2287208" y="26399"/>
                </a:lnTo>
                <a:lnTo>
                  <a:pt x="2297139" y="27489"/>
                </a:lnTo>
                <a:lnTo>
                  <a:pt x="2307071" y="28384"/>
                </a:lnTo>
                <a:lnTo>
                  <a:pt x="2317002" y="28369"/>
                </a:lnTo>
                <a:lnTo>
                  <a:pt x="2326933" y="27363"/>
                </a:lnTo>
                <a:lnTo>
                  <a:pt x="2336865" y="26174"/>
                </a:lnTo>
                <a:lnTo>
                  <a:pt x="2346796" y="25610"/>
                </a:lnTo>
                <a:lnTo>
                  <a:pt x="2356727" y="25993"/>
                </a:lnTo>
                <a:lnTo>
                  <a:pt x="2366659" y="27276"/>
                </a:lnTo>
                <a:lnTo>
                  <a:pt x="2376590" y="28698"/>
                </a:lnTo>
                <a:lnTo>
                  <a:pt x="2386521" y="29027"/>
                </a:lnTo>
                <a:lnTo>
                  <a:pt x="2396453" y="27973"/>
                </a:lnTo>
                <a:lnTo>
                  <a:pt x="2406384" y="26522"/>
                </a:lnTo>
                <a:lnTo>
                  <a:pt x="2416315" y="25642"/>
                </a:lnTo>
                <a:lnTo>
                  <a:pt x="2426247" y="25619"/>
                </a:lnTo>
                <a:lnTo>
                  <a:pt x="2436178" y="26276"/>
                </a:lnTo>
                <a:lnTo>
                  <a:pt x="2446109" y="26866"/>
                </a:lnTo>
                <a:lnTo>
                  <a:pt x="2456041" y="26587"/>
                </a:lnTo>
                <a:lnTo>
                  <a:pt x="2465972" y="25743"/>
                </a:lnTo>
                <a:lnTo>
                  <a:pt x="2475904" y="25205"/>
                </a:lnTo>
                <a:lnTo>
                  <a:pt x="2485835" y="25063"/>
                </a:lnTo>
                <a:lnTo>
                  <a:pt x="2495766" y="25344"/>
                </a:lnTo>
                <a:lnTo>
                  <a:pt x="2505698" y="26619"/>
                </a:lnTo>
                <a:lnTo>
                  <a:pt x="2515629" y="28129"/>
                </a:lnTo>
                <a:lnTo>
                  <a:pt x="2525560" y="27846"/>
                </a:lnTo>
                <a:lnTo>
                  <a:pt x="2535492" y="26140"/>
                </a:lnTo>
                <a:lnTo>
                  <a:pt x="2545423" y="25827"/>
                </a:lnTo>
                <a:lnTo>
                  <a:pt x="2555354" y="27250"/>
                </a:lnTo>
                <a:lnTo>
                  <a:pt x="2565286" y="27821"/>
                </a:lnTo>
                <a:lnTo>
                  <a:pt x="2575217" y="27062"/>
                </a:lnTo>
                <a:lnTo>
                  <a:pt x="2585148" y="26811"/>
                </a:lnTo>
                <a:lnTo>
                  <a:pt x="2595080" y="26689"/>
                </a:lnTo>
                <a:lnTo>
                  <a:pt x="2605011" y="25155"/>
                </a:lnTo>
                <a:lnTo>
                  <a:pt x="2614942" y="23795"/>
                </a:lnTo>
                <a:lnTo>
                  <a:pt x="2624874" y="24753"/>
                </a:lnTo>
                <a:lnTo>
                  <a:pt x="2634805" y="26328"/>
                </a:lnTo>
                <a:lnTo>
                  <a:pt x="2644736" y="26462"/>
                </a:lnTo>
                <a:lnTo>
                  <a:pt x="2654668" y="26814"/>
                </a:lnTo>
                <a:lnTo>
                  <a:pt x="2664599" y="28587"/>
                </a:lnTo>
                <a:lnTo>
                  <a:pt x="2674531" y="29238"/>
                </a:lnTo>
                <a:lnTo>
                  <a:pt x="2684462" y="27469"/>
                </a:lnTo>
                <a:lnTo>
                  <a:pt x="2694393" y="26043"/>
                </a:lnTo>
                <a:lnTo>
                  <a:pt x="2704325" y="26699"/>
                </a:lnTo>
                <a:lnTo>
                  <a:pt x="2714256" y="27795"/>
                </a:lnTo>
                <a:lnTo>
                  <a:pt x="2724187" y="28326"/>
                </a:lnTo>
                <a:lnTo>
                  <a:pt x="2734119" y="28806"/>
                </a:lnTo>
                <a:lnTo>
                  <a:pt x="2744050" y="28485"/>
                </a:lnTo>
                <a:lnTo>
                  <a:pt x="2753981" y="26808"/>
                </a:lnTo>
                <a:lnTo>
                  <a:pt x="2763913" y="25822"/>
                </a:lnTo>
                <a:lnTo>
                  <a:pt x="2773844" y="26814"/>
                </a:lnTo>
                <a:lnTo>
                  <a:pt x="2783775" y="27708"/>
                </a:lnTo>
                <a:lnTo>
                  <a:pt x="2793707" y="27120"/>
                </a:lnTo>
                <a:lnTo>
                  <a:pt x="2803638" y="26671"/>
                </a:lnTo>
                <a:lnTo>
                  <a:pt x="2813569" y="27103"/>
                </a:lnTo>
                <a:lnTo>
                  <a:pt x="2823501" y="26989"/>
                </a:lnTo>
                <a:lnTo>
                  <a:pt x="2833432" y="26323"/>
                </a:lnTo>
                <a:lnTo>
                  <a:pt x="2843363" y="26516"/>
                </a:lnTo>
                <a:lnTo>
                  <a:pt x="2853295" y="27096"/>
                </a:lnTo>
                <a:lnTo>
                  <a:pt x="2863226" y="26800"/>
                </a:lnTo>
                <a:lnTo>
                  <a:pt x="2873158" y="26296"/>
                </a:lnTo>
                <a:lnTo>
                  <a:pt x="2883089" y="26325"/>
                </a:lnTo>
                <a:lnTo>
                  <a:pt x="2893020" y="26014"/>
                </a:lnTo>
                <a:lnTo>
                  <a:pt x="2902952" y="25434"/>
                </a:lnTo>
                <a:lnTo>
                  <a:pt x="2912883" y="26054"/>
                </a:lnTo>
                <a:lnTo>
                  <a:pt x="2922814" y="27439"/>
                </a:lnTo>
                <a:lnTo>
                  <a:pt x="2932746" y="27759"/>
                </a:lnTo>
                <a:lnTo>
                  <a:pt x="2942677" y="27427"/>
                </a:lnTo>
                <a:lnTo>
                  <a:pt x="2952608" y="27881"/>
                </a:lnTo>
                <a:lnTo>
                  <a:pt x="2962540" y="28252"/>
                </a:lnTo>
                <a:lnTo>
                  <a:pt x="2972471" y="27442"/>
                </a:lnTo>
                <a:lnTo>
                  <a:pt x="2982402" y="26907"/>
                </a:lnTo>
                <a:lnTo>
                  <a:pt x="2992334" y="27729"/>
                </a:lnTo>
                <a:lnTo>
                  <a:pt x="3002265" y="28267"/>
                </a:lnTo>
                <a:lnTo>
                  <a:pt x="3012196" y="27458"/>
                </a:lnTo>
                <a:lnTo>
                  <a:pt x="3022128" y="26653"/>
                </a:lnTo>
                <a:lnTo>
                  <a:pt x="3032059" y="26566"/>
                </a:lnTo>
                <a:lnTo>
                  <a:pt x="3041990" y="26361"/>
                </a:lnTo>
                <a:lnTo>
                  <a:pt x="3051922" y="26248"/>
                </a:lnTo>
                <a:lnTo>
                  <a:pt x="3061853" y="27132"/>
                </a:lnTo>
                <a:lnTo>
                  <a:pt x="3071785" y="28187"/>
                </a:lnTo>
                <a:lnTo>
                  <a:pt x="3081716" y="28079"/>
                </a:lnTo>
                <a:lnTo>
                  <a:pt x="3091647" y="27320"/>
                </a:lnTo>
                <a:lnTo>
                  <a:pt x="3101579" y="26936"/>
                </a:lnTo>
                <a:lnTo>
                  <a:pt x="3111510" y="26697"/>
                </a:lnTo>
                <a:lnTo>
                  <a:pt x="3121441" y="26341"/>
                </a:lnTo>
                <a:lnTo>
                  <a:pt x="3131373" y="26420"/>
                </a:lnTo>
                <a:lnTo>
                  <a:pt x="3141304" y="27021"/>
                </a:lnTo>
                <a:lnTo>
                  <a:pt x="3151235" y="27465"/>
                </a:lnTo>
                <a:lnTo>
                  <a:pt x="3161167" y="27385"/>
                </a:lnTo>
                <a:lnTo>
                  <a:pt x="3171098" y="27007"/>
                </a:lnTo>
                <a:lnTo>
                  <a:pt x="3181029" y="26877"/>
                </a:lnTo>
                <a:lnTo>
                  <a:pt x="3190961" y="27447"/>
                </a:lnTo>
                <a:lnTo>
                  <a:pt x="3200892" y="28015"/>
                </a:lnTo>
                <a:lnTo>
                  <a:pt x="3210823" y="27259"/>
                </a:lnTo>
                <a:lnTo>
                  <a:pt x="3220755" y="25927"/>
                </a:lnTo>
                <a:lnTo>
                  <a:pt x="3230686" y="26361"/>
                </a:lnTo>
                <a:lnTo>
                  <a:pt x="3240617" y="28168"/>
                </a:lnTo>
                <a:lnTo>
                  <a:pt x="3250549" y="28208"/>
                </a:lnTo>
                <a:lnTo>
                  <a:pt x="3260480" y="26010"/>
                </a:lnTo>
                <a:lnTo>
                  <a:pt x="3270412" y="24598"/>
                </a:lnTo>
                <a:lnTo>
                  <a:pt x="3280343" y="25271"/>
                </a:lnTo>
                <a:lnTo>
                  <a:pt x="3290274" y="26401"/>
                </a:lnTo>
                <a:lnTo>
                  <a:pt x="3300206" y="27215"/>
                </a:lnTo>
                <a:lnTo>
                  <a:pt x="3310137" y="27950"/>
                </a:lnTo>
                <a:lnTo>
                  <a:pt x="3320068" y="27658"/>
                </a:lnTo>
                <a:lnTo>
                  <a:pt x="3330000" y="26243"/>
                </a:lnTo>
                <a:lnTo>
                  <a:pt x="3339931" y="26021"/>
                </a:lnTo>
                <a:lnTo>
                  <a:pt x="3349862" y="27585"/>
                </a:lnTo>
                <a:lnTo>
                  <a:pt x="3359794" y="28151"/>
                </a:lnTo>
                <a:lnTo>
                  <a:pt x="3369725" y="26877"/>
                </a:lnTo>
                <a:lnTo>
                  <a:pt x="3379656" y="26574"/>
                </a:lnTo>
                <a:lnTo>
                  <a:pt x="3389588" y="27991"/>
                </a:lnTo>
                <a:lnTo>
                  <a:pt x="3399519" y="28338"/>
                </a:lnTo>
                <a:lnTo>
                  <a:pt x="3409450" y="26858"/>
                </a:lnTo>
                <a:lnTo>
                  <a:pt x="3419382" y="25970"/>
                </a:lnTo>
                <a:lnTo>
                  <a:pt x="3429313" y="26416"/>
                </a:lnTo>
                <a:lnTo>
                  <a:pt x="3439245" y="26744"/>
                </a:lnTo>
                <a:lnTo>
                  <a:pt x="3449176" y="26950"/>
                </a:lnTo>
                <a:lnTo>
                  <a:pt x="3459107" y="27796"/>
                </a:lnTo>
                <a:lnTo>
                  <a:pt x="3469039" y="28142"/>
                </a:lnTo>
                <a:lnTo>
                  <a:pt x="3478970" y="26986"/>
                </a:lnTo>
                <a:lnTo>
                  <a:pt x="3488901" y="25837"/>
                </a:lnTo>
                <a:lnTo>
                  <a:pt x="3498833" y="26040"/>
                </a:lnTo>
                <a:lnTo>
                  <a:pt x="3508764" y="26530"/>
                </a:lnTo>
                <a:lnTo>
                  <a:pt x="3518695" y="26339"/>
                </a:lnTo>
                <a:lnTo>
                  <a:pt x="3528627" y="26422"/>
                </a:lnTo>
                <a:lnTo>
                  <a:pt x="3538558" y="27512"/>
                </a:lnTo>
                <a:lnTo>
                  <a:pt x="3548489" y="28645"/>
                </a:lnTo>
                <a:lnTo>
                  <a:pt x="3558421" y="28588"/>
                </a:lnTo>
                <a:lnTo>
                  <a:pt x="3568352" y="27187"/>
                </a:lnTo>
                <a:lnTo>
                  <a:pt x="3578283" y="25372"/>
                </a:lnTo>
                <a:lnTo>
                  <a:pt x="3588215" y="24629"/>
                </a:lnTo>
                <a:lnTo>
                  <a:pt x="3598146" y="25586"/>
                </a:lnTo>
                <a:lnTo>
                  <a:pt x="3608077" y="26892"/>
                </a:lnTo>
                <a:lnTo>
                  <a:pt x="3618009" y="26762"/>
                </a:lnTo>
                <a:lnTo>
                  <a:pt x="3627940" y="25509"/>
                </a:lnTo>
                <a:lnTo>
                  <a:pt x="3637872" y="25101"/>
                </a:lnTo>
                <a:lnTo>
                  <a:pt x="3647803" y="26280"/>
                </a:lnTo>
                <a:lnTo>
                  <a:pt x="3657734" y="27495"/>
                </a:lnTo>
                <a:lnTo>
                  <a:pt x="3667666" y="27155"/>
                </a:lnTo>
                <a:lnTo>
                  <a:pt x="3677597" y="26122"/>
                </a:lnTo>
                <a:lnTo>
                  <a:pt x="3687528" y="26611"/>
                </a:lnTo>
                <a:lnTo>
                  <a:pt x="3697460" y="28440"/>
                </a:lnTo>
                <a:lnTo>
                  <a:pt x="3707391" y="28654"/>
                </a:lnTo>
                <a:lnTo>
                  <a:pt x="3717322" y="26302"/>
                </a:lnTo>
                <a:lnTo>
                  <a:pt x="3727254" y="24551"/>
                </a:lnTo>
                <a:lnTo>
                  <a:pt x="3737185" y="25588"/>
                </a:lnTo>
                <a:lnTo>
                  <a:pt x="3747116" y="27125"/>
                </a:lnTo>
                <a:lnTo>
                  <a:pt x="3757048" y="27037"/>
                </a:lnTo>
                <a:lnTo>
                  <a:pt x="3766979" y="27050"/>
                </a:lnTo>
                <a:lnTo>
                  <a:pt x="3776910" y="28414"/>
                </a:lnTo>
                <a:lnTo>
                  <a:pt x="3786842" y="28873"/>
                </a:lnTo>
                <a:lnTo>
                  <a:pt x="3796773" y="27324"/>
                </a:lnTo>
                <a:lnTo>
                  <a:pt x="3806704" y="26290"/>
                </a:lnTo>
                <a:lnTo>
                  <a:pt x="3816636" y="27003"/>
                </a:lnTo>
                <a:lnTo>
                  <a:pt x="3826567" y="27371"/>
                </a:lnTo>
                <a:lnTo>
                  <a:pt x="3836499" y="26660"/>
                </a:lnTo>
                <a:lnTo>
                  <a:pt x="3846430" y="26681"/>
                </a:lnTo>
                <a:lnTo>
                  <a:pt x="3856361" y="27496"/>
                </a:lnTo>
                <a:lnTo>
                  <a:pt x="3866293" y="27246"/>
                </a:lnTo>
                <a:lnTo>
                  <a:pt x="3876224" y="26125"/>
                </a:lnTo>
                <a:lnTo>
                  <a:pt x="3886155" y="25881"/>
                </a:lnTo>
                <a:lnTo>
                  <a:pt x="3896087" y="26507"/>
                </a:lnTo>
                <a:lnTo>
                  <a:pt x="3906018" y="27065"/>
                </a:lnTo>
                <a:lnTo>
                  <a:pt x="3915949" y="27580"/>
                </a:lnTo>
                <a:lnTo>
                  <a:pt x="3925881" y="27635"/>
                </a:lnTo>
                <a:lnTo>
                  <a:pt x="3935812" y="26318"/>
                </a:lnTo>
                <a:lnTo>
                  <a:pt x="3945743" y="24879"/>
                </a:lnTo>
                <a:lnTo>
                  <a:pt x="3955675" y="25486"/>
                </a:lnTo>
                <a:lnTo>
                  <a:pt x="3965606" y="27151"/>
                </a:lnTo>
                <a:lnTo>
                  <a:pt x="3975537" y="27276"/>
                </a:lnTo>
                <a:lnTo>
                  <a:pt x="3985469" y="26367"/>
                </a:lnTo>
                <a:lnTo>
                  <a:pt x="3995400" y="26594"/>
                </a:lnTo>
                <a:lnTo>
                  <a:pt x="4005331" y="27377"/>
                </a:lnTo>
                <a:lnTo>
                  <a:pt x="4015263" y="26962"/>
                </a:lnTo>
                <a:lnTo>
                  <a:pt x="4025194" y="26183"/>
                </a:lnTo>
                <a:lnTo>
                  <a:pt x="4035126" y="26614"/>
                </a:lnTo>
                <a:lnTo>
                  <a:pt x="4045057" y="27482"/>
                </a:lnTo>
                <a:lnTo>
                  <a:pt x="4054988" y="27591"/>
                </a:lnTo>
                <a:lnTo>
                  <a:pt x="4064920" y="27490"/>
                </a:lnTo>
                <a:lnTo>
                  <a:pt x="4074851" y="27537"/>
                </a:lnTo>
                <a:lnTo>
                  <a:pt x="4084782" y="26911"/>
                </a:lnTo>
                <a:lnTo>
                  <a:pt x="4094714" y="25951"/>
                </a:lnTo>
                <a:lnTo>
                  <a:pt x="4104645" y="26235"/>
                </a:lnTo>
                <a:lnTo>
                  <a:pt x="4114576" y="27514"/>
                </a:lnTo>
                <a:lnTo>
                  <a:pt x="4124508" y="27782"/>
                </a:lnTo>
                <a:lnTo>
                  <a:pt x="4134439" y="26819"/>
                </a:lnTo>
                <a:lnTo>
                  <a:pt x="4144370" y="26541"/>
                </a:lnTo>
                <a:lnTo>
                  <a:pt x="4154302" y="27535"/>
                </a:lnTo>
                <a:lnTo>
                  <a:pt x="4164233" y="28050"/>
                </a:lnTo>
                <a:lnTo>
                  <a:pt x="4174164" y="27029"/>
                </a:lnTo>
                <a:lnTo>
                  <a:pt x="4184096" y="25910"/>
                </a:lnTo>
                <a:lnTo>
                  <a:pt x="4194027" y="26493"/>
                </a:lnTo>
                <a:lnTo>
                  <a:pt x="4203958" y="28316"/>
                </a:lnTo>
                <a:lnTo>
                  <a:pt x="4213890" y="29224"/>
                </a:lnTo>
                <a:lnTo>
                  <a:pt x="4223821" y="28145"/>
                </a:lnTo>
                <a:lnTo>
                  <a:pt x="4233753" y="26284"/>
                </a:lnTo>
                <a:lnTo>
                  <a:pt x="4243684" y="25340"/>
                </a:lnTo>
                <a:lnTo>
                  <a:pt x="4253615" y="25532"/>
                </a:lnTo>
                <a:lnTo>
                  <a:pt x="4263547" y="26066"/>
                </a:lnTo>
                <a:lnTo>
                  <a:pt x="4273478" y="26614"/>
                </a:lnTo>
                <a:lnTo>
                  <a:pt x="4283409" y="27224"/>
                </a:lnTo>
                <a:lnTo>
                  <a:pt x="4293341" y="27564"/>
                </a:lnTo>
                <a:lnTo>
                  <a:pt x="4303272" y="27445"/>
                </a:lnTo>
                <a:lnTo>
                  <a:pt x="4313203" y="27445"/>
                </a:lnTo>
                <a:lnTo>
                  <a:pt x="4323135" y="27894"/>
                </a:lnTo>
                <a:lnTo>
                  <a:pt x="4333066" y="28009"/>
                </a:lnTo>
                <a:lnTo>
                  <a:pt x="4342997" y="27220"/>
                </a:lnTo>
                <a:lnTo>
                  <a:pt x="4352929" y="26473"/>
                </a:lnTo>
                <a:lnTo>
                  <a:pt x="4362860" y="26890"/>
                </a:lnTo>
                <a:lnTo>
                  <a:pt x="4372791" y="27887"/>
                </a:lnTo>
                <a:lnTo>
                  <a:pt x="4382723" y="27991"/>
                </a:lnTo>
                <a:lnTo>
                  <a:pt x="4392654" y="26983"/>
                </a:lnTo>
                <a:lnTo>
                  <a:pt x="4402585" y="25994"/>
                </a:lnTo>
                <a:lnTo>
                  <a:pt x="4412517" y="25886"/>
                </a:lnTo>
                <a:lnTo>
                  <a:pt x="4422448" y="26514"/>
                </a:lnTo>
                <a:lnTo>
                  <a:pt x="4432380" y="27190"/>
                </a:lnTo>
                <a:lnTo>
                  <a:pt x="4442311" y="27238"/>
                </a:lnTo>
                <a:lnTo>
                  <a:pt x="4452242" y="26591"/>
                </a:lnTo>
                <a:lnTo>
                  <a:pt x="4462174" y="26089"/>
                </a:lnTo>
                <a:lnTo>
                  <a:pt x="4472105" y="26513"/>
                </a:lnTo>
                <a:lnTo>
                  <a:pt x="4482036" y="27381"/>
                </a:lnTo>
                <a:lnTo>
                  <a:pt x="4491968" y="27637"/>
                </a:lnTo>
                <a:lnTo>
                  <a:pt x="4501899" y="27184"/>
                </a:lnTo>
                <a:lnTo>
                  <a:pt x="4511830" y="26692"/>
                </a:lnTo>
                <a:lnTo>
                  <a:pt x="4521762" y="26436"/>
                </a:lnTo>
                <a:lnTo>
                  <a:pt x="4531693" y="26423"/>
                </a:lnTo>
                <a:lnTo>
                  <a:pt x="4541624" y="26831"/>
                </a:lnTo>
                <a:lnTo>
                  <a:pt x="4551556" y="27359"/>
                </a:lnTo>
                <a:lnTo>
                  <a:pt x="4561487" y="27229"/>
                </a:lnTo>
                <a:lnTo>
                  <a:pt x="4571418" y="26527"/>
                </a:lnTo>
                <a:lnTo>
                  <a:pt x="4581350" y="26157"/>
                </a:lnTo>
                <a:lnTo>
                  <a:pt x="4591281" y="26159"/>
                </a:lnTo>
                <a:lnTo>
                  <a:pt x="4601212" y="25909"/>
                </a:lnTo>
                <a:lnTo>
                  <a:pt x="4611144" y="25884"/>
                </a:lnTo>
                <a:lnTo>
                  <a:pt x="4621075" y="26926"/>
                </a:lnTo>
                <a:lnTo>
                  <a:pt x="4631007" y="28099"/>
                </a:lnTo>
                <a:lnTo>
                  <a:pt x="4640938" y="27808"/>
                </a:lnTo>
                <a:lnTo>
                  <a:pt x="4650869" y="26526"/>
                </a:lnTo>
                <a:lnTo>
                  <a:pt x="4660801" y="25896"/>
                </a:lnTo>
                <a:lnTo>
                  <a:pt x="4670732" y="26037"/>
                </a:lnTo>
                <a:lnTo>
                  <a:pt x="4680663" y="26166"/>
                </a:lnTo>
                <a:lnTo>
                  <a:pt x="4690595" y="26546"/>
                </a:lnTo>
                <a:lnTo>
                  <a:pt x="4700526" y="27404"/>
                </a:lnTo>
                <a:lnTo>
                  <a:pt x="4710457" y="27587"/>
                </a:lnTo>
                <a:lnTo>
                  <a:pt x="4720389" y="26548"/>
                </a:lnTo>
                <a:lnTo>
                  <a:pt x="4730320" y="25813"/>
                </a:lnTo>
                <a:lnTo>
                  <a:pt x="4740251" y="26419"/>
                </a:lnTo>
                <a:lnTo>
                  <a:pt x="4750183" y="27054"/>
                </a:lnTo>
                <a:lnTo>
                  <a:pt x="4760114" y="26642"/>
                </a:lnTo>
                <a:lnTo>
                  <a:pt x="4770045" y="26392"/>
                </a:lnTo>
                <a:lnTo>
                  <a:pt x="4779977" y="27270"/>
                </a:lnTo>
                <a:lnTo>
                  <a:pt x="4789908" y="27853"/>
                </a:lnTo>
                <a:lnTo>
                  <a:pt x="4799839" y="26908"/>
                </a:lnTo>
                <a:lnTo>
                  <a:pt x="4809771" y="25899"/>
                </a:lnTo>
                <a:lnTo>
                  <a:pt x="4819702" y="26567"/>
                </a:lnTo>
                <a:lnTo>
                  <a:pt x="4829634" y="27863"/>
                </a:lnTo>
                <a:lnTo>
                  <a:pt x="4839565" y="27805"/>
                </a:lnTo>
                <a:lnTo>
                  <a:pt x="4849496" y="26836"/>
                </a:lnTo>
                <a:lnTo>
                  <a:pt x="4859428" y="26681"/>
                </a:lnTo>
                <a:lnTo>
                  <a:pt x="4869359" y="27131"/>
                </a:lnTo>
                <a:lnTo>
                  <a:pt x="4879290" y="26790"/>
                </a:lnTo>
                <a:lnTo>
                  <a:pt x="4889222" y="26032"/>
                </a:lnTo>
                <a:lnTo>
                  <a:pt x="4899153" y="26221"/>
                </a:lnTo>
                <a:lnTo>
                  <a:pt x="4909084" y="26812"/>
                </a:lnTo>
                <a:lnTo>
                  <a:pt x="4919016" y="26275"/>
                </a:lnTo>
                <a:lnTo>
                  <a:pt x="4928947" y="25184"/>
                </a:lnTo>
                <a:lnTo>
                  <a:pt x="4938878" y="25335"/>
                </a:lnTo>
                <a:lnTo>
                  <a:pt x="4948810" y="26564"/>
                </a:lnTo>
                <a:lnTo>
                  <a:pt x="4958741" y="27383"/>
                </a:lnTo>
                <a:lnTo>
                  <a:pt x="4968672" y="27657"/>
                </a:lnTo>
                <a:lnTo>
                  <a:pt x="4978604" y="27780"/>
                </a:lnTo>
                <a:lnTo>
                  <a:pt x="4988535" y="26885"/>
                </a:lnTo>
                <a:lnTo>
                  <a:pt x="4998466" y="24863"/>
                </a:lnTo>
                <a:lnTo>
                  <a:pt x="5008398" y="24102"/>
                </a:lnTo>
                <a:lnTo>
                  <a:pt x="5018329" y="26052"/>
                </a:lnTo>
                <a:lnTo>
                  <a:pt x="5028261" y="28349"/>
                </a:lnTo>
                <a:lnTo>
                  <a:pt x="5038192" y="28378"/>
                </a:lnTo>
                <a:lnTo>
                  <a:pt x="5048123" y="27117"/>
                </a:lnTo>
                <a:lnTo>
                  <a:pt x="5058055" y="26528"/>
                </a:lnTo>
                <a:lnTo>
                  <a:pt x="5067986" y="26117"/>
                </a:lnTo>
                <a:lnTo>
                  <a:pt x="5077917" y="25062"/>
                </a:lnTo>
                <a:lnTo>
                  <a:pt x="5087849" y="24727"/>
                </a:lnTo>
                <a:lnTo>
                  <a:pt x="5097780" y="26084"/>
                </a:lnTo>
              </a:path>
            </a:pathLst>
          </a:custGeom>
          <a:solidFill>
            <a:srgbClr val="FFFFFF">
              <a:alpha val="0"/>
            </a:srgbClr>
          </a:solidFill>
          <a:ln w="10922" cap="rnd">
            <a:solidFill>
              <a:srgbClr val="BA4A00"/>
            </a:solidFill>
            <a:prstDash val="solid"/>
          </a:ln>
        </p:spPr>
      </p:sp>
      <p:sp>
        <p:nvSpPr>
          <p:cNvPr id="74" name="Text 72"/>
          <p:cNvSpPr/>
          <p:nvPr/>
        </p:nvSpPr>
        <p:spPr>
          <a:xfrm>
            <a:off x="6007608" y="5052060"/>
            <a:ext cx="347472" cy="192024"/>
          </a:xfrm>
          <a:prstGeom prst="rect">
            <a:avLst/>
          </a:prstGeom>
          <a:noFill/>
          <a:ln/>
        </p:spPr>
        <p:txBody>
          <a:bodyPr wrap="square" lIns="0" tIns="0" rIns="0" bIns="0" rtlCol="0" anchor="t"/>
          <a:lstStyle/>
          <a:p>
            <a:pPr algn="r" indent="0" marL="0">
              <a:lnSpc>
                <a:spcPct val="100000"/>
              </a:lnSpc>
              <a:buNone/>
            </a:pPr>
            <a:r>
              <a:rPr lang="ko-KR" altLang="en-US" sz="850" dirty="0">
                <a:solidFill>
                  <a:srgbClr val="647986"/>
                </a:solidFill>
                <a:latin typeface="Pretendard" pitchFamily="34" charset="0"/>
                <a:ea typeface="Pretendard" pitchFamily="34" charset="-122"/>
                <a:cs typeface="Pretendard" pitchFamily="34" charset="-120"/>
              </a:rPr>
              <a:t>0.0</a:t>
            </a:r>
            <a:endParaRPr lang="ko-KR" sz="850" dirty="0"/>
          </a:p>
        </p:txBody>
      </p:sp>
      <p:sp>
        <p:nvSpPr>
          <p:cNvPr id="75" name="Text 73"/>
          <p:cNvSpPr/>
          <p:nvPr/>
        </p:nvSpPr>
        <p:spPr>
          <a:xfrm>
            <a:off x="10588752" y="5061204"/>
            <a:ext cx="841248" cy="164592"/>
          </a:xfrm>
          <a:prstGeom prst="rect">
            <a:avLst/>
          </a:prstGeom>
          <a:noFill/>
          <a:ln/>
        </p:spPr>
        <p:txBody>
          <a:bodyPr wrap="square" lIns="0" tIns="0" rIns="0" bIns="0" rtlCol="0" anchor="t"/>
          <a:lstStyle/>
          <a:p>
            <a:pPr algn="r" indent="0" marL="0">
              <a:lnSpc>
                <a:spcPct val="100000"/>
              </a:lnSpc>
              <a:buNone/>
            </a:pPr>
            <a:r>
              <a:rPr lang="ko-KR" altLang="en-US" sz="870" dirty="0">
                <a:solidFill>
                  <a:srgbClr val="BA4A00"/>
                </a:solidFill>
                <a:latin typeface="Pretendard" pitchFamily="34" charset="0"/>
                <a:ea typeface="Pretendard" pitchFamily="34" charset="-122"/>
                <a:cs typeface="Pretendard" pitchFamily="34" charset="-120"/>
              </a:rPr>
              <a:t>남은 오차</a:t>
            </a:r>
            <a:endParaRPr lang="ko-KR" sz="870" dirty="0"/>
          </a:p>
        </p:txBody>
      </p:sp>
      <p:sp>
        <p:nvSpPr>
          <p:cNvPr id="76" name="Shape 74"/>
          <p:cNvSpPr/>
          <p:nvPr/>
        </p:nvSpPr>
        <p:spPr>
          <a:xfrm>
            <a:off x="6428232" y="5257800"/>
            <a:ext cx="0" cy="32004"/>
          </a:xfrm>
          <a:prstGeom prst="line">
            <a:avLst/>
          </a:prstGeom>
          <a:noFill/>
          <a:ln w="6350">
            <a:solidFill>
              <a:srgbClr val="647986"/>
            </a:solidFill>
            <a:prstDash val="solid"/>
          </a:ln>
        </p:spPr>
      </p:sp>
      <p:sp>
        <p:nvSpPr>
          <p:cNvPr id="77" name="Text 75"/>
          <p:cNvSpPr/>
          <p:nvPr/>
        </p:nvSpPr>
        <p:spPr>
          <a:xfrm>
            <a:off x="6217920" y="5298948"/>
            <a:ext cx="420624" cy="182880"/>
          </a:xfrm>
          <a:prstGeom prst="rect">
            <a:avLst/>
          </a:prstGeom>
          <a:noFill/>
          <a:ln/>
        </p:spPr>
        <p:txBody>
          <a:bodyPr wrap="square" lIns="0" tIns="0" rIns="0" bIns="0" rtlCol="0" anchor="t"/>
          <a:lstStyle/>
          <a:p>
            <a:pPr algn="ctr" indent="0" marL="0">
              <a:lnSpc>
                <a:spcPct val="100000"/>
              </a:lnSpc>
              <a:buNone/>
            </a:pPr>
            <a:r>
              <a:rPr lang="ko-KR" altLang="en-US" sz="900" dirty="0">
                <a:solidFill>
                  <a:srgbClr val="647986"/>
                </a:solidFill>
                <a:latin typeface="Pretendard" pitchFamily="34" charset="0"/>
                <a:ea typeface="Pretendard" pitchFamily="34" charset="-122"/>
                <a:cs typeface="Pretendard" pitchFamily="34" charset="-120"/>
              </a:rPr>
              <a:t>0</a:t>
            </a:r>
            <a:endParaRPr lang="ko-KR" sz="900" dirty="0"/>
          </a:p>
        </p:txBody>
      </p:sp>
      <p:sp>
        <p:nvSpPr>
          <p:cNvPr id="78" name="Shape 76"/>
          <p:cNvSpPr/>
          <p:nvPr/>
        </p:nvSpPr>
        <p:spPr>
          <a:xfrm>
            <a:off x="7421367" y="5257800"/>
            <a:ext cx="0" cy="32004"/>
          </a:xfrm>
          <a:prstGeom prst="line">
            <a:avLst/>
          </a:prstGeom>
          <a:noFill/>
          <a:ln w="6350">
            <a:solidFill>
              <a:srgbClr val="647986"/>
            </a:solidFill>
            <a:prstDash val="solid"/>
          </a:ln>
        </p:spPr>
      </p:sp>
      <p:sp>
        <p:nvSpPr>
          <p:cNvPr id="79" name="Text 77"/>
          <p:cNvSpPr/>
          <p:nvPr/>
        </p:nvSpPr>
        <p:spPr>
          <a:xfrm>
            <a:off x="7211055" y="5298948"/>
            <a:ext cx="420624" cy="182880"/>
          </a:xfrm>
          <a:prstGeom prst="rect">
            <a:avLst/>
          </a:prstGeom>
          <a:noFill/>
          <a:ln/>
        </p:spPr>
        <p:txBody>
          <a:bodyPr wrap="square" lIns="0" tIns="0" rIns="0" bIns="0" rtlCol="0" anchor="t"/>
          <a:lstStyle/>
          <a:p>
            <a:pPr algn="ctr" indent="0" marL="0">
              <a:lnSpc>
                <a:spcPct val="100000"/>
              </a:lnSpc>
              <a:buNone/>
            </a:pPr>
            <a:r>
              <a:rPr lang="ko-KR" altLang="en-US" sz="900" dirty="0">
                <a:solidFill>
                  <a:srgbClr val="647986"/>
                </a:solidFill>
                <a:latin typeface="Pretendard" pitchFamily="34" charset="0"/>
                <a:ea typeface="Pretendard" pitchFamily="34" charset="-122"/>
                <a:cs typeface="Pretendard" pitchFamily="34" charset="-120"/>
              </a:rPr>
              <a:t>1</a:t>
            </a:r>
            <a:endParaRPr lang="ko-KR" sz="900" dirty="0"/>
          </a:p>
        </p:txBody>
      </p:sp>
      <p:sp>
        <p:nvSpPr>
          <p:cNvPr id="80" name="Shape 78"/>
          <p:cNvSpPr/>
          <p:nvPr/>
        </p:nvSpPr>
        <p:spPr>
          <a:xfrm>
            <a:off x="8414502" y="5257800"/>
            <a:ext cx="0" cy="32004"/>
          </a:xfrm>
          <a:prstGeom prst="line">
            <a:avLst/>
          </a:prstGeom>
          <a:noFill/>
          <a:ln w="6350">
            <a:solidFill>
              <a:srgbClr val="647986"/>
            </a:solidFill>
            <a:prstDash val="solid"/>
          </a:ln>
        </p:spPr>
      </p:sp>
      <p:sp>
        <p:nvSpPr>
          <p:cNvPr id="81" name="Text 79"/>
          <p:cNvSpPr/>
          <p:nvPr/>
        </p:nvSpPr>
        <p:spPr>
          <a:xfrm>
            <a:off x="8204190" y="5298948"/>
            <a:ext cx="420624" cy="182880"/>
          </a:xfrm>
          <a:prstGeom prst="rect">
            <a:avLst/>
          </a:prstGeom>
          <a:noFill/>
          <a:ln/>
        </p:spPr>
        <p:txBody>
          <a:bodyPr wrap="square" lIns="0" tIns="0" rIns="0" bIns="0" rtlCol="0" anchor="t"/>
          <a:lstStyle/>
          <a:p>
            <a:pPr algn="ctr" indent="0" marL="0">
              <a:lnSpc>
                <a:spcPct val="100000"/>
              </a:lnSpc>
              <a:buNone/>
            </a:pPr>
            <a:r>
              <a:rPr lang="ko-KR" altLang="en-US" sz="900" dirty="0">
                <a:solidFill>
                  <a:srgbClr val="647986"/>
                </a:solidFill>
                <a:latin typeface="Pretendard" pitchFamily="34" charset="0"/>
                <a:ea typeface="Pretendard" pitchFamily="34" charset="-122"/>
                <a:cs typeface="Pretendard" pitchFamily="34" charset="-120"/>
              </a:rPr>
              <a:t>2</a:t>
            </a:r>
            <a:endParaRPr lang="ko-KR" sz="900" dirty="0"/>
          </a:p>
        </p:txBody>
      </p:sp>
      <p:sp>
        <p:nvSpPr>
          <p:cNvPr id="82" name="Shape 80"/>
          <p:cNvSpPr/>
          <p:nvPr/>
        </p:nvSpPr>
        <p:spPr>
          <a:xfrm>
            <a:off x="9407637" y="5257800"/>
            <a:ext cx="0" cy="32004"/>
          </a:xfrm>
          <a:prstGeom prst="line">
            <a:avLst/>
          </a:prstGeom>
          <a:noFill/>
          <a:ln w="6350">
            <a:solidFill>
              <a:srgbClr val="647986"/>
            </a:solidFill>
            <a:prstDash val="solid"/>
          </a:ln>
        </p:spPr>
      </p:sp>
      <p:sp>
        <p:nvSpPr>
          <p:cNvPr id="83" name="Text 81"/>
          <p:cNvSpPr/>
          <p:nvPr/>
        </p:nvSpPr>
        <p:spPr>
          <a:xfrm>
            <a:off x="9197325" y="5298948"/>
            <a:ext cx="420624" cy="182880"/>
          </a:xfrm>
          <a:prstGeom prst="rect">
            <a:avLst/>
          </a:prstGeom>
          <a:noFill/>
          <a:ln/>
        </p:spPr>
        <p:txBody>
          <a:bodyPr wrap="square" lIns="0" tIns="0" rIns="0" bIns="0" rtlCol="0" anchor="t"/>
          <a:lstStyle/>
          <a:p>
            <a:pPr algn="ctr" indent="0" marL="0">
              <a:lnSpc>
                <a:spcPct val="100000"/>
              </a:lnSpc>
              <a:buNone/>
            </a:pPr>
            <a:r>
              <a:rPr lang="ko-KR" altLang="en-US" sz="900" dirty="0">
                <a:solidFill>
                  <a:srgbClr val="647986"/>
                </a:solidFill>
                <a:latin typeface="Pretendard" pitchFamily="34" charset="0"/>
                <a:ea typeface="Pretendard" pitchFamily="34" charset="-122"/>
                <a:cs typeface="Pretendard" pitchFamily="34" charset="-120"/>
              </a:rPr>
              <a:t>3</a:t>
            </a:r>
            <a:endParaRPr lang="ko-KR" sz="900" dirty="0"/>
          </a:p>
        </p:txBody>
      </p:sp>
      <p:sp>
        <p:nvSpPr>
          <p:cNvPr id="84" name="Shape 82"/>
          <p:cNvSpPr/>
          <p:nvPr/>
        </p:nvSpPr>
        <p:spPr>
          <a:xfrm>
            <a:off x="10400772" y="5257800"/>
            <a:ext cx="0" cy="32004"/>
          </a:xfrm>
          <a:prstGeom prst="line">
            <a:avLst/>
          </a:prstGeom>
          <a:noFill/>
          <a:ln w="6350">
            <a:solidFill>
              <a:srgbClr val="647986"/>
            </a:solidFill>
            <a:prstDash val="solid"/>
          </a:ln>
        </p:spPr>
      </p:sp>
      <p:sp>
        <p:nvSpPr>
          <p:cNvPr id="85" name="Text 83"/>
          <p:cNvSpPr/>
          <p:nvPr/>
        </p:nvSpPr>
        <p:spPr>
          <a:xfrm>
            <a:off x="10190460" y="5298948"/>
            <a:ext cx="420624" cy="182880"/>
          </a:xfrm>
          <a:prstGeom prst="rect">
            <a:avLst/>
          </a:prstGeom>
          <a:noFill/>
          <a:ln/>
        </p:spPr>
        <p:txBody>
          <a:bodyPr wrap="square" lIns="0" tIns="0" rIns="0" bIns="0" rtlCol="0" anchor="t"/>
          <a:lstStyle/>
          <a:p>
            <a:pPr algn="ctr" indent="0" marL="0">
              <a:lnSpc>
                <a:spcPct val="100000"/>
              </a:lnSpc>
              <a:buNone/>
            </a:pPr>
            <a:r>
              <a:rPr lang="ko-KR" altLang="en-US" sz="900" dirty="0">
                <a:solidFill>
                  <a:srgbClr val="647986"/>
                </a:solidFill>
                <a:latin typeface="Pretendard" pitchFamily="34" charset="0"/>
                <a:ea typeface="Pretendard" pitchFamily="34" charset="-122"/>
                <a:cs typeface="Pretendard" pitchFamily="34" charset="-120"/>
              </a:rPr>
              <a:t>4</a:t>
            </a:r>
            <a:endParaRPr lang="ko-KR" sz="900" dirty="0"/>
          </a:p>
        </p:txBody>
      </p:sp>
      <p:sp>
        <p:nvSpPr>
          <p:cNvPr id="86" name="Shape 84"/>
          <p:cNvSpPr/>
          <p:nvPr/>
        </p:nvSpPr>
        <p:spPr>
          <a:xfrm>
            <a:off x="11503152" y="5257800"/>
            <a:ext cx="0" cy="32004"/>
          </a:xfrm>
          <a:prstGeom prst="line">
            <a:avLst/>
          </a:prstGeom>
          <a:noFill/>
          <a:ln w="6350">
            <a:solidFill>
              <a:srgbClr val="647986"/>
            </a:solidFill>
            <a:prstDash val="solid"/>
          </a:ln>
        </p:spPr>
      </p:sp>
      <p:sp>
        <p:nvSpPr>
          <p:cNvPr id="87" name="Text 85"/>
          <p:cNvSpPr/>
          <p:nvPr/>
        </p:nvSpPr>
        <p:spPr>
          <a:xfrm>
            <a:off x="11292840" y="5298948"/>
            <a:ext cx="420624" cy="182880"/>
          </a:xfrm>
          <a:prstGeom prst="rect">
            <a:avLst/>
          </a:prstGeom>
          <a:noFill/>
          <a:ln/>
        </p:spPr>
        <p:txBody>
          <a:bodyPr wrap="square" lIns="0" tIns="0" rIns="0" bIns="0" rtlCol="0" anchor="t"/>
          <a:lstStyle/>
          <a:p>
            <a:pPr algn="ctr" indent="0" marL="0">
              <a:lnSpc>
                <a:spcPct val="100000"/>
              </a:lnSpc>
              <a:buNone/>
            </a:pPr>
            <a:r>
              <a:rPr lang="ko-KR" altLang="en-US" sz="900" dirty="0">
                <a:solidFill>
                  <a:srgbClr val="647986"/>
                </a:solidFill>
                <a:latin typeface="Pretendard" pitchFamily="34" charset="0"/>
                <a:ea typeface="Pretendard" pitchFamily="34" charset="-122"/>
                <a:cs typeface="Pretendard" pitchFamily="34" charset="-120"/>
              </a:rPr>
              <a:t>5.11</a:t>
            </a:r>
            <a:endParaRPr lang="ko-KR" sz="900" dirty="0"/>
          </a:p>
        </p:txBody>
      </p:sp>
      <p:sp>
        <p:nvSpPr>
          <p:cNvPr id="88" name="Text 86"/>
          <p:cNvSpPr/>
          <p:nvPr/>
        </p:nvSpPr>
        <p:spPr>
          <a:xfrm>
            <a:off x="7726680" y="5440680"/>
            <a:ext cx="2487168" cy="210312"/>
          </a:xfrm>
          <a:prstGeom prst="rect">
            <a:avLst/>
          </a:prstGeom>
          <a:noFill/>
          <a:ln/>
        </p:spPr>
        <p:txBody>
          <a:bodyPr wrap="square" lIns="0" tIns="0" rIns="0" bIns="0" rtlCol="0" anchor="t"/>
          <a:lstStyle/>
          <a:p>
            <a:pPr algn="ctr" indent="0" marL="0">
              <a:lnSpc>
                <a:spcPct val="100000"/>
              </a:lnSpc>
              <a:buNone/>
            </a:pPr>
            <a:r>
              <a:rPr lang="ko-KR" altLang="en-US" sz="1100" dirty="0">
                <a:solidFill>
                  <a:srgbClr val="647986"/>
                </a:solidFill>
                <a:latin typeface="Pretendard" pitchFamily="34" charset="0"/>
                <a:ea typeface="Pretendard" pitchFamily="34" charset="-122"/>
                <a:cs typeface="Pretendard" pitchFamily="34" charset="-120"/>
              </a:rPr>
              <a:t>확대 구간의 시간 (μs)</a:t>
            </a:r>
            <a:endParaRPr lang="ko-KR" sz="1100" dirty="0"/>
          </a:p>
        </p:txBody>
      </p:sp>
      <p:sp>
        <p:nvSpPr>
          <p:cNvPr id="89" name="Text 87"/>
          <p:cNvSpPr/>
          <p:nvPr/>
        </p:nvSpPr>
        <p:spPr>
          <a:xfrm>
            <a:off x="713232" y="6108192"/>
            <a:ext cx="10808208" cy="411480"/>
          </a:xfrm>
          <a:prstGeom prst="rect">
            <a:avLst/>
          </a:prstGeom>
          <a:noFill/>
          <a:ln/>
        </p:spPr>
        <p:txBody>
          <a:bodyPr wrap="square" lIns="0" tIns="0" rIns="0" bIns="0" rtlCol="0" anchor="t"/>
          <a:lstStyle/>
          <a:p>
            <a:pPr algn="l" indent="0" marL="0">
              <a:lnSpc>
                <a:spcPct val="100000"/>
              </a:lnSpc>
              <a:buNone/>
            </a:pPr>
            <a:r>
              <a:rPr lang="ko-KR" altLang="en-US" sz="1400" dirty="0">
                <a:solidFill>
                  <a:srgbClr val="647986"/>
                </a:solidFill>
                <a:latin typeface="Pretendard" pitchFamily="34" charset="0"/>
                <a:ea typeface="Pretendard" pitchFamily="34" charset="-122"/>
                <a:cs typeface="Pretendard" pitchFamily="34" charset="-120"/>
              </a:rPr>
              <a:t>선택한 복원 사례의 일부 확대 · 전체 구간 NMSE: Avata2 0.107 / Mavic3 Pro 0.011</a:t>
            </a:r>
            <a:endParaRPr lang="ko-KR" sz="1400" dirty="0"/>
          </a:p>
        </p:txBody>
      </p:sp>
      <p:sp>
        <p:nvSpPr>
          <p:cNvPr id="90" name="Text 88"/>
          <p:cNvSpPr/>
          <p:nvPr/>
        </p:nvSpPr>
        <p:spPr>
          <a:xfrm>
            <a:off x="11000232" y="6409944"/>
            <a:ext cx="566928" cy="274320"/>
          </a:xfrm>
          <a:prstGeom prst="rect">
            <a:avLst/>
          </a:prstGeom>
          <a:noFill/>
          <a:ln/>
        </p:spPr>
        <p:txBody>
          <a:bodyPr wrap="square" lIns="0" tIns="0" rIns="0" bIns="0" rtlCol="0" anchor="t"/>
          <a:lstStyle/>
          <a:p>
            <a:pPr algn="r" indent="0" marL="0">
              <a:lnSpc>
                <a:spcPct val="100000"/>
              </a:lnSpc>
              <a:buNone/>
            </a:pPr>
            <a:r>
              <a:rPr lang="ko-KR" altLang="en-US" sz="1200" dirty="0">
                <a:solidFill>
                  <a:srgbClr val="647986"/>
                </a:solidFill>
                <a:latin typeface="Pretendard" pitchFamily="34" charset="0"/>
                <a:ea typeface="Pretendard" pitchFamily="34" charset="-122"/>
                <a:cs typeface="Pretendard" pitchFamily="34" charset="-120"/>
              </a:rPr>
              <a:t>12</a:t>
            </a:r>
            <a:endParaRPr lang="ko-KR"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292608"/>
            <a:ext cx="10881360" cy="274320"/>
          </a:xfrm>
          <a:prstGeom prst="rect">
            <a:avLst/>
          </a:prstGeom>
          <a:noFill/>
          <a:ln/>
        </p:spPr>
        <p:txBody>
          <a:bodyPr wrap="square" lIns="0" tIns="0" rIns="0" bIns="0" rtlCol="0" anchor="t"/>
          <a:lstStyle/>
          <a:p>
            <a:pPr algn="l" indent="0" marL="0">
              <a:lnSpc>
                <a:spcPct val="100000"/>
              </a:lnSpc>
              <a:buNone/>
            </a:pPr>
            <a:r>
              <a:rPr lang="ko-KR" altLang="en-US" sz="1300" dirty="0">
                <a:solidFill>
                  <a:srgbClr val="007C83"/>
                </a:solidFill>
                <a:latin typeface="Pretendard" pitchFamily="34" charset="0"/>
                <a:ea typeface="Pretendard" pitchFamily="34" charset="-122"/>
                <a:cs typeface="Pretendard" pitchFamily="34" charset="-120"/>
              </a:rPr>
              <a:t>결과 ④ 실제 파형</a:t>
            </a:r>
            <a:endParaRPr lang="ko-KR" sz="1300" dirty="0"/>
          </a:p>
        </p:txBody>
      </p:sp>
      <p:sp>
        <p:nvSpPr>
          <p:cNvPr id="3" name="Text 1"/>
          <p:cNvSpPr/>
          <p:nvPr/>
        </p:nvSpPr>
        <p:spPr>
          <a:xfrm>
            <a:off x="594360" y="832104"/>
            <a:ext cx="10972800" cy="649224"/>
          </a:xfrm>
          <a:prstGeom prst="rect">
            <a:avLst/>
          </a:prstGeom>
          <a:noFill/>
          <a:ln/>
        </p:spPr>
        <p:txBody>
          <a:bodyPr wrap="square" lIns="0" tIns="0" rIns="0" bIns="0" rtlCol="0" anchor="t"/>
          <a:lstStyle/>
          <a:p>
            <a:pPr algn="l" indent="0" marL="0">
              <a:lnSpc>
                <a:spcPct val="100000"/>
              </a:lnSpc>
              <a:buNone/>
            </a:pPr>
            <a:r>
              <a:rPr lang="ko-KR" altLang="en-US" sz="3100" b="1" dirty="0">
                <a:solidFill>
                  <a:srgbClr val="17313B"/>
                </a:solidFill>
                <a:latin typeface="Pretendard" pitchFamily="34" charset="0"/>
                <a:ea typeface="Pretendard" pitchFamily="34" charset="-122"/>
                <a:cs typeface="Pretendard" pitchFamily="34" charset="-120"/>
              </a:rPr>
              <a:t>세 신호의 I·Q 복원 예시</a:t>
            </a:r>
            <a:endParaRPr lang="ko-KR" sz="3100" dirty="0"/>
          </a:p>
        </p:txBody>
      </p:sp>
      <p:sp>
        <p:nvSpPr>
          <p:cNvPr id="4" name="Text 2"/>
          <p:cNvSpPr/>
          <p:nvPr/>
        </p:nvSpPr>
        <p:spPr>
          <a:xfrm>
            <a:off x="594360" y="1609344"/>
            <a:ext cx="10972800" cy="402336"/>
          </a:xfrm>
          <a:prstGeom prst="rect">
            <a:avLst/>
          </a:prstGeom>
          <a:noFill/>
          <a:ln/>
        </p:spPr>
        <p:txBody>
          <a:bodyPr wrap="square" lIns="0" tIns="0" rIns="0" bIns="0" rtlCol="0" anchor="t"/>
          <a:lstStyle/>
          <a:p>
            <a:pPr algn="l" indent="0" marL="0">
              <a:lnSpc>
                <a:spcPct val="100000"/>
              </a:lnSpc>
              <a:buNone/>
            </a:pPr>
            <a:r>
              <a:rPr lang="ko-KR" altLang="en-US" sz="1800" dirty="0">
                <a:solidFill>
                  <a:srgbClr val="647986"/>
                </a:solidFill>
                <a:latin typeface="Pretendard" pitchFamily="34" charset="0"/>
                <a:ea typeface="Pretendard" pitchFamily="34" charset="-122"/>
                <a:cs typeface="Pretendard" pitchFamily="34" charset="-120"/>
              </a:rPr>
              <a:t>Avata2 + FPV COMBO + Mavic3 Pro · 세 성분을 같은 전력으로 혼합</a:t>
            </a:r>
            <a:endParaRPr lang="ko-KR" sz="1800" dirty="0"/>
          </a:p>
        </p:txBody>
      </p:sp>
      <p:sp>
        <p:nvSpPr>
          <p:cNvPr id="5" name="Shape 3"/>
          <p:cNvSpPr/>
          <p:nvPr/>
        </p:nvSpPr>
        <p:spPr>
          <a:xfrm>
            <a:off x="777240" y="2139696"/>
            <a:ext cx="283464" cy="0"/>
          </a:xfrm>
          <a:prstGeom prst="line">
            <a:avLst/>
          </a:prstGeom>
          <a:noFill/>
          <a:ln w="21590">
            <a:solidFill>
              <a:srgbClr val="17313B"/>
            </a:solidFill>
            <a:prstDash val="solid"/>
          </a:ln>
        </p:spPr>
      </p:sp>
      <p:sp>
        <p:nvSpPr>
          <p:cNvPr id="6" name="Text 4"/>
          <p:cNvSpPr/>
          <p:nvPr/>
        </p:nvSpPr>
        <p:spPr>
          <a:xfrm>
            <a:off x="1179576" y="2029968"/>
            <a:ext cx="2907792" cy="292608"/>
          </a:xfrm>
          <a:prstGeom prst="rect">
            <a:avLst/>
          </a:prstGeom>
          <a:noFill/>
          <a:ln/>
        </p:spPr>
        <p:txBody>
          <a:bodyPr wrap="square" lIns="0" tIns="0" rIns="0" bIns="0" rtlCol="0" anchor="t"/>
          <a:lstStyle/>
          <a:p>
            <a:pPr algn="l" indent="0" marL="0">
              <a:lnSpc>
                <a:spcPct val="100000"/>
              </a:lnSpc>
              <a:buNone/>
            </a:pPr>
            <a:r>
              <a:rPr lang="ko-KR" altLang="en-US" sz="1600" b="1" dirty="0">
                <a:solidFill>
                  <a:srgbClr val="17313B"/>
                </a:solidFill>
                <a:latin typeface="Pretendard" pitchFamily="34" charset="0"/>
                <a:ea typeface="Pretendard" pitchFamily="34" charset="-122"/>
                <a:cs typeface="Pretendard" pitchFamily="34" charset="-120"/>
              </a:rPr>
              <a:t>정답: 섞기 전 신호</a:t>
            </a:r>
            <a:endParaRPr lang="ko-KR" sz="1600" dirty="0"/>
          </a:p>
        </p:txBody>
      </p:sp>
      <p:sp>
        <p:nvSpPr>
          <p:cNvPr id="7" name="Shape 5"/>
          <p:cNvSpPr/>
          <p:nvPr/>
        </p:nvSpPr>
        <p:spPr>
          <a:xfrm>
            <a:off x="4370832" y="2139696"/>
            <a:ext cx="283464" cy="0"/>
          </a:xfrm>
          <a:prstGeom prst="line">
            <a:avLst/>
          </a:prstGeom>
          <a:noFill/>
          <a:ln w="21590">
            <a:solidFill>
              <a:srgbClr val="007C83"/>
            </a:solidFill>
            <a:prstDash val="dash"/>
          </a:ln>
        </p:spPr>
      </p:sp>
      <p:sp>
        <p:nvSpPr>
          <p:cNvPr id="8" name="Text 6"/>
          <p:cNvSpPr/>
          <p:nvPr/>
        </p:nvSpPr>
        <p:spPr>
          <a:xfrm>
            <a:off x="4773168" y="2029968"/>
            <a:ext cx="3200400" cy="292608"/>
          </a:xfrm>
          <a:prstGeom prst="rect">
            <a:avLst/>
          </a:prstGeom>
          <a:noFill/>
          <a:ln/>
        </p:spPr>
        <p:txBody>
          <a:bodyPr wrap="square" lIns="0" tIns="0" rIns="0" bIns="0" rtlCol="0" anchor="t"/>
          <a:lstStyle/>
          <a:p>
            <a:pPr algn="l" indent="0" marL="0">
              <a:lnSpc>
                <a:spcPct val="100000"/>
              </a:lnSpc>
              <a:buNone/>
            </a:pPr>
            <a:r>
              <a:rPr lang="ko-KR" altLang="en-US" sz="1600" b="1" dirty="0">
                <a:solidFill>
                  <a:srgbClr val="007C83"/>
                </a:solidFill>
                <a:latin typeface="Pretendard" pitchFamily="34" charset="0"/>
                <a:ea typeface="Pretendard" pitchFamily="34" charset="-122"/>
                <a:cs typeface="Pretendard" pitchFamily="34" charset="-120"/>
              </a:rPr>
              <a:t>복원: 모델이 되찾은 신호</a:t>
            </a:r>
            <a:endParaRPr lang="ko-KR" sz="1600" dirty="0"/>
          </a:p>
        </p:txBody>
      </p:sp>
      <p:sp>
        <p:nvSpPr>
          <p:cNvPr id="9" name="Shape 7"/>
          <p:cNvSpPr/>
          <p:nvPr/>
        </p:nvSpPr>
        <p:spPr>
          <a:xfrm>
            <a:off x="8558784" y="2139696"/>
            <a:ext cx="283464" cy="0"/>
          </a:xfrm>
          <a:prstGeom prst="line">
            <a:avLst/>
          </a:prstGeom>
          <a:noFill/>
          <a:ln w="21590">
            <a:solidFill>
              <a:srgbClr val="BA4A00"/>
            </a:solidFill>
            <a:prstDash val="solid"/>
          </a:ln>
        </p:spPr>
      </p:sp>
      <p:sp>
        <p:nvSpPr>
          <p:cNvPr id="10" name="Text 8"/>
          <p:cNvSpPr/>
          <p:nvPr/>
        </p:nvSpPr>
        <p:spPr>
          <a:xfrm>
            <a:off x="8961120" y="2029968"/>
            <a:ext cx="2286000" cy="292608"/>
          </a:xfrm>
          <a:prstGeom prst="rect">
            <a:avLst/>
          </a:prstGeom>
          <a:noFill/>
          <a:ln/>
        </p:spPr>
        <p:txBody>
          <a:bodyPr wrap="square" lIns="0" tIns="0" rIns="0" bIns="0" rtlCol="0" anchor="t"/>
          <a:lstStyle/>
          <a:p>
            <a:pPr algn="l" indent="0" marL="0">
              <a:lnSpc>
                <a:spcPct val="100000"/>
              </a:lnSpc>
              <a:buNone/>
            </a:pPr>
            <a:r>
              <a:rPr lang="ko-KR" altLang="en-US" sz="1600" b="1" dirty="0">
                <a:solidFill>
                  <a:srgbClr val="BA4A00"/>
                </a:solidFill>
                <a:latin typeface="Pretendard" pitchFamily="34" charset="0"/>
                <a:ea typeface="Pretendard" pitchFamily="34" charset="-122"/>
                <a:cs typeface="Pretendard" pitchFamily="34" charset="-120"/>
              </a:rPr>
              <a:t>오차 = 복원 − 정답</a:t>
            </a:r>
            <a:endParaRPr lang="ko-KR" sz="1600" dirty="0"/>
          </a:p>
        </p:txBody>
      </p:sp>
      <p:sp>
        <p:nvSpPr>
          <p:cNvPr id="11" name="Text 9"/>
          <p:cNvSpPr/>
          <p:nvPr/>
        </p:nvSpPr>
        <p:spPr>
          <a:xfrm>
            <a:off x="905256" y="2386584"/>
            <a:ext cx="5074920" cy="269875"/>
          </a:xfrm>
          <a:prstGeom prst="rect">
            <a:avLst/>
          </a:prstGeom>
          <a:noFill/>
          <a:ln/>
        </p:spPr>
        <p:txBody>
          <a:bodyPr wrap="square" lIns="0" tIns="0" rIns="0" bIns="0" rtlCol="0" anchor="t"/>
          <a:lstStyle/>
          <a:p>
            <a:pPr algn="l" indent="0" marL="0">
              <a:lnSpc>
                <a:spcPct val="100000"/>
              </a:lnSpc>
              <a:buNone/>
            </a:pPr>
            <a:r>
              <a:rPr lang="ko-KR" altLang="en-US" sz="1700" b="1" dirty="0">
                <a:solidFill>
                  <a:srgbClr val="17313B"/>
                </a:solidFill>
                <a:latin typeface="Pretendard" pitchFamily="34" charset="0"/>
                <a:ea typeface="Pretendard" pitchFamily="34" charset="-122"/>
                <a:cs typeface="Pretendard" pitchFamily="34" charset="-120"/>
              </a:rPr>
              <a:t>AVATA2 · 실수부 I</a:t>
            </a:r>
            <a:endParaRPr lang="ko-KR" sz="1700" dirty="0"/>
          </a:p>
        </p:txBody>
      </p:sp>
      <p:sp>
        <p:nvSpPr>
          <p:cNvPr id="12" name="Shape 10"/>
          <p:cNvSpPr/>
          <p:nvPr/>
        </p:nvSpPr>
        <p:spPr>
          <a:xfrm>
            <a:off x="905256" y="2706624"/>
            <a:ext cx="5074920" cy="365760"/>
          </a:xfrm>
          <a:prstGeom prst="rect">
            <a:avLst>
              <a:gd name="adj" fmla="val 25000"/>
            </a:avLst>
          </a:prstGeom>
          <a:solidFill>
            <a:srgbClr val="FFFFFF"/>
          </a:solidFill>
          <a:ln w="12700">
            <a:solidFill>
              <a:srgbClr val="DAE3E7"/>
            </a:solidFill>
            <a:prstDash val="solid"/>
          </a:ln>
        </p:spPr>
      </p:sp>
      <p:sp>
        <p:nvSpPr>
          <p:cNvPr id="13" name="Shape 11"/>
          <p:cNvSpPr/>
          <p:nvPr/>
        </p:nvSpPr>
        <p:spPr>
          <a:xfrm>
            <a:off x="905256" y="2889504"/>
            <a:ext cx="5074920" cy="0"/>
          </a:xfrm>
          <a:prstGeom prst="line">
            <a:avLst/>
          </a:prstGeom>
          <a:noFill/>
          <a:ln w="8255">
            <a:solidFill>
              <a:srgbClr val="DAE3E7"/>
            </a:solidFill>
            <a:prstDash val="solid"/>
          </a:ln>
        </p:spPr>
      </p:sp>
      <p:sp>
        <p:nvSpPr>
          <p:cNvPr id="14" name="wave_0"/>
          <p:cNvSpPr/>
          <p:nvPr/>
        </p:nvSpPr>
        <p:spPr>
          <a:xfrm>
            <a:off x="882396" y="2697311"/>
            <a:ext cx="5120640" cy="353704"/>
          </a:xfrm>
          <a:custGeom>
            <a:avLst/>
            <a:gdLst/>
            <a:ahLst/>
            <a:cxnLst/>
            <a:rect l="l" t="t" r="r" b="b"/>
            <a:pathLst>
              <a:path w="5120640" h="353704" fill="none" stroke="1" extrusionOk="0">
                <a:moveTo>
                  <a:pt x="22860" y="170827"/>
                </a:moveTo>
                <a:lnTo>
                  <a:pt x="32791" y="153353"/>
                </a:lnTo>
                <a:lnTo>
                  <a:pt x="42723" y="152866"/>
                </a:lnTo>
                <a:lnTo>
                  <a:pt x="52654" y="157414"/>
                </a:lnTo>
                <a:lnTo>
                  <a:pt x="62585" y="146021"/>
                </a:lnTo>
                <a:lnTo>
                  <a:pt x="72517" y="132560"/>
                </a:lnTo>
                <a:lnTo>
                  <a:pt x="82448" y="143610"/>
                </a:lnTo>
                <a:lnTo>
                  <a:pt x="92379" y="174902"/>
                </a:lnTo>
                <a:lnTo>
                  <a:pt x="102311" y="196656"/>
                </a:lnTo>
                <a:lnTo>
                  <a:pt x="112242" y="195466"/>
                </a:lnTo>
                <a:lnTo>
                  <a:pt x="122174" y="190500"/>
                </a:lnTo>
                <a:lnTo>
                  <a:pt x="132105" y="201699"/>
                </a:lnTo>
                <a:lnTo>
                  <a:pt x="142036" y="220015"/>
                </a:lnTo>
                <a:lnTo>
                  <a:pt x="151968" y="227316"/>
                </a:lnTo>
                <a:lnTo>
                  <a:pt x="161899" y="228754"/>
                </a:lnTo>
                <a:lnTo>
                  <a:pt x="171830" y="240067"/>
                </a:lnTo>
                <a:lnTo>
                  <a:pt x="181762" y="258157"/>
                </a:lnTo>
                <a:lnTo>
                  <a:pt x="191693" y="267466"/>
                </a:lnTo>
                <a:lnTo>
                  <a:pt x="201624" y="260088"/>
                </a:lnTo>
                <a:lnTo>
                  <a:pt x="211556" y="238413"/>
                </a:lnTo>
                <a:lnTo>
                  <a:pt x="221487" y="217565"/>
                </a:lnTo>
                <a:lnTo>
                  <a:pt x="231418" y="218521"/>
                </a:lnTo>
                <a:lnTo>
                  <a:pt x="241350" y="232872"/>
                </a:lnTo>
                <a:lnTo>
                  <a:pt x="251281" y="222046"/>
                </a:lnTo>
                <a:lnTo>
                  <a:pt x="261212" y="182239"/>
                </a:lnTo>
                <a:lnTo>
                  <a:pt x="271144" y="158602"/>
                </a:lnTo>
                <a:lnTo>
                  <a:pt x="281075" y="160635"/>
                </a:lnTo>
                <a:lnTo>
                  <a:pt x="291006" y="138873"/>
                </a:lnTo>
                <a:lnTo>
                  <a:pt x="300938" y="83056"/>
                </a:lnTo>
                <a:lnTo>
                  <a:pt x="310869" y="50145"/>
                </a:lnTo>
                <a:lnTo>
                  <a:pt x="320801" y="58741"/>
                </a:lnTo>
                <a:lnTo>
                  <a:pt x="330732" y="59520"/>
                </a:lnTo>
                <a:lnTo>
                  <a:pt x="340663" y="38540"/>
                </a:lnTo>
                <a:lnTo>
                  <a:pt x="350595" y="40760"/>
                </a:lnTo>
                <a:lnTo>
                  <a:pt x="360526" y="73701"/>
                </a:lnTo>
                <a:lnTo>
                  <a:pt x="370457" y="93646"/>
                </a:lnTo>
                <a:lnTo>
                  <a:pt x="380389" y="91804"/>
                </a:lnTo>
                <a:lnTo>
                  <a:pt x="390320" y="101370"/>
                </a:lnTo>
                <a:lnTo>
                  <a:pt x="400251" y="131239"/>
                </a:lnTo>
                <a:lnTo>
                  <a:pt x="410183" y="165560"/>
                </a:lnTo>
                <a:lnTo>
                  <a:pt x="420114" y="198887"/>
                </a:lnTo>
                <a:lnTo>
                  <a:pt x="430045" y="222367"/>
                </a:lnTo>
                <a:lnTo>
                  <a:pt x="439977" y="221638"/>
                </a:lnTo>
                <a:lnTo>
                  <a:pt x="449908" y="213642"/>
                </a:lnTo>
                <a:lnTo>
                  <a:pt x="459839" y="228097"/>
                </a:lnTo>
                <a:lnTo>
                  <a:pt x="469771" y="251147"/>
                </a:lnTo>
                <a:lnTo>
                  <a:pt x="479702" y="248765"/>
                </a:lnTo>
                <a:lnTo>
                  <a:pt x="489633" y="225604"/>
                </a:lnTo>
                <a:lnTo>
                  <a:pt x="499565" y="203965"/>
                </a:lnTo>
                <a:lnTo>
                  <a:pt x="509496" y="184206"/>
                </a:lnTo>
                <a:lnTo>
                  <a:pt x="519428" y="169686"/>
                </a:lnTo>
                <a:lnTo>
                  <a:pt x="529359" y="173786"/>
                </a:lnTo>
                <a:lnTo>
                  <a:pt x="539290" y="176138"/>
                </a:lnTo>
                <a:lnTo>
                  <a:pt x="549222" y="143027"/>
                </a:lnTo>
                <a:lnTo>
                  <a:pt x="559153" y="98047"/>
                </a:lnTo>
                <a:lnTo>
                  <a:pt x="569084" y="93094"/>
                </a:lnTo>
                <a:lnTo>
                  <a:pt x="579016" y="121289"/>
                </a:lnTo>
                <a:lnTo>
                  <a:pt x="588947" y="139438"/>
                </a:lnTo>
                <a:lnTo>
                  <a:pt x="598878" y="146996"/>
                </a:lnTo>
                <a:lnTo>
                  <a:pt x="608810" y="165170"/>
                </a:lnTo>
                <a:lnTo>
                  <a:pt x="618741" y="180810"/>
                </a:lnTo>
                <a:lnTo>
                  <a:pt x="628672" y="180377"/>
                </a:lnTo>
                <a:lnTo>
                  <a:pt x="638604" y="189532"/>
                </a:lnTo>
                <a:lnTo>
                  <a:pt x="648535" y="224136"/>
                </a:lnTo>
                <a:lnTo>
                  <a:pt x="658466" y="255236"/>
                </a:lnTo>
                <a:lnTo>
                  <a:pt x="668398" y="260061"/>
                </a:lnTo>
                <a:lnTo>
                  <a:pt x="678329" y="253419"/>
                </a:lnTo>
                <a:lnTo>
                  <a:pt x="688260" y="247530"/>
                </a:lnTo>
                <a:lnTo>
                  <a:pt x="698192" y="234801"/>
                </a:lnTo>
                <a:lnTo>
                  <a:pt x="708123" y="221459"/>
                </a:lnTo>
                <a:lnTo>
                  <a:pt x="718055" y="228475"/>
                </a:lnTo>
                <a:lnTo>
                  <a:pt x="727986" y="250758"/>
                </a:lnTo>
                <a:lnTo>
                  <a:pt x="737917" y="254066"/>
                </a:lnTo>
                <a:lnTo>
                  <a:pt x="747849" y="221403"/>
                </a:lnTo>
                <a:lnTo>
                  <a:pt x="757780" y="178031"/>
                </a:lnTo>
                <a:lnTo>
                  <a:pt x="767711" y="159344"/>
                </a:lnTo>
                <a:lnTo>
                  <a:pt x="777643" y="165861"/>
                </a:lnTo>
                <a:lnTo>
                  <a:pt x="787574" y="166667"/>
                </a:lnTo>
                <a:lnTo>
                  <a:pt x="797505" y="145935"/>
                </a:lnTo>
                <a:lnTo>
                  <a:pt x="807437" y="121732"/>
                </a:lnTo>
                <a:lnTo>
                  <a:pt x="817368" y="112604"/>
                </a:lnTo>
                <a:lnTo>
                  <a:pt x="827299" y="116842"/>
                </a:lnTo>
                <a:lnTo>
                  <a:pt x="837231" y="132951"/>
                </a:lnTo>
                <a:lnTo>
                  <a:pt x="847162" y="162295"/>
                </a:lnTo>
                <a:lnTo>
                  <a:pt x="857093" y="185891"/>
                </a:lnTo>
                <a:lnTo>
                  <a:pt x="867025" y="182696"/>
                </a:lnTo>
                <a:lnTo>
                  <a:pt x="876956" y="170437"/>
                </a:lnTo>
                <a:lnTo>
                  <a:pt x="886887" y="182027"/>
                </a:lnTo>
                <a:lnTo>
                  <a:pt x="896819" y="212231"/>
                </a:lnTo>
                <a:lnTo>
                  <a:pt x="906750" y="234728"/>
                </a:lnTo>
                <a:lnTo>
                  <a:pt x="916682" y="249984"/>
                </a:lnTo>
                <a:lnTo>
                  <a:pt x="926613" y="268966"/>
                </a:lnTo>
                <a:lnTo>
                  <a:pt x="936544" y="277774"/>
                </a:lnTo>
                <a:lnTo>
                  <a:pt x="946476" y="261548"/>
                </a:lnTo>
                <a:lnTo>
                  <a:pt x="956407" y="235660"/>
                </a:lnTo>
                <a:lnTo>
                  <a:pt x="966338" y="223000"/>
                </a:lnTo>
                <a:lnTo>
                  <a:pt x="976270" y="225760"/>
                </a:lnTo>
                <a:lnTo>
                  <a:pt x="986201" y="232201"/>
                </a:lnTo>
                <a:lnTo>
                  <a:pt x="996132" y="229674"/>
                </a:lnTo>
                <a:lnTo>
                  <a:pt x="1006064" y="215321"/>
                </a:lnTo>
                <a:lnTo>
                  <a:pt x="1015995" y="205579"/>
                </a:lnTo>
                <a:lnTo>
                  <a:pt x="1025926" y="212252"/>
                </a:lnTo>
                <a:lnTo>
                  <a:pt x="1035858" y="212297"/>
                </a:lnTo>
                <a:lnTo>
                  <a:pt x="1045789" y="185065"/>
                </a:lnTo>
                <a:lnTo>
                  <a:pt x="1055720" y="162230"/>
                </a:lnTo>
                <a:lnTo>
                  <a:pt x="1065652" y="178471"/>
                </a:lnTo>
                <a:lnTo>
                  <a:pt x="1075583" y="201694"/>
                </a:lnTo>
                <a:lnTo>
                  <a:pt x="1085514" y="186990"/>
                </a:lnTo>
                <a:lnTo>
                  <a:pt x="1095446" y="159778"/>
                </a:lnTo>
                <a:lnTo>
                  <a:pt x="1105377" y="163721"/>
                </a:lnTo>
                <a:lnTo>
                  <a:pt x="1115309" y="174702"/>
                </a:lnTo>
                <a:lnTo>
                  <a:pt x="1125240" y="151026"/>
                </a:lnTo>
                <a:lnTo>
                  <a:pt x="1135171" y="118625"/>
                </a:lnTo>
                <a:lnTo>
                  <a:pt x="1145103" y="126327"/>
                </a:lnTo>
                <a:lnTo>
                  <a:pt x="1155034" y="162002"/>
                </a:lnTo>
                <a:lnTo>
                  <a:pt x="1164965" y="179370"/>
                </a:lnTo>
                <a:lnTo>
                  <a:pt x="1174897" y="169559"/>
                </a:lnTo>
                <a:lnTo>
                  <a:pt x="1184828" y="158617"/>
                </a:lnTo>
                <a:lnTo>
                  <a:pt x="1194759" y="164322"/>
                </a:lnTo>
                <a:lnTo>
                  <a:pt x="1204691" y="183332"/>
                </a:lnTo>
                <a:lnTo>
                  <a:pt x="1214622" y="201789"/>
                </a:lnTo>
                <a:lnTo>
                  <a:pt x="1224553" y="210749"/>
                </a:lnTo>
                <a:lnTo>
                  <a:pt x="1234485" y="218786"/>
                </a:lnTo>
                <a:lnTo>
                  <a:pt x="1244416" y="238188"/>
                </a:lnTo>
                <a:lnTo>
                  <a:pt x="1254347" y="259274"/>
                </a:lnTo>
                <a:lnTo>
                  <a:pt x="1264279" y="262672"/>
                </a:lnTo>
                <a:lnTo>
                  <a:pt x="1274210" y="252286"/>
                </a:lnTo>
                <a:lnTo>
                  <a:pt x="1284141" y="249339"/>
                </a:lnTo>
                <a:lnTo>
                  <a:pt x="1294073" y="262334"/>
                </a:lnTo>
                <a:lnTo>
                  <a:pt x="1304004" y="282809"/>
                </a:lnTo>
                <a:lnTo>
                  <a:pt x="1313936" y="296689"/>
                </a:lnTo>
                <a:lnTo>
                  <a:pt x="1323867" y="291338"/>
                </a:lnTo>
                <a:lnTo>
                  <a:pt x="1333798" y="270070"/>
                </a:lnTo>
                <a:lnTo>
                  <a:pt x="1343730" y="253895"/>
                </a:lnTo>
                <a:lnTo>
                  <a:pt x="1353661" y="248119"/>
                </a:lnTo>
                <a:lnTo>
                  <a:pt x="1363592" y="229556"/>
                </a:lnTo>
                <a:lnTo>
                  <a:pt x="1373524" y="189589"/>
                </a:lnTo>
                <a:lnTo>
                  <a:pt x="1383455" y="154749"/>
                </a:lnTo>
                <a:lnTo>
                  <a:pt x="1393386" y="142777"/>
                </a:lnTo>
                <a:lnTo>
                  <a:pt x="1403318" y="139247"/>
                </a:lnTo>
                <a:lnTo>
                  <a:pt x="1413249" y="131651"/>
                </a:lnTo>
                <a:lnTo>
                  <a:pt x="1423180" y="124127"/>
                </a:lnTo>
                <a:lnTo>
                  <a:pt x="1433112" y="117584"/>
                </a:lnTo>
                <a:lnTo>
                  <a:pt x="1443043" y="114381"/>
                </a:lnTo>
                <a:lnTo>
                  <a:pt x="1452974" y="125652"/>
                </a:lnTo>
                <a:lnTo>
                  <a:pt x="1462906" y="141450"/>
                </a:lnTo>
                <a:lnTo>
                  <a:pt x="1472837" y="131732"/>
                </a:lnTo>
                <a:lnTo>
                  <a:pt x="1482768" y="102969"/>
                </a:lnTo>
                <a:lnTo>
                  <a:pt x="1492700" y="97849"/>
                </a:lnTo>
                <a:lnTo>
                  <a:pt x="1502631" y="121749"/>
                </a:lnTo>
                <a:lnTo>
                  <a:pt x="1512563" y="138574"/>
                </a:lnTo>
                <a:lnTo>
                  <a:pt x="1522494" y="144282"/>
                </a:lnTo>
                <a:lnTo>
                  <a:pt x="1532425" y="165194"/>
                </a:lnTo>
                <a:lnTo>
                  <a:pt x="1542357" y="190336"/>
                </a:lnTo>
                <a:lnTo>
                  <a:pt x="1552288" y="188726"/>
                </a:lnTo>
                <a:lnTo>
                  <a:pt x="1562219" y="175757"/>
                </a:lnTo>
                <a:lnTo>
                  <a:pt x="1572151" y="182701"/>
                </a:lnTo>
                <a:lnTo>
                  <a:pt x="1582082" y="191295"/>
                </a:lnTo>
                <a:lnTo>
                  <a:pt x="1592013" y="172575"/>
                </a:lnTo>
                <a:lnTo>
                  <a:pt x="1601945" y="149358"/>
                </a:lnTo>
                <a:lnTo>
                  <a:pt x="1611876" y="153563"/>
                </a:lnTo>
                <a:lnTo>
                  <a:pt x="1621807" y="167482"/>
                </a:lnTo>
                <a:lnTo>
                  <a:pt x="1631739" y="163655"/>
                </a:lnTo>
                <a:lnTo>
                  <a:pt x="1641670" y="156190"/>
                </a:lnTo>
                <a:lnTo>
                  <a:pt x="1651601" y="166078"/>
                </a:lnTo>
                <a:lnTo>
                  <a:pt x="1661533" y="177128"/>
                </a:lnTo>
                <a:lnTo>
                  <a:pt x="1671464" y="163642"/>
                </a:lnTo>
                <a:lnTo>
                  <a:pt x="1681395" y="133117"/>
                </a:lnTo>
                <a:lnTo>
                  <a:pt x="1691327" y="116204"/>
                </a:lnTo>
                <a:lnTo>
                  <a:pt x="1701258" y="128377"/>
                </a:lnTo>
                <a:lnTo>
                  <a:pt x="1711190" y="154588"/>
                </a:lnTo>
                <a:lnTo>
                  <a:pt x="1721121" y="170763"/>
                </a:lnTo>
                <a:lnTo>
                  <a:pt x="1731052" y="175133"/>
                </a:lnTo>
                <a:lnTo>
                  <a:pt x="1740984" y="185420"/>
                </a:lnTo>
                <a:lnTo>
                  <a:pt x="1750915" y="204469"/>
                </a:lnTo>
                <a:lnTo>
                  <a:pt x="1760846" y="214441"/>
                </a:lnTo>
                <a:lnTo>
                  <a:pt x="1770778" y="211984"/>
                </a:lnTo>
                <a:lnTo>
                  <a:pt x="1780709" y="217093"/>
                </a:lnTo>
                <a:lnTo>
                  <a:pt x="1790640" y="236391"/>
                </a:lnTo>
                <a:lnTo>
                  <a:pt x="1800572" y="248598"/>
                </a:lnTo>
                <a:lnTo>
                  <a:pt x="1810503" y="236206"/>
                </a:lnTo>
                <a:lnTo>
                  <a:pt x="1820434" y="207154"/>
                </a:lnTo>
                <a:lnTo>
                  <a:pt x="1830366" y="181626"/>
                </a:lnTo>
                <a:lnTo>
                  <a:pt x="1840297" y="174047"/>
                </a:lnTo>
                <a:lnTo>
                  <a:pt x="1850228" y="184209"/>
                </a:lnTo>
                <a:lnTo>
                  <a:pt x="1860160" y="197698"/>
                </a:lnTo>
                <a:lnTo>
                  <a:pt x="1870091" y="203688"/>
                </a:lnTo>
                <a:lnTo>
                  <a:pt x="1880023" y="208397"/>
                </a:lnTo>
                <a:lnTo>
                  <a:pt x="1889954" y="215837"/>
                </a:lnTo>
                <a:lnTo>
                  <a:pt x="1899885" y="210914"/>
                </a:lnTo>
                <a:lnTo>
                  <a:pt x="1909817" y="185816"/>
                </a:lnTo>
                <a:lnTo>
                  <a:pt x="1919748" y="165076"/>
                </a:lnTo>
                <a:lnTo>
                  <a:pt x="1929679" y="178349"/>
                </a:lnTo>
                <a:lnTo>
                  <a:pt x="1939611" y="222716"/>
                </a:lnTo>
                <a:lnTo>
                  <a:pt x="1949542" y="267892"/>
                </a:lnTo>
                <a:lnTo>
                  <a:pt x="1959473" y="284426"/>
                </a:lnTo>
                <a:lnTo>
                  <a:pt x="1969405" y="265019"/>
                </a:lnTo>
                <a:lnTo>
                  <a:pt x="1979336" y="235791"/>
                </a:lnTo>
                <a:lnTo>
                  <a:pt x="1989267" y="235865"/>
                </a:lnTo>
                <a:lnTo>
                  <a:pt x="1999199" y="266345"/>
                </a:lnTo>
                <a:lnTo>
                  <a:pt x="2009130" y="283444"/>
                </a:lnTo>
                <a:lnTo>
                  <a:pt x="2019061" y="264577"/>
                </a:lnTo>
                <a:lnTo>
                  <a:pt x="2028993" y="244626"/>
                </a:lnTo>
                <a:lnTo>
                  <a:pt x="2038924" y="255538"/>
                </a:lnTo>
                <a:lnTo>
                  <a:pt x="2048855" y="270436"/>
                </a:lnTo>
                <a:lnTo>
                  <a:pt x="2058787" y="249009"/>
                </a:lnTo>
                <a:lnTo>
                  <a:pt x="2068718" y="205905"/>
                </a:lnTo>
                <a:lnTo>
                  <a:pt x="2078650" y="188535"/>
                </a:lnTo>
                <a:lnTo>
                  <a:pt x="2088581" y="205357"/>
                </a:lnTo>
                <a:lnTo>
                  <a:pt x="2098512" y="218717"/>
                </a:lnTo>
                <a:lnTo>
                  <a:pt x="2108444" y="203835"/>
                </a:lnTo>
                <a:lnTo>
                  <a:pt x="2118375" y="178101"/>
                </a:lnTo>
                <a:lnTo>
                  <a:pt x="2128306" y="165954"/>
                </a:lnTo>
                <a:lnTo>
                  <a:pt x="2138238" y="166093"/>
                </a:lnTo>
                <a:lnTo>
                  <a:pt x="2148169" y="168450"/>
                </a:lnTo>
                <a:lnTo>
                  <a:pt x="2158100" y="177842"/>
                </a:lnTo>
                <a:lnTo>
                  <a:pt x="2168032" y="200383"/>
                </a:lnTo>
                <a:lnTo>
                  <a:pt x="2177963" y="225442"/>
                </a:lnTo>
                <a:lnTo>
                  <a:pt x="2187894" y="239060"/>
                </a:lnTo>
                <a:lnTo>
                  <a:pt x="2197826" y="240166"/>
                </a:lnTo>
                <a:lnTo>
                  <a:pt x="2207757" y="234901"/>
                </a:lnTo>
                <a:lnTo>
                  <a:pt x="2217688" y="231469"/>
                </a:lnTo>
                <a:lnTo>
                  <a:pt x="2227620" y="238234"/>
                </a:lnTo>
                <a:lnTo>
                  <a:pt x="2237551" y="248523"/>
                </a:lnTo>
                <a:lnTo>
                  <a:pt x="2247482" y="243638"/>
                </a:lnTo>
                <a:lnTo>
                  <a:pt x="2257414" y="229944"/>
                </a:lnTo>
                <a:lnTo>
                  <a:pt x="2267345" y="237669"/>
                </a:lnTo>
                <a:lnTo>
                  <a:pt x="2277277" y="260094"/>
                </a:lnTo>
                <a:lnTo>
                  <a:pt x="2287208" y="247814"/>
                </a:lnTo>
                <a:lnTo>
                  <a:pt x="2297139" y="192663"/>
                </a:lnTo>
                <a:lnTo>
                  <a:pt x="2307071" y="151762"/>
                </a:lnTo>
                <a:lnTo>
                  <a:pt x="2317002" y="155753"/>
                </a:lnTo>
                <a:lnTo>
                  <a:pt x="2326933" y="164039"/>
                </a:lnTo>
                <a:lnTo>
                  <a:pt x="2336865" y="141522"/>
                </a:lnTo>
                <a:lnTo>
                  <a:pt x="2346796" y="108433"/>
                </a:lnTo>
                <a:lnTo>
                  <a:pt x="2356727" y="89347"/>
                </a:lnTo>
                <a:lnTo>
                  <a:pt x="2366659" y="78286"/>
                </a:lnTo>
                <a:lnTo>
                  <a:pt x="2376590" y="69613"/>
                </a:lnTo>
                <a:lnTo>
                  <a:pt x="2386521" y="70068"/>
                </a:lnTo>
                <a:lnTo>
                  <a:pt x="2396453" y="78416"/>
                </a:lnTo>
                <a:lnTo>
                  <a:pt x="2406384" y="90415"/>
                </a:lnTo>
                <a:lnTo>
                  <a:pt x="2416315" y="109904"/>
                </a:lnTo>
                <a:lnTo>
                  <a:pt x="2426247" y="134640"/>
                </a:lnTo>
                <a:lnTo>
                  <a:pt x="2436178" y="158176"/>
                </a:lnTo>
                <a:lnTo>
                  <a:pt x="2446109" y="186790"/>
                </a:lnTo>
                <a:lnTo>
                  <a:pt x="2456041" y="219205"/>
                </a:lnTo>
                <a:lnTo>
                  <a:pt x="2465972" y="231692"/>
                </a:lnTo>
                <a:lnTo>
                  <a:pt x="2475904" y="224988"/>
                </a:lnTo>
                <a:lnTo>
                  <a:pt x="2485835" y="240664"/>
                </a:lnTo>
                <a:lnTo>
                  <a:pt x="2495766" y="286242"/>
                </a:lnTo>
                <a:lnTo>
                  <a:pt x="2505698" y="310264"/>
                </a:lnTo>
                <a:lnTo>
                  <a:pt x="2515629" y="294444"/>
                </a:lnTo>
                <a:lnTo>
                  <a:pt x="2525560" y="285258"/>
                </a:lnTo>
                <a:lnTo>
                  <a:pt x="2535492" y="296691"/>
                </a:lnTo>
                <a:lnTo>
                  <a:pt x="2545423" y="284074"/>
                </a:lnTo>
                <a:lnTo>
                  <a:pt x="2555354" y="246813"/>
                </a:lnTo>
                <a:lnTo>
                  <a:pt x="2565286" y="243811"/>
                </a:lnTo>
                <a:lnTo>
                  <a:pt x="2575217" y="278845"/>
                </a:lnTo>
                <a:lnTo>
                  <a:pt x="2585148" y="285318"/>
                </a:lnTo>
                <a:lnTo>
                  <a:pt x="2595080" y="245864"/>
                </a:lnTo>
                <a:lnTo>
                  <a:pt x="2605011" y="217888"/>
                </a:lnTo>
                <a:lnTo>
                  <a:pt x="2614942" y="227798"/>
                </a:lnTo>
                <a:lnTo>
                  <a:pt x="2624874" y="238274"/>
                </a:lnTo>
                <a:lnTo>
                  <a:pt x="2634805" y="224907"/>
                </a:lnTo>
                <a:lnTo>
                  <a:pt x="2644736" y="203347"/>
                </a:lnTo>
                <a:lnTo>
                  <a:pt x="2654668" y="184703"/>
                </a:lnTo>
                <a:lnTo>
                  <a:pt x="2664599" y="166100"/>
                </a:lnTo>
                <a:lnTo>
                  <a:pt x="2674531" y="152156"/>
                </a:lnTo>
                <a:lnTo>
                  <a:pt x="2684462" y="145603"/>
                </a:lnTo>
                <a:lnTo>
                  <a:pt x="2694393" y="139828"/>
                </a:lnTo>
                <a:lnTo>
                  <a:pt x="2704325" y="138920"/>
                </a:lnTo>
                <a:lnTo>
                  <a:pt x="2714256" y="149682"/>
                </a:lnTo>
                <a:lnTo>
                  <a:pt x="2724187" y="153262"/>
                </a:lnTo>
                <a:lnTo>
                  <a:pt x="2734119" y="132654"/>
                </a:lnTo>
                <a:lnTo>
                  <a:pt x="2744050" y="116880"/>
                </a:lnTo>
                <a:lnTo>
                  <a:pt x="2753981" y="139264"/>
                </a:lnTo>
                <a:lnTo>
                  <a:pt x="2763913" y="169820"/>
                </a:lnTo>
                <a:lnTo>
                  <a:pt x="2773844" y="156215"/>
                </a:lnTo>
                <a:lnTo>
                  <a:pt x="2783775" y="112798"/>
                </a:lnTo>
                <a:lnTo>
                  <a:pt x="2793707" y="97005"/>
                </a:lnTo>
                <a:lnTo>
                  <a:pt x="2803638" y="114292"/>
                </a:lnTo>
                <a:lnTo>
                  <a:pt x="2813569" y="120370"/>
                </a:lnTo>
                <a:lnTo>
                  <a:pt x="2823501" y="105673"/>
                </a:lnTo>
                <a:lnTo>
                  <a:pt x="2833432" y="105196"/>
                </a:lnTo>
                <a:lnTo>
                  <a:pt x="2843363" y="130221"/>
                </a:lnTo>
                <a:lnTo>
                  <a:pt x="2853295" y="155701"/>
                </a:lnTo>
                <a:lnTo>
                  <a:pt x="2863226" y="171738"/>
                </a:lnTo>
                <a:lnTo>
                  <a:pt x="2873158" y="189470"/>
                </a:lnTo>
                <a:lnTo>
                  <a:pt x="2883089" y="201131"/>
                </a:lnTo>
                <a:lnTo>
                  <a:pt x="2893020" y="187977"/>
                </a:lnTo>
                <a:lnTo>
                  <a:pt x="2902952" y="161960"/>
                </a:lnTo>
                <a:lnTo>
                  <a:pt x="2912883" y="151002"/>
                </a:lnTo>
                <a:lnTo>
                  <a:pt x="2922814" y="150978"/>
                </a:lnTo>
                <a:lnTo>
                  <a:pt x="2932746" y="137085"/>
                </a:lnTo>
                <a:lnTo>
                  <a:pt x="2942677" y="113446"/>
                </a:lnTo>
                <a:lnTo>
                  <a:pt x="2952608" y="109333"/>
                </a:lnTo>
                <a:lnTo>
                  <a:pt x="2962540" y="132399"/>
                </a:lnTo>
                <a:lnTo>
                  <a:pt x="2972471" y="159683"/>
                </a:lnTo>
                <a:lnTo>
                  <a:pt x="2982402" y="170497"/>
                </a:lnTo>
                <a:lnTo>
                  <a:pt x="2992334" y="165152"/>
                </a:lnTo>
                <a:lnTo>
                  <a:pt x="3002265" y="156927"/>
                </a:lnTo>
                <a:lnTo>
                  <a:pt x="3012196" y="158908"/>
                </a:lnTo>
                <a:lnTo>
                  <a:pt x="3022128" y="171896"/>
                </a:lnTo>
                <a:lnTo>
                  <a:pt x="3032059" y="181836"/>
                </a:lnTo>
                <a:lnTo>
                  <a:pt x="3041990" y="178635"/>
                </a:lnTo>
                <a:lnTo>
                  <a:pt x="3051922" y="173565"/>
                </a:lnTo>
                <a:lnTo>
                  <a:pt x="3061853" y="185599"/>
                </a:lnTo>
                <a:lnTo>
                  <a:pt x="3071785" y="216003"/>
                </a:lnTo>
                <a:lnTo>
                  <a:pt x="3081716" y="246200"/>
                </a:lnTo>
                <a:lnTo>
                  <a:pt x="3091647" y="255035"/>
                </a:lnTo>
                <a:lnTo>
                  <a:pt x="3101579" y="237341"/>
                </a:lnTo>
                <a:lnTo>
                  <a:pt x="3111510" y="215238"/>
                </a:lnTo>
                <a:lnTo>
                  <a:pt x="3121441" y="221849"/>
                </a:lnTo>
                <a:lnTo>
                  <a:pt x="3131373" y="257449"/>
                </a:lnTo>
                <a:lnTo>
                  <a:pt x="3141304" y="280174"/>
                </a:lnTo>
                <a:lnTo>
                  <a:pt x="3151235" y="263990"/>
                </a:lnTo>
                <a:lnTo>
                  <a:pt x="3161167" y="237977"/>
                </a:lnTo>
                <a:lnTo>
                  <a:pt x="3171098" y="234260"/>
                </a:lnTo>
                <a:lnTo>
                  <a:pt x="3181029" y="232557"/>
                </a:lnTo>
                <a:lnTo>
                  <a:pt x="3190961" y="204338"/>
                </a:lnTo>
                <a:lnTo>
                  <a:pt x="3200892" y="175327"/>
                </a:lnTo>
                <a:lnTo>
                  <a:pt x="3210823" y="182862"/>
                </a:lnTo>
                <a:lnTo>
                  <a:pt x="3220755" y="202242"/>
                </a:lnTo>
                <a:lnTo>
                  <a:pt x="3230686" y="184647"/>
                </a:lnTo>
                <a:lnTo>
                  <a:pt x="3240617" y="144815"/>
                </a:lnTo>
                <a:lnTo>
                  <a:pt x="3250549" y="137850"/>
                </a:lnTo>
                <a:lnTo>
                  <a:pt x="3260480" y="163623"/>
                </a:lnTo>
                <a:lnTo>
                  <a:pt x="3270412" y="168421"/>
                </a:lnTo>
                <a:lnTo>
                  <a:pt x="3280343" y="138459"/>
                </a:lnTo>
                <a:lnTo>
                  <a:pt x="3290274" y="122371"/>
                </a:lnTo>
                <a:lnTo>
                  <a:pt x="3300206" y="150947"/>
                </a:lnTo>
                <a:lnTo>
                  <a:pt x="3310137" y="190880"/>
                </a:lnTo>
                <a:lnTo>
                  <a:pt x="3320068" y="198532"/>
                </a:lnTo>
                <a:lnTo>
                  <a:pt x="3330000" y="182104"/>
                </a:lnTo>
                <a:lnTo>
                  <a:pt x="3339931" y="182588"/>
                </a:lnTo>
                <a:lnTo>
                  <a:pt x="3349862" y="207405"/>
                </a:lnTo>
                <a:lnTo>
                  <a:pt x="3359794" y="217145"/>
                </a:lnTo>
                <a:lnTo>
                  <a:pt x="3369725" y="192880"/>
                </a:lnTo>
                <a:lnTo>
                  <a:pt x="3379656" y="180040"/>
                </a:lnTo>
                <a:lnTo>
                  <a:pt x="3389588" y="217617"/>
                </a:lnTo>
                <a:lnTo>
                  <a:pt x="3399519" y="256640"/>
                </a:lnTo>
                <a:lnTo>
                  <a:pt x="3409450" y="227424"/>
                </a:lnTo>
                <a:lnTo>
                  <a:pt x="3419382" y="161931"/>
                </a:lnTo>
                <a:lnTo>
                  <a:pt x="3429313" y="147270"/>
                </a:lnTo>
                <a:lnTo>
                  <a:pt x="3439245" y="179824"/>
                </a:lnTo>
                <a:lnTo>
                  <a:pt x="3449176" y="185761"/>
                </a:lnTo>
                <a:lnTo>
                  <a:pt x="3459107" y="163018"/>
                </a:lnTo>
                <a:lnTo>
                  <a:pt x="3469039" y="168478"/>
                </a:lnTo>
                <a:lnTo>
                  <a:pt x="3478970" y="190877"/>
                </a:lnTo>
                <a:lnTo>
                  <a:pt x="3488901" y="176237"/>
                </a:lnTo>
                <a:lnTo>
                  <a:pt x="3498833" y="144882"/>
                </a:lnTo>
                <a:lnTo>
                  <a:pt x="3508764" y="149368"/>
                </a:lnTo>
                <a:lnTo>
                  <a:pt x="3518695" y="168888"/>
                </a:lnTo>
                <a:lnTo>
                  <a:pt x="3528627" y="167589"/>
                </a:lnTo>
                <a:lnTo>
                  <a:pt x="3538558" y="178841"/>
                </a:lnTo>
                <a:lnTo>
                  <a:pt x="3548489" y="222118"/>
                </a:lnTo>
                <a:lnTo>
                  <a:pt x="3558421" y="241632"/>
                </a:lnTo>
                <a:lnTo>
                  <a:pt x="3568352" y="220706"/>
                </a:lnTo>
                <a:lnTo>
                  <a:pt x="3578283" y="227781"/>
                </a:lnTo>
                <a:lnTo>
                  <a:pt x="3588215" y="277385"/>
                </a:lnTo>
                <a:lnTo>
                  <a:pt x="3598146" y="295688"/>
                </a:lnTo>
                <a:lnTo>
                  <a:pt x="3608077" y="270729"/>
                </a:lnTo>
                <a:lnTo>
                  <a:pt x="3618009" y="271604"/>
                </a:lnTo>
                <a:lnTo>
                  <a:pt x="3627940" y="299329"/>
                </a:lnTo>
                <a:lnTo>
                  <a:pt x="3637872" y="290694"/>
                </a:lnTo>
                <a:lnTo>
                  <a:pt x="3647803" y="259687"/>
                </a:lnTo>
                <a:lnTo>
                  <a:pt x="3657734" y="264204"/>
                </a:lnTo>
                <a:lnTo>
                  <a:pt x="3667666" y="272795"/>
                </a:lnTo>
                <a:lnTo>
                  <a:pt x="3677597" y="226355"/>
                </a:lnTo>
                <a:lnTo>
                  <a:pt x="3687528" y="164685"/>
                </a:lnTo>
                <a:lnTo>
                  <a:pt x="3697460" y="148127"/>
                </a:lnTo>
                <a:lnTo>
                  <a:pt x="3707391" y="145027"/>
                </a:lnTo>
                <a:lnTo>
                  <a:pt x="3717322" y="115276"/>
                </a:lnTo>
                <a:lnTo>
                  <a:pt x="3727254" y="93963"/>
                </a:lnTo>
                <a:lnTo>
                  <a:pt x="3737185" y="102517"/>
                </a:lnTo>
                <a:lnTo>
                  <a:pt x="3747116" y="99584"/>
                </a:lnTo>
                <a:lnTo>
                  <a:pt x="3757048" y="75561"/>
                </a:lnTo>
                <a:lnTo>
                  <a:pt x="3766979" y="68879"/>
                </a:lnTo>
                <a:lnTo>
                  <a:pt x="3776910" y="72144"/>
                </a:lnTo>
                <a:lnTo>
                  <a:pt x="3786842" y="52539"/>
                </a:lnTo>
                <a:lnTo>
                  <a:pt x="3796773" y="46521"/>
                </a:lnTo>
                <a:lnTo>
                  <a:pt x="3806704" y="101454"/>
                </a:lnTo>
                <a:lnTo>
                  <a:pt x="3816636" y="165436"/>
                </a:lnTo>
                <a:lnTo>
                  <a:pt x="3826567" y="163461"/>
                </a:lnTo>
                <a:lnTo>
                  <a:pt x="3836499" y="129257"/>
                </a:lnTo>
                <a:lnTo>
                  <a:pt x="3846430" y="145616"/>
                </a:lnTo>
                <a:lnTo>
                  <a:pt x="3856361" y="208930"/>
                </a:lnTo>
                <a:lnTo>
                  <a:pt x="3866293" y="251181"/>
                </a:lnTo>
                <a:lnTo>
                  <a:pt x="3876224" y="251755"/>
                </a:lnTo>
                <a:lnTo>
                  <a:pt x="3886155" y="252501"/>
                </a:lnTo>
                <a:lnTo>
                  <a:pt x="3896087" y="284967"/>
                </a:lnTo>
                <a:lnTo>
                  <a:pt x="3906018" y="326446"/>
                </a:lnTo>
                <a:lnTo>
                  <a:pt x="3915949" y="330844"/>
                </a:lnTo>
                <a:lnTo>
                  <a:pt x="3925881" y="296136"/>
                </a:lnTo>
                <a:lnTo>
                  <a:pt x="3935812" y="276496"/>
                </a:lnTo>
                <a:lnTo>
                  <a:pt x="3945743" y="300913"/>
                </a:lnTo>
                <a:lnTo>
                  <a:pt x="3955675" y="321488"/>
                </a:lnTo>
                <a:lnTo>
                  <a:pt x="3965606" y="293992"/>
                </a:lnTo>
                <a:lnTo>
                  <a:pt x="3975537" y="255051"/>
                </a:lnTo>
                <a:lnTo>
                  <a:pt x="3985469" y="253017"/>
                </a:lnTo>
                <a:lnTo>
                  <a:pt x="3995400" y="265251"/>
                </a:lnTo>
                <a:lnTo>
                  <a:pt x="4005331" y="253807"/>
                </a:lnTo>
                <a:lnTo>
                  <a:pt x="4015263" y="236224"/>
                </a:lnTo>
                <a:lnTo>
                  <a:pt x="4025194" y="238070"/>
                </a:lnTo>
                <a:lnTo>
                  <a:pt x="4035126" y="241904"/>
                </a:lnTo>
                <a:lnTo>
                  <a:pt x="4045057" y="230708"/>
                </a:lnTo>
                <a:lnTo>
                  <a:pt x="4054988" y="219474"/>
                </a:lnTo>
                <a:lnTo>
                  <a:pt x="4064920" y="217683"/>
                </a:lnTo>
                <a:lnTo>
                  <a:pt x="4074851" y="215634"/>
                </a:lnTo>
                <a:lnTo>
                  <a:pt x="4084782" y="210921"/>
                </a:lnTo>
                <a:lnTo>
                  <a:pt x="4094714" y="204201"/>
                </a:lnTo>
                <a:lnTo>
                  <a:pt x="4104645" y="187701"/>
                </a:lnTo>
                <a:lnTo>
                  <a:pt x="4114576" y="168476"/>
                </a:lnTo>
                <a:lnTo>
                  <a:pt x="4124508" y="167330"/>
                </a:lnTo>
                <a:lnTo>
                  <a:pt x="4134439" y="181179"/>
                </a:lnTo>
                <a:lnTo>
                  <a:pt x="4144370" y="190840"/>
                </a:lnTo>
                <a:lnTo>
                  <a:pt x="4154302" y="196714"/>
                </a:lnTo>
                <a:lnTo>
                  <a:pt x="4164233" y="199268"/>
                </a:lnTo>
                <a:lnTo>
                  <a:pt x="4174164" y="179923"/>
                </a:lnTo>
                <a:lnTo>
                  <a:pt x="4184096" y="148798"/>
                </a:lnTo>
                <a:lnTo>
                  <a:pt x="4194027" y="152551"/>
                </a:lnTo>
                <a:lnTo>
                  <a:pt x="4203958" y="193869"/>
                </a:lnTo>
                <a:lnTo>
                  <a:pt x="4213890" y="220003"/>
                </a:lnTo>
                <a:lnTo>
                  <a:pt x="4223821" y="215819"/>
                </a:lnTo>
                <a:lnTo>
                  <a:pt x="4233753" y="214989"/>
                </a:lnTo>
                <a:lnTo>
                  <a:pt x="4243684" y="216354"/>
                </a:lnTo>
                <a:lnTo>
                  <a:pt x="4253615" y="197906"/>
                </a:lnTo>
                <a:lnTo>
                  <a:pt x="4263547" y="195055"/>
                </a:lnTo>
                <a:lnTo>
                  <a:pt x="4273478" y="246898"/>
                </a:lnTo>
                <a:lnTo>
                  <a:pt x="4283409" y="301806"/>
                </a:lnTo>
                <a:lnTo>
                  <a:pt x="4293341" y="293543"/>
                </a:lnTo>
                <a:lnTo>
                  <a:pt x="4303272" y="256256"/>
                </a:lnTo>
                <a:lnTo>
                  <a:pt x="4313203" y="255916"/>
                </a:lnTo>
                <a:lnTo>
                  <a:pt x="4323135" y="278638"/>
                </a:lnTo>
                <a:lnTo>
                  <a:pt x="4333066" y="280376"/>
                </a:lnTo>
                <a:lnTo>
                  <a:pt x="4342997" y="266770"/>
                </a:lnTo>
                <a:lnTo>
                  <a:pt x="4352929" y="253180"/>
                </a:lnTo>
                <a:lnTo>
                  <a:pt x="4362860" y="230329"/>
                </a:lnTo>
                <a:lnTo>
                  <a:pt x="4372791" y="208719"/>
                </a:lnTo>
                <a:lnTo>
                  <a:pt x="4382723" y="209768"/>
                </a:lnTo>
                <a:lnTo>
                  <a:pt x="4392654" y="209133"/>
                </a:lnTo>
                <a:lnTo>
                  <a:pt x="4402585" y="178629"/>
                </a:lnTo>
                <a:lnTo>
                  <a:pt x="4412517" y="154374"/>
                </a:lnTo>
                <a:lnTo>
                  <a:pt x="4422448" y="171618"/>
                </a:lnTo>
                <a:lnTo>
                  <a:pt x="4432380" y="188329"/>
                </a:lnTo>
                <a:lnTo>
                  <a:pt x="4442311" y="162768"/>
                </a:lnTo>
                <a:lnTo>
                  <a:pt x="4452242" y="133156"/>
                </a:lnTo>
                <a:lnTo>
                  <a:pt x="4462174" y="141349"/>
                </a:lnTo>
                <a:lnTo>
                  <a:pt x="4472105" y="162536"/>
                </a:lnTo>
                <a:lnTo>
                  <a:pt x="4482036" y="173156"/>
                </a:lnTo>
                <a:lnTo>
                  <a:pt x="4491968" y="196024"/>
                </a:lnTo>
                <a:lnTo>
                  <a:pt x="4501899" y="233376"/>
                </a:lnTo>
                <a:lnTo>
                  <a:pt x="4511830" y="247414"/>
                </a:lnTo>
                <a:lnTo>
                  <a:pt x="4521762" y="231783"/>
                </a:lnTo>
                <a:lnTo>
                  <a:pt x="4531693" y="218310"/>
                </a:lnTo>
                <a:lnTo>
                  <a:pt x="4541624" y="214506"/>
                </a:lnTo>
                <a:lnTo>
                  <a:pt x="4551556" y="209955"/>
                </a:lnTo>
                <a:lnTo>
                  <a:pt x="4561487" y="216682"/>
                </a:lnTo>
                <a:lnTo>
                  <a:pt x="4571418" y="234644"/>
                </a:lnTo>
                <a:lnTo>
                  <a:pt x="4581350" y="226284"/>
                </a:lnTo>
                <a:lnTo>
                  <a:pt x="4591281" y="185218"/>
                </a:lnTo>
                <a:lnTo>
                  <a:pt x="4601212" y="163984"/>
                </a:lnTo>
                <a:lnTo>
                  <a:pt x="4611144" y="182287"/>
                </a:lnTo>
                <a:lnTo>
                  <a:pt x="4621075" y="186099"/>
                </a:lnTo>
                <a:lnTo>
                  <a:pt x="4631007" y="142778"/>
                </a:lnTo>
                <a:lnTo>
                  <a:pt x="4640938" y="94135"/>
                </a:lnTo>
                <a:lnTo>
                  <a:pt x="4650869" y="76711"/>
                </a:lnTo>
                <a:lnTo>
                  <a:pt x="4660801" y="69025"/>
                </a:lnTo>
                <a:lnTo>
                  <a:pt x="4670732" y="48385"/>
                </a:lnTo>
                <a:lnTo>
                  <a:pt x="4680663" y="28890"/>
                </a:lnTo>
                <a:lnTo>
                  <a:pt x="4690595" y="22860"/>
                </a:lnTo>
                <a:lnTo>
                  <a:pt x="4700526" y="23945"/>
                </a:lnTo>
                <a:lnTo>
                  <a:pt x="4710457" y="34458"/>
                </a:lnTo>
                <a:lnTo>
                  <a:pt x="4720389" y="58868"/>
                </a:lnTo>
                <a:lnTo>
                  <a:pt x="4730320" y="78187"/>
                </a:lnTo>
                <a:lnTo>
                  <a:pt x="4740251" y="77547"/>
                </a:lnTo>
                <a:lnTo>
                  <a:pt x="4750183" y="82081"/>
                </a:lnTo>
                <a:lnTo>
                  <a:pt x="4760114" y="119860"/>
                </a:lnTo>
                <a:lnTo>
                  <a:pt x="4770045" y="169986"/>
                </a:lnTo>
                <a:lnTo>
                  <a:pt x="4779977" y="193681"/>
                </a:lnTo>
                <a:lnTo>
                  <a:pt x="4789908" y="198228"/>
                </a:lnTo>
                <a:lnTo>
                  <a:pt x="4799839" y="222042"/>
                </a:lnTo>
                <a:lnTo>
                  <a:pt x="4809771" y="266443"/>
                </a:lnTo>
                <a:lnTo>
                  <a:pt x="4819702" y="290657"/>
                </a:lnTo>
                <a:lnTo>
                  <a:pt x="4829634" y="277519"/>
                </a:lnTo>
                <a:lnTo>
                  <a:pt x="4839565" y="258885"/>
                </a:lnTo>
                <a:lnTo>
                  <a:pt x="4849496" y="260003"/>
                </a:lnTo>
                <a:lnTo>
                  <a:pt x="4859428" y="261052"/>
                </a:lnTo>
                <a:lnTo>
                  <a:pt x="4869359" y="243451"/>
                </a:lnTo>
                <a:lnTo>
                  <a:pt x="4879290" y="234241"/>
                </a:lnTo>
                <a:lnTo>
                  <a:pt x="4889222" y="258837"/>
                </a:lnTo>
                <a:lnTo>
                  <a:pt x="4899153" y="283413"/>
                </a:lnTo>
                <a:lnTo>
                  <a:pt x="4909084" y="261215"/>
                </a:lnTo>
                <a:lnTo>
                  <a:pt x="4919016" y="208257"/>
                </a:lnTo>
                <a:lnTo>
                  <a:pt x="4928947" y="171198"/>
                </a:lnTo>
                <a:lnTo>
                  <a:pt x="4938878" y="150105"/>
                </a:lnTo>
                <a:lnTo>
                  <a:pt x="4948810" y="122108"/>
                </a:lnTo>
                <a:lnTo>
                  <a:pt x="4958741" y="106892"/>
                </a:lnTo>
                <a:lnTo>
                  <a:pt x="4968672" y="129530"/>
                </a:lnTo>
                <a:lnTo>
                  <a:pt x="4978604" y="153998"/>
                </a:lnTo>
                <a:lnTo>
                  <a:pt x="4988535" y="137035"/>
                </a:lnTo>
                <a:lnTo>
                  <a:pt x="4998466" y="108517"/>
                </a:lnTo>
                <a:lnTo>
                  <a:pt x="5008398" y="113863"/>
                </a:lnTo>
                <a:lnTo>
                  <a:pt x="5018329" y="125281"/>
                </a:lnTo>
                <a:lnTo>
                  <a:pt x="5028261" y="100311"/>
                </a:lnTo>
                <a:lnTo>
                  <a:pt x="5038192" y="75218"/>
                </a:lnTo>
                <a:lnTo>
                  <a:pt x="5048123" y="105618"/>
                </a:lnTo>
                <a:lnTo>
                  <a:pt x="5058055" y="164810"/>
                </a:lnTo>
                <a:lnTo>
                  <a:pt x="5067986" y="190974"/>
                </a:lnTo>
                <a:lnTo>
                  <a:pt x="5077917" y="187473"/>
                </a:lnTo>
                <a:lnTo>
                  <a:pt x="5087849" y="197038"/>
                </a:lnTo>
                <a:lnTo>
                  <a:pt x="5097780" y="222670"/>
                </a:lnTo>
              </a:path>
            </a:pathLst>
          </a:custGeom>
          <a:solidFill>
            <a:srgbClr val="FFFFFF">
              <a:alpha val="0"/>
            </a:srgbClr>
          </a:solidFill>
          <a:ln w="13335" cap="rnd">
            <a:solidFill>
              <a:srgbClr val="17313B"/>
            </a:solidFill>
            <a:prstDash val="solid"/>
          </a:ln>
        </p:spPr>
      </p:sp>
      <p:sp>
        <p:nvSpPr>
          <p:cNvPr id="15" name="wave_1"/>
          <p:cNvSpPr/>
          <p:nvPr/>
        </p:nvSpPr>
        <p:spPr>
          <a:xfrm>
            <a:off x="882396" y="2711807"/>
            <a:ext cx="5120640" cy="333517"/>
          </a:xfrm>
          <a:custGeom>
            <a:avLst/>
            <a:gdLst/>
            <a:ahLst/>
            <a:cxnLst/>
            <a:rect l="l" t="t" r="r" b="b"/>
            <a:pathLst>
              <a:path w="5120640" h="333517" fill="none" stroke="1" extrusionOk="0">
                <a:moveTo>
                  <a:pt x="22860" y="142498"/>
                </a:moveTo>
                <a:lnTo>
                  <a:pt x="32791" y="129099"/>
                </a:lnTo>
                <a:lnTo>
                  <a:pt x="42723" y="132233"/>
                </a:lnTo>
                <a:lnTo>
                  <a:pt x="52654" y="141542"/>
                </a:lnTo>
                <a:lnTo>
                  <a:pt x="62585" y="138803"/>
                </a:lnTo>
                <a:lnTo>
                  <a:pt x="72517" y="129607"/>
                </a:lnTo>
                <a:lnTo>
                  <a:pt x="82448" y="132863"/>
                </a:lnTo>
                <a:lnTo>
                  <a:pt x="92379" y="150663"/>
                </a:lnTo>
                <a:lnTo>
                  <a:pt x="102311" y="164427"/>
                </a:lnTo>
                <a:lnTo>
                  <a:pt x="112242" y="163541"/>
                </a:lnTo>
                <a:lnTo>
                  <a:pt x="122174" y="164354"/>
                </a:lnTo>
                <a:lnTo>
                  <a:pt x="132105" y="184773"/>
                </a:lnTo>
                <a:lnTo>
                  <a:pt x="142036" y="212435"/>
                </a:lnTo>
                <a:lnTo>
                  <a:pt x="151968" y="223762"/>
                </a:lnTo>
                <a:lnTo>
                  <a:pt x="161899" y="221789"/>
                </a:lnTo>
                <a:lnTo>
                  <a:pt x="171830" y="225559"/>
                </a:lnTo>
                <a:lnTo>
                  <a:pt x="181762" y="236797"/>
                </a:lnTo>
                <a:lnTo>
                  <a:pt x="191693" y="244093"/>
                </a:lnTo>
                <a:lnTo>
                  <a:pt x="201624" y="242454"/>
                </a:lnTo>
                <a:lnTo>
                  <a:pt x="211556" y="231628"/>
                </a:lnTo>
                <a:lnTo>
                  <a:pt x="221487" y="216566"/>
                </a:lnTo>
                <a:lnTo>
                  <a:pt x="231418" y="210473"/>
                </a:lnTo>
                <a:lnTo>
                  <a:pt x="241350" y="211227"/>
                </a:lnTo>
                <a:lnTo>
                  <a:pt x="251281" y="193929"/>
                </a:lnTo>
                <a:lnTo>
                  <a:pt x="261212" y="157460"/>
                </a:lnTo>
                <a:lnTo>
                  <a:pt x="271144" y="137705"/>
                </a:lnTo>
                <a:lnTo>
                  <a:pt x="281075" y="140836"/>
                </a:lnTo>
                <a:lnTo>
                  <a:pt x="291006" y="124076"/>
                </a:lnTo>
                <a:lnTo>
                  <a:pt x="300938" y="77064"/>
                </a:lnTo>
                <a:lnTo>
                  <a:pt x="310869" y="46248"/>
                </a:lnTo>
                <a:lnTo>
                  <a:pt x="320801" y="47977"/>
                </a:lnTo>
                <a:lnTo>
                  <a:pt x="330732" y="44089"/>
                </a:lnTo>
                <a:lnTo>
                  <a:pt x="340663" y="26415"/>
                </a:lnTo>
                <a:lnTo>
                  <a:pt x="350595" y="33314"/>
                </a:lnTo>
                <a:lnTo>
                  <a:pt x="360526" y="68212"/>
                </a:lnTo>
                <a:lnTo>
                  <a:pt x="370457" y="90329"/>
                </a:lnTo>
                <a:lnTo>
                  <a:pt x="380389" y="89625"/>
                </a:lnTo>
                <a:lnTo>
                  <a:pt x="390320" y="95017"/>
                </a:lnTo>
                <a:lnTo>
                  <a:pt x="400251" y="118630"/>
                </a:lnTo>
                <a:lnTo>
                  <a:pt x="410183" y="149917"/>
                </a:lnTo>
                <a:lnTo>
                  <a:pt x="420114" y="180858"/>
                </a:lnTo>
                <a:lnTo>
                  <a:pt x="430045" y="200650"/>
                </a:lnTo>
                <a:lnTo>
                  <a:pt x="439977" y="201274"/>
                </a:lnTo>
                <a:lnTo>
                  <a:pt x="449908" y="201164"/>
                </a:lnTo>
                <a:lnTo>
                  <a:pt x="459839" y="219536"/>
                </a:lnTo>
                <a:lnTo>
                  <a:pt x="469771" y="237352"/>
                </a:lnTo>
                <a:lnTo>
                  <a:pt x="479702" y="230232"/>
                </a:lnTo>
                <a:lnTo>
                  <a:pt x="489633" y="209922"/>
                </a:lnTo>
                <a:lnTo>
                  <a:pt x="499565" y="191631"/>
                </a:lnTo>
                <a:lnTo>
                  <a:pt x="509496" y="168248"/>
                </a:lnTo>
                <a:lnTo>
                  <a:pt x="519428" y="147277"/>
                </a:lnTo>
                <a:lnTo>
                  <a:pt x="529359" y="149930"/>
                </a:lnTo>
                <a:lnTo>
                  <a:pt x="539290" y="157785"/>
                </a:lnTo>
                <a:lnTo>
                  <a:pt x="549222" y="134263"/>
                </a:lnTo>
                <a:lnTo>
                  <a:pt x="559153" y="97942"/>
                </a:lnTo>
                <a:lnTo>
                  <a:pt x="569084" y="94651"/>
                </a:lnTo>
                <a:lnTo>
                  <a:pt x="579016" y="114774"/>
                </a:lnTo>
                <a:lnTo>
                  <a:pt x="588947" y="119519"/>
                </a:lnTo>
                <a:lnTo>
                  <a:pt x="598878" y="117083"/>
                </a:lnTo>
                <a:lnTo>
                  <a:pt x="608810" y="134917"/>
                </a:lnTo>
                <a:lnTo>
                  <a:pt x="618741" y="158208"/>
                </a:lnTo>
                <a:lnTo>
                  <a:pt x="628672" y="164946"/>
                </a:lnTo>
                <a:lnTo>
                  <a:pt x="638604" y="174832"/>
                </a:lnTo>
                <a:lnTo>
                  <a:pt x="648535" y="207019"/>
                </a:lnTo>
                <a:lnTo>
                  <a:pt x="658466" y="238090"/>
                </a:lnTo>
                <a:lnTo>
                  <a:pt x="668398" y="244000"/>
                </a:lnTo>
                <a:lnTo>
                  <a:pt x="678329" y="237046"/>
                </a:lnTo>
                <a:lnTo>
                  <a:pt x="688260" y="233848"/>
                </a:lnTo>
                <a:lnTo>
                  <a:pt x="698192" y="230326"/>
                </a:lnTo>
                <a:lnTo>
                  <a:pt x="708123" y="225315"/>
                </a:lnTo>
                <a:lnTo>
                  <a:pt x="718055" y="230235"/>
                </a:lnTo>
                <a:lnTo>
                  <a:pt x="727986" y="242037"/>
                </a:lnTo>
                <a:lnTo>
                  <a:pt x="737917" y="235989"/>
                </a:lnTo>
                <a:lnTo>
                  <a:pt x="747849" y="199324"/>
                </a:lnTo>
                <a:lnTo>
                  <a:pt x="757780" y="155087"/>
                </a:lnTo>
                <a:lnTo>
                  <a:pt x="767711" y="136633"/>
                </a:lnTo>
                <a:lnTo>
                  <a:pt x="777643" y="144311"/>
                </a:lnTo>
                <a:lnTo>
                  <a:pt x="787574" y="147325"/>
                </a:lnTo>
                <a:lnTo>
                  <a:pt x="797505" y="130308"/>
                </a:lnTo>
                <a:lnTo>
                  <a:pt x="807437" y="111400"/>
                </a:lnTo>
                <a:lnTo>
                  <a:pt x="817368" y="107314"/>
                </a:lnTo>
                <a:lnTo>
                  <a:pt x="827299" y="113614"/>
                </a:lnTo>
                <a:lnTo>
                  <a:pt x="837231" y="127163"/>
                </a:lnTo>
                <a:lnTo>
                  <a:pt x="847162" y="149506"/>
                </a:lnTo>
                <a:lnTo>
                  <a:pt x="857093" y="164848"/>
                </a:lnTo>
                <a:lnTo>
                  <a:pt x="867025" y="157920"/>
                </a:lnTo>
                <a:lnTo>
                  <a:pt x="876956" y="149032"/>
                </a:lnTo>
                <a:lnTo>
                  <a:pt x="886887" y="166172"/>
                </a:lnTo>
                <a:lnTo>
                  <a:pt x="896819" y="197790"/>
                </a:lnTo>
                <a:lnTo>
                  <a:pt x="906750" y="218346"/>
                </a:lnTo>
                <a:lnTo>
                  <a:pt x="916682" y="232797"/>
                </a:lnTo>
                <a:lnTo>
                  <a:pt x="926613" y="251342"/>
                </a:lnTo>
                <a:lnTo>
                  <a:pt x="936544" y="256789"/>
                </a:lnTo>
                <a:lnTo>
                  <a:pt x="946476" y="238276"/>
                </a:lnTo>
                <a:lnTo>
                  <a:pt x="956407" y="218668"/>
                </a:lnTo>
                <a:lnTo>
                  <a:pt x="966338" y="217707"/>
                </a:lnTo>
                <a:lnTo>
                  <a:pt x="976270" y="225501"/>
                </a:lnTo>
                <a:lnTo>
                  <a:pt x="986201" y="227795"/>
                </a:lnTo>
                <a:lnTo>
                  <a:pt x="996132" y="222427"/>
                </a:lnTo>
                <a:lnTo>
                  <a:pt x="1006064" y="210645"/>
                </a:lnTo>
                <a:lnTo>
                  <a:pt x="1015995" y="199342"/>
                </a:lnTo>
                <a:lnTo>
                  <a:pt x="1025926" y="196342"/>
                </a:lnTo>
                <a:lnTo>
                  <a:pt x="1035858" y="189890"/>
                </a:lnTo>
                <a:lnTo>
                  <a:pt x="1045789" y="166458"/>
                </a:lnTo>
                <a:lnTo>
                  <a:pt x="1055720" y="148000"/>
                </a:lnTo>
                <a:lnTo>
                  <a:pt x="1065652" y="160367"/>
                </a:lnTo>
                <a:lnTo>
                  <a:pt x="1075583" y="178187"/>
                </a:lnTo>
                <a:lnTo>
                  <a:pt x="1085514" y="164678"/>
                </a:lnTo>
                <a:lnTo>
                  <a:pt x="1095446" y="141029"/>
                </a:lnTo>
                <a:lnTo>
                  <a:pt x="1105377" y="145201"/>
                </a:lnTo>
                <a:lnTo>
                  <a:pt x="1115309" y="157198"/>
                </a:lnTo>
                <a:lnTo>
                  <a:pt x="1125240" y="140336"/>
                </a:lnTo>
                <a:lnTo>
                  <a:pt x="1135171" y="116790"/>
                </a:lnTo>
                <a:lnTo>
                  <a:pt x="1145103" y="128952"/>
                </a:lnTo>
                <a:lnTo>
                  <a:pt x="1155034" y="163783"/>
                </a:lnTo>
                <a:lnTo>
                  <a:pt x="1164965" y="178338"/>
                </a:lnTo>
                <a:lnTo>
                  <a:pt x="1174897" y="166747"/>
                </a:lnTo>
                <a:lnTo>
                  <a:pt x="1184828" y="154769"/>
                </a:lnTo>
                <a:lnTo>
                  <a:pt x="1194759" y="156264"/>
                </a:lnTo>
                <a:lnTo>
                  <a:pt x="1204691" y="165663"/>
                </a:lnTo>
                <a:lnTo>
                  <a:pt x="1214622" y="173803"/>
                </a:lnTo>
                <a:lnTo>
                  <a:pt x="1224553" y="178040"/>
                </a:lnTo>
                <a:lnTo>
                  <a:pt x="1234485" y="186447"/>
                </a:lnTo>
                <a:lnTo>
                  <a:pt x="1244416" y="207537"/>
                </a:lnTo>
                <a:lnTo>
                  <a:pt x="1254347" y="232900"/>
                </a:lnTo>
                <a:lnTo>
                  <a:pt x="1264279" y="246268"/>
                </a:lnTo>
                <a:lnTo>
                  <a:pt x="1274210" y="247671"/>
                </a:lnTo>
                <a:lnTo>
                  <a:pt x="1284141" y="249092"/>
                </a:lnTo>
                <a:lnTo>
                  <a:pt x="1294073" y="254406"/>
                </a:lnTo>
                <a:lnTo>
                  <a:pt x="1304004" y="260413"/>
                </a:lnTo>
                <a:lnTo>
                  <a:pt x="1313936" y="263859"/>
                </a:lnTo>
                <a:lnTo>
                  <a:pt x="1323867" y="258744"/>
                </a:lnTo>
                <a:lnTo>
                  <a:pt x="1333798" y="245059"/>
                </a:lnTo>
                <a:lnTo>
                  <a:pt x="1343730" y="236226"/>
                </a:lnTo>
                <a:lnTo>
                  <a:pt x="1353661" y="235179"/>
                </a:lnTo>
                <a:lnTo>
                  <a:pt x="1363592" y="220962"/>
                </a:lnTo>
                <a:lnTo>
                  <a:pt x="1373524" y="185284"/>
                </a:lnTo>
                <a:lnTo>
                  <a:pt x="1383455" y="153507"/>
                </a:lnTo>
                <a:lnTo>
                  <a:pt x="1393386" y="143441"/>
                </a:lnTo>
                <a:lnTo>
                  <a:pt x="1403318" y="139141"/>
                </a:lnTo>
                <a:lnTo>
                  <a:pt x="1413249" y="125307"/>
                </a:lnTo>
                <a:lnTo>
                  <a:pt x="1423180" y="108091"/>
                </a:lnTo>
                <a:lnTo>
                  <a:pt x="1433112" y="93028"/>
                </a:lnTo>
                <a:lnTo>
                  <a:pt x="1443043" y="82166"/>
                </a:lnTo>
                <a:lnTo>
                  <a:pt x="1452974" y="86568"/>
                </a:lnTo>
                <a:lnTo>
                  <a:pt x="1462906" y="104331"/>
                </a:lnTo>
                <a:lnTo>
                  <a:pt x="1472837" y="110488"/>
                </a:lnTo>
                <a:lnTo>
                  <a:pt x="1482768" y="101503"/>
                </a:lnTo>
                <a:lnTo>
                  <a:pt x="1492700" y="107882"/>
                </a:lnTo>
                <a:lnTo>
                  <a:pt x="1502631" y="135722"/>
                </a:lnTo>
                <a:lnTo>
                  <a:pt x="1512563" y="152445"/>
                </a:lnTo>
                <a:lnTo>
                  <a:pt x="1522494" y="149746"/>
                </a:lnTo>
                <a:lnTo>
                  <a:pt x="1532425" y="153940"/>
                </a:lnTo>
                <a:lnTo>
                  <a:pt x="1542357" y="165120"/>
                </a:lnTo>
                <a:lnTo>
                  <a:pt x="1552288" y="159196"/>
                </a:lnTo>
                <a:lnTo>
                  <a:pt x="1562219" y="147641"/>
                </a:lnTo>
                <a:lnTo>
                  <a:pt x="1572151" y="159721"/>
                </a:lnTo>
                <a:lnTo>
                  <a:pt x="1582082" y="179162"/>
                </a:lnTo>
                <a:lnTo>
                  <a:pt x="1592013" y="172041"/>
                </a:lnTo>
                <a:lnTo>
                  <a:pt x="1601945" y="153073"/>
                </a:lnTo>
                <a:lnTo>
                  <a:pt x="1611876" y="154393"/>
                </a:lnTo>
                <a:lnTo>
                  <a:pt x="1621807" y="160917"/>
                </a:lnTo>
                <a:lnTo>
                  <a:pt x="1631739" y="142516"/>
                </a:lnTo>
                <a:lnTo>
                  <a:pt x="1641670" y="116238"/>
                </a:lnTo>
                <a:lnTo>
                  <a:pt x="1651601" y="117038"/>
                </a:lnTo>
                <a:lnTo>
                  <a:pt x="1661533" y="136517"/>
                </a:lnTo>
                <a:lnTo>
                  <a:pt x="1671464" y="140711"/>
                </a:lnTo>
                <a:lnTo>
                  <a:pt x="1681395" y="126507"/>
                </a:lnTo>
                <a:lnTo>
                  <a:pt x="1691327" y="121035"/>
                </a:lnTo>
                <a:lnTo>
                  <a:pt x="1701258" y="137050"/>
                </a:lnTo>
                <a:lnTo>
                  <a:pt x="1711190" y="157201"/>
                </a:lnTo>
                <a:lnTo>
                  <a:pt x="1721121" y="162154"/>
                </a:lnTo>
                <a:lnTo>
                  <a:pt x="1731052" y="157376"/>
                </a:lnTo>
                <a:lnTo>
                  <a:pt x="1740984" y="162300"/>
                </a:lnTo>
                <a:lnTo>
                  <a:pt x="1750915" y="179877"/>
                </a:lnTo>
                <a:lnTo>
                  <a:pt x="1760846" y="193961"/>
                </a:lnTo>
                <a:lnTo>
                  <a:pt x="1770778" y="197392"/>
                </a:lnTo>
                <a:lnTo>
                  <a:pt x="1780709" y="201811"/>
                </a:lnTo>
                <a:lnTo>
                  <a:pt x="1790640" y="214052"/>
                </a:lnTo>
                <a:lnTo>
                  <a:pt x="1800572" y="222607"/>
                </a:lnTo>
                <a:lnTo>
                  <a:pt x="1810503" y="214796"/>
                </a:lnTo>
                <a:lnTo>
                  <a:pt x="1820434" y="193956"/>
                </a:lnTo>
                <a:lnTo>
                  <a:pt x="1830366" y="175895"/>
                </a:lnTo>
                <a:lnTo>
                  <a:pt x="1840297" y="173700"/>
                </a:lnTo>
                <a:lnTo>
                  <a:pt x="1850228" y="183555"/>
                </a:lnTo>
                <a:lnTo>
                  <a:pt x="1860160" y="188412"/>
                </a:lnTo>
                <a:lnTo>
                  <a:pt x="1870091" y="183720"/>
                </a:lnTo>
                <a:lnTo>
                  <a:pt x="1880023" y="185898"/>
                </a:lnTo>
                <a:lnTo>
                  <a:pt x="1889954" y="200009"/>
                </a:lnTo>
                <a:lnTo>
                  <a:pt x="1899885" y="202486"/>
                </a:lnTo>
                <a:lnTo>
                  <a:pt x="1909817" y="180109"/>
                </a:lnTo>
                <a:lnTo>
                  <a:pt x="1919748" y="159591"/>
                </a:lnTo>
                <a:lnTo>
                  <a:pt x="1929679" y="170714"/>
                </a:lnTo>
                <a:lnTo>
                  <a:pt x="1939611" y="204924"/>
                </a:lnTo>
                <a:lnTo>
                  <a:pt x="1949542" y="233149"/>
                </a:lnTo>
                <a:lnTo>
                  <a:pt x="1959473" y="240571"/>
                </a:lnTo>
                <a:lnTo>
                  <a:pt x="1969405" y="231184"/>
                </a:lnTo>
                <a:lnTo>
                  <a:pt x="1979336" y="222742"/>
                </a:lnTo>
                <a:lnTo>
                  <a:pt x="1989267" y="237330"/>
                </a:lnTo>
                <a:lnTo>
                  <a:pt x="1999199" y="270268"/>
                </a:lnTo>
                <a:lnTo>
                  <a:pt x="2009130" y="281942"/>
                </a:lnTo>
                <a:lnTo>
                  <a:pt x="2019061" y="252265"/>
                </a:lnTo>
                <a:lnTo>
                  <a:pt x="2028993" y="219066"/>
                </a:lnTo>
                <a:lnTo>
                  <a:pt x="2038924" y="223502"/>
                </a:lnTo>
                <a:lnTo>
                  <a:pt x="2048855" y="245841"/>
                </a:lnTo>
                <a:lnTo>
                  <a:pt x="2058787" y="240758"/>
                </a:lnTo>
                <a:lnTo>
                  <a:pt x="2068718" y="210259"/>
                </a:lnTo>
                <a:lnTo>
                  <a:pt x="2078650" y="192584"/>
                </a:lnTo>
                <a:lnTo>
                  <a:pt x="2088581" y="196269"/>
                </a:lnTo>
                <a:lnTo>
                  <a:pt x="2098512" y="192547"/>
                </a:lnTo>
                <a:lnTo>
                  <a:pt x="2108444" y="167384"/>
                </a:lnTo>
                <a:lnTo>
                  <a:pt x="2118375" y="141990"/>
                </a:lnTo>
                <a:lnTo>
                  <a:pt x="2128306" y="138483"/>
                </a:lnTo>
                <a:lnTo>
                  <a:pt x="2138238" y="152829"/>
                </a:lnTo>
                <a:lnTo>
                  <a:pt x="2148169" y="168325"/>
                </a:lnTo>
                <a:lnTo>
                  <a:pt x="2158100" y="177328"/>
                </a:lnTo>
                <a:lnTo>
                  <a:pt x="2168032" y="182708"/>
                </a:lnTo>
                <a:lnTo>
                  <a:pt x="2177963" y="189404"/>
                </a:lnTo>
                <a:lnTo>
                  <a:pt x="2187894" y="199477"/>
                </a:lnTo>
                <a:lnTo>
                  <a:pt x="2197826" y="210246"/>
                </a:lnTo>
                <a:lnTo>
                  <a:pt x="2207757" y="218904"/>
                </a:lnTo>
                <a:lnTo>
                  <a:pt x="2217688" y="230198"/>
                </a:lnTo>
                <a:lnTo>
                  <a:pt x="2227620" y="247369"/>
                </a:lnTo>
                <a:lnTo>
                  <a:pt x="2237551" y="255089"/>
                </a:lnTo>
                <a:lnTo>
                  <a:pt x="2247482" y="236405"/>
                </a:lnTo>
                <a:lnTo>
                  <a:pt x="2257414" y="209496"/>
                </a:lnTo>
                <a:lnTo>
                  <a:pt x="2267345" y="210095"/>
                </a:lnTo>
                <a:lnTo>
                  <a:pt x="2277277" y="230448"/>
                </a:lnTo>
                <a:lnTo>
                  <a:pt x="2287208" y="223828"/>
                </a:lnTo>
                <a:lnTo>
                  <a:pt x="2297139" y="180853"/>
                </a:lnTo>
                <a:lnTo>
                  <a:pt x="2307071" y="145543"/>
                </a:lnTo>
                <a:lnTo>
                  <a:pt x="2317002" y="140540"/>
                </a:lnTo>
                <a:lnTo>
                  <a:pt x="2326933" y="135430"/>
                </a:lnTo>
                <a:lnTo>
                  <a:pt x="2336865" y="107186"/>
                </a:lnTo>
                <a:lnTo>
                  <a:pt x="2346796" y="76374"/>
                </a:lnTo>
                <a:lnTo>
                  <a:pt x="2356727" y="66030"/>
                </a:lnTo>
                <a:lnTo>
                  <a:pt x="2366659" y="70672"/>
                </a:lnTo>
                <a:lnTo>
                  <a:pt x="2376590" y="77029"/>
                </a:lnTo>
                <a:lnTo>
                  <a:pt x="2386521" y="80964"/>
                </a:lnTo>
                <a:lnTo>
                  <a:pt x="2396453" y="81872"/>
                </a:lnTo>
                <a:lnTo>
                  <a:pt x="2406384" y="82801"/>
                </a:lnTo>
                <a:lnTo>
                  <a:pt x="2416315" y="90512"/>
                </a:lnTo>
                <a:lnTo>
                  <a:pt x="2426247" y="107314"/>
                </a:lnTo>
                <a:lnTo>
                  <a:pt x="2436178" y="133910"/>
                </a:lnTo>
                <a:lnTo>
                  <a:pt x="2446109" y="171179"/>
                </a:lnTo>
                <a:lnTo>
                  <a:pt x="2456041" y="203954"/>
                </a:lnTo>
                <a:lnTo>
                  <a:pt x="2465972" y="210392"/>
                </a:lnTo>
                <a:lnTo>
                  <a:pt x="2475904" y="204695"/>
                </a:lnTo>
                <a:lnTo>
                  <a:pt x="2485835" y="225662"/>
                </a:lnTo>
                <a:lnTo>
                  <a:pt x="2495766" y="267195"/>
                </a:lnTo>
                <a:lnTo>
                  <a:pt x="2505698" y="282577"/>
                </a:lnTo>
                <a:lnTo>
                  <a:pt x="2515629" y="269862"/>
                </a:lnTo>
                <a:lnTo>
                  <a:pt x="2525560" y="273761"/>
                </a:lnTo>
                <a:lnTo>
                  <a:pt x="2535492" y="293876"/>
                </a:lnTo>
                <a:lnTo>
                  <a:pt x="2545423" y="283689"/>
                </a:lnTo>
                <a:lnTo>
                  <a:pt x="2555354" y="247850"/>
                </a:lnTo>
                <a:lnTo>
                  <a:pt x="2565286" y="240957"/>
                </a:lnTo>
                <a:lnTo>
                  <a:pt x="2575217" y="263773"/>
                </a:lnTo>
                <a:lnTo>
                  <a:pt x="2585148" y="259753"/>
                </a:lnTo>
                <a:lnTo>
                  <a:pt x="2595080" y="218756"/>
                </a:lnTo>
                <a:lnTo>
                  <a:pt x="2605011" y="191924"/>
                </a:lnTo>
                <a:lnTo>
                  <a:pt x="2614942" y="201416"/>
                </a:lnTo>
                <a:lnTo>
                  <a:pt x="2624874" y="214517"/>
                </a:lnTo>
                <a:lnTo>
                  <a:pt x="2634805" y="206190"/>
                </a:lnTo>
                <a:lnTo>
                  <a:pt x="2644736" y="185524"/>
                </a:lnTo>
                <a:lnTo>
                  <a:pt x="2654668" y="166053"/>
                </a:lnTo>
                <a:lnTo>
                  <a:pt x="2664599" y="152780"/>
                </a:lnTo>
                <a:lnTo>
                  <a:pt x="2674531" y="147601"/>
                </a:lnTo>
                <a:lnTo>
                  <a:pt x="2684462" y="144494"/>
                </a:lnTo>
                <a:lnTo>
                  <a:pt x="2694393" y="136589"/>
                </a:lnTo>
                <a:lnTo>
                  <a:pt x="2704325" y="132060"/>
                </a:lnTo>
                <a:lnTo>
                  <a:pt x="2714256" y="137196"/>
                </a:lnTo>
                <a:lnTo>
                  <a:pt x="2724187" y="134349"/>
                </a:lnTo>
                <a:lnTo>
                  <a:pt x="2734119" y="111830"/>
                </a:lnTo>
                <a:lnTo>
                  <a:pt x="2744050" y="96413"/>
                </a:lnTo>
                <a:lnTo>
                  <a:pt x="2753981" y="113044"/>
                </a:lnTo>
                <a:lnTo>
                  <a:pt x="2763913" y="135055"/>
                </a:lnTo>
                <a:lnTo>
                  <a:pt x="2773844" y="123436"/>
                </a:lnTo>
                <a:lnTo>
                  <a:pt x="2783775" y="93504"/>
                </a:lnTo>
                <a:lnTo>
                  <a:pt x="2793707" y="89567"/>
                </a:lnTo>
                <a:lnTo>
                  <a:pt x="2803638" y="111452"/>
                </a:lnTo>
                <a:lnTo>
                  <a:pt x="2813569" y="121238"/>
                </a:lnTo>
                <a:lnTo>
                  <a:pt x="2823501" y="111209"/>
                </a:lnTo>
                <a:lnTo>
                  <a:pt x="2833432" y="110577"/>
                </a:lnTo>
                <a:lnTo>
                  <a:pt x="2843363" y="129207"/>
                </a:lnTo>
                <a:lnTo>
                  <a:pt x="2853295" y="145316"/>
                </a:lnTo>
                <a:lnTo>
                  <a:pt x="2863226" y="148974"/>
                </a:lnTo>
                <a:lnTo>
                  <a:pt x="2873158" y="152023"/>
                </a:lnTo>
                <a:lnTo>
                  <a:pt x="2883089" y="154413"/>
                </a:lnTo>
                <a:lnTo>
                  <a:pt x="2893020" y="144138"/>
                </a:lnTo>
                <a:lnTo>
                  <a:pt x="2902952" y="130507"/>
                </a:lnTo>
                <a:lnTo>
                  <a:pt x="2912883" y="135013"/>
                </a:lnTo>
                <a:lnTo>
                  <a:pt x="2922814" y="149669"/>
                </a:lnTo>
                <a:lnTo>
                  <a:pt x="2932746" y="146041"/>
                </a:lnTo>
                <a:lnTo>
                  <a:pt x="2942677" y="125095"/>
                </a:lnTo>
                <a:lnTo>
                  <a:pt x="2952608" y="117793"/>
                </a:lnTo>
                <a:lnTo>
                  <a:pt x="2962540" y="135438"/>
                </a:lnTo>
                <a:lnTo>
                  <a:pt x="2972471" y="155161"/>
                </a:lnTo>
                <a:lnTo>
                  <a:pt x="2982402" y="156369"/>
                </a:lnTo>
                <a:lnTo>
                  <a:pt x="2992334" y="143819"/>
                </a:lnTo>
                <a:lnTo>
                  <a:pt x="3002265" y="134433"/>
                </a:lnTo>
                <a:lnTo>
                  <a:pt x="3012196" y="139808"/>
                </a:lnTo>
                <a:lnTo>
                  <a:pt x="3022128" y="158108"/>
                </a:lnTo>
                <a:lnTo>
                  <a:pt x="3032059" y="173513"/>
                </a:lnTo>
                <a:lnTo>
                  <a:pt x="3041990" y="172726"/>
                </a:lnTo>
                <a:lnTo>
                  <a:pt x="3051922" y="165253"/>
                </a:lnTo>
                <a:lnTo>
                  <a:pt x="3061853" y="173404"/>
                </a:lnTo>
                <a:lnTo>
                  <a:pt x="3071785" y="201928"/>
                </a:lnTo>
                <a:lnTo>
                  <a:pt x="3081716" y="231984"/>
                </a:lnTo>
                <a:lnTo>
                  <a:pt x="3091647" y="243269"/>
                </a:lnTo>
                <a:lnTo>
                  <a:pt x="3101579" y="232273"/>
                </a:lnTo>
                <a:lnTo>
                  <a:pt x="3111510" y="215389"/>
                </a:lnTo>
                <a:lnTo>
                  <a:pt x="3121441" y="216926"/>
                </a:lnTo>
                <a:lnTo>
                  <a:pt x="3131373" y="240088"/>
                </a:lnTo>
                <a:lnTo>
                  <a:pt x="3141304" y="254958"/>
                </a:lnTo>
                <a:lnTo>
                  <a:pt x="3151235" y="238788"/>
                </a:lnTo>
                <a:lnTo>
                  <a:pt x="3161167" y="214572"/>
                </a:lnTo>
                <a:lnTo>
                  <a:pt x="3171098" y="213550"/>
                </a:lnTo>
                <a:lnTo>
                  <a:pt x="3181029" y="219583"/>
                </a:lnTo>
                <a:lnTo>
                  <a:pt x="3190961" y="201309"/>
                </a:lnTo>
                <a:lnTo>
                  <a:pt x="3200892" y="176658"/>
                </a:lnTo>
                <a:lnTo>
                  <a:pt x="3210823" y="181098"/>
                </a:lnTo>
                <a:lnTo>
                  <a:pt x="3220755" y="193355"/>
                </a:lnTo>
                <a:lnTo>
                  <a:pt x="3230686" y="167684"/>
                </a:lnTo>
                <a:lnTo>
                  <a:pt x="3240617" y="122422"/>
                </a:lnTo>
                <a:lnTo>
                  <a:pt x="3250549" y="115573"/>
                </a:lnTo>
                <a:lnTo>
                  <a:pt x="3260480" y="144805"/>
                </a:lnTo>
                <a:lnTo>
                  <a:pt x="3270412" y="153922"/>
                </a:lnTo>
                <a:lnTo>
                  <a:pt x="3280343" y="131687"/>
                </a:lnTo>
                <a:lnTo>
                  <a:pt x="3290274" y="124882"/>
                </a:lnTo>
                <a:lnTo>
                  <a:pt x="3300206" y="153084"/>
                </a:lnTo>
                <a:lnTo>
                  <a:pt x="3310137" y="180076"/>
                </a:lnTo>
                <a:lnTo>
                  <a:pt x="3320068" y="177107"/>
                </a:lnTo>
                <a:lnTo>
                  <a:pt x="3330000" y="162404"/>
                </a:lnTo>
                <a:lnTo>
                  <a:pt x="3339931" y="166417"/>
                </a:lnTo>
                <a:lnTo>
                  <a:pt x="3349862" y="187600"/>
                </a:lnTo>
                <a:lnTo>
                  <a:pt x="3359794" y="196574"/>
                </a:lnTo>
                <a:lnTo>
                  <a:pt x="3369725" y="181324"/>
                </a:lnTo>
                <a:lnTo>
                  <a:pt x="3379656" y="173567"/>
                </a:lnTo>
                <a:lnTo>
                  <a:pt x="3389588" y="202317"/>
                </a:lnTo>
                <a:lnTo>
                  <a:pt x="3399519" y="233029"/>
                </a:lnTo>
                <a:lnTo>
                  <a:pt x="3409450" y="211076"/>
                </a:lnTo>
                <a:lnTo>
                  <a:pt x="3419382" y="159082"/>
                </a:lnTo>
                <a:lnTo>
                  <a:pt x="3429313" y="147958"/>
                </a:lnTo>
                <a:lnTo>
                  <a:pt x="3439245" y="175477"/>
                </a:lnTo>
                <a:lnTo>
                  <a:pt x="3449176" y="176813"/>
                </a:lnTo>
                <a:lnTo>
                  <a:pt x="3459107" y="149322"/>
                </a:lnTo>
                <a:lnTo>
                  <a:pt x="3469039" y="147975"/>
                </a:lnTo>
                <a:lnTo>
                  <a:pt x="3478970" y="167877"/>
                </a:lnTo>
                <a:lnTo>
                  <a:pt x="3488901" y="157822"/>
                </a:lnTo>
                <a:lnTo>
                  <a:pt x="3498833" y="130087"/>
                </a:lnTo>
                <a:lnTo>
                  <a:pt x="3508764" y="132613"/>
                </a:lnTo>
                <a:lnTo>
                  <a:pt x="3518695" y="150278"/>
                </a:lnTo>
                <a:lnTo>
                  <a:pt x="3528627" y="149394"/>
                </a:lnTo>
                <a:lnTo>
                  <a:pt x="3538558" y="157670"/>
                </a:lnTo>
                <a:lnTo>
                  <a:pt x="3548489" y="195542"/>
                </a:lnTo>
                <a:lnTo>
                  <a:pt x="3558421" y="216025"/>
                </a:lnTo>
                <a:lnTo>
                  <a:pt x="3568352" y="202112"/>
                </a:lnTo>
                <a:lnTo>
                  <a:pt x="3578283" y="212557"/>
                </a:lnTo>
                <a:lnTo>
                  <a:pt x="3588215" y="261556"/>
                </a:lnTo>
                <a:lnTo>
                  <a:pt x="3598146" y="284162"/>
                </a:lnTo>
                <a:lnTo>
                  <a:pt x="3608077" y="267026"/>
                </a:lnTo>
                <a:lnTo>
                  <a:pt x="3618009" y="268330"/>
                </a:lnTo>
                <a:lnTo>
                  <a:pt x="3627940" y="288855"/>
                </a:lnTo>
                <a:lnTo>
                  <a:pt x="3637872" y="275410"/>
                </a:lnTo>
                <a:lnTo>
                  <a:pt x="3647803" y="242995"/>
                </a:lnTo>
                <a:lnTo>
                  <a:pt x="3657734" y="242833"/>
                </a:lnTo>
                <a:lnTo>
                  <a:pt x="3667666" y="247382"/>
                </a:lnTo>
                <a:lnTo>
                  <a:pt x="3677597" y="208240"/>
                </a:lnTo>
                <a:lnTo>
                  <a:pt x="3687528" y="161620"/>
                </a:lnTo>
                <a:lnTo>
                  <a:pt x="3697460" y="151457"/>
                </a:lnTo>
                <a:lnTo>
                  <a:pt x="3707391" y="139722"/>
                </a:lnTo>
                <a:lnTo>
                  <a:pt x="3717322" y="96638"/>
                </a:lnTo>
                <a:lnTo>
                  <a:pt x="3727254" y="68425"/>
                </a:lnTo>
                <a:lnTo>
                  <a:pt x="3737185" y="77102"/>
                </a:lnTo>
                <a:lnTo>
                  <a:pt x="3747116" y="75785"/>
                </a:lnTo>
                <a:lnTo>
                  <a:pt x="3757048" y="51657"/>
                </a:lnTo>
                <a:lnTo>
                  <a:pt x="3766979" y="45915"/>
                </a:lnTo>
                <a:lnTo>
                  <a:pt x="3776910" y="56346"/>
                </a:lnTo>
                <a:lnTo>
                  <a:pt x="3786842" y="48611"/>
                </a:lnTo>
                <a:lnTo>
                  <a:pt x="3796773" y="48742"/>
                </a:lnTo>
                <a:lnTo>
                  <a:pt x="3806704" y="97568"/>
                </a:lnTo>
                <a:lnTo>
                  <a:pt x="3816636" y="151281"/>
                </a:lnTo>
                <a:lnTo>
                  <a:pt x="3826567" y="147177"/>
                </a:lnTo>
                <a:lnTo>
                  <a:pt x="3836499" y="118268"/>
                </a:lnTo>
                <a:lnTo>
                  <a:pt x="3846430" y="136779"/>
                </a:lnTo>
                <a:lnTo>
                  <a:pt x="3856361" y="196539"/>
                </a:lnTo>
                <a:lnTo>
                  <a:pt x="3866293" y="237602"/>
                </a:lnTo>
                <a:lnTo>
                  <a:pt x="3876224" y="241311"/>
                </a:lnTo>
                <a:lnTo>
                  <a:pt x="3886155" y="238846"/>
                </a:lnTo>
                <a:lnTo>
                  <a:pt x="3896087" y="256502"/>
                </a:lnTo>
                <a:lnTo>
                  <a:pt x="3906018" y="285540"/>
                </a:lnTo>
                <a:lnTo>
                  <a:pt x="3915949" y="295556"/>
                </a:lnTo>
                <a:lnTo>
                  <a:pt x="3925881" y="277842"/>
                </a:lnTo>
                <a:lnTo>
                  <a:pt x="3935812" y="267466"/>
                </a:lnTo>
                <a:lnTo>
                  <a:pt x="3945743" y="290440"/>
                </a:lnTo>
                <a:lnTo>
                  <a:pt x="3955675" y="310657"/>
                </a:lnTo>
                <a:lnTo>
                  <a:pt x="3965606" y="285097"/>
                </a:lnTo>
                <a:lnTo>
                  <a:pt x="3975537" y="241008"/>
                </a:lnTo>
                <a:lnTo>
                  <a:pt x="3985469" y="230070"/>
                </a:lnTo>
                <a:lnTo>
                  <a:pt x="3995400" y="243494"/>
                </a:lnTo>
                <a:lnTo>
                  <a:pt x="4005331" y="242557"/>
                </a:lnTo>
                <a:lnTo>
                  <a:pt x="4015263" y="230252"/>
                </a:lnTo>
                <a:lnTo>
                  <a:pt x="4025194" y="228375"/>
                </a:lnTo>
                <a:lnTo>
                  <a:pt x="4035126" y="228300"/>
                </a:lnTo>
                <a:lnTo>
                  <a:pt x="4045057" y="215625"/>
                </a:lnTo>
                <a:lnTo>
                  <a:pt x="4054988" y="201093"/>
                </a:lnTo>
                <a:lnTo>
                  <a:pt x="4064920" y="195590"/>
                </a:lnTo>
                <a:lnTo>
                  <a:pt x="4074851" y="193644"/>
                </a:lnTo>
                <a:lnTo>
                  <a:pt x="4084782" y="192319"/>
                </a:lnTo>
                <a:lnTo>
                  <a:pt x="4094714" y="192447"/>
                </a:lnTo>
                <a:lnTo>
                  <a:pt x="4104645" y="188472"/>
                </a:lnTo>
                <a:lnTo>
                  <a:pt x="4114576" y="181465"/>
                </a:lnTo>
                <a:lnTo>
                  <a:pt x="4124508" y="180706"/>
                </a:lnTo>
                <a:lnTo>
                  <a:pt x="4134439" y="181973"/>
                </a:lnTo>
                <a:lnTo>
                  <a:pt x="4144370" y="175662"/>
                </a:lnTo>
                <a:lnTo>
                  <a:pt x="4154302" y="169464"/>
                </a:lnTo>
                <a:lnTo>
                  <a:pt x="4164233" y="166887"/>
                </a:lnTo>
                <a:lnTo>
                  <a:pt x="4174164" y="150927"/>
                </a:lnTo>
                <a:lnTo>
                  <a:pt x="4184096" y="126762"/>
                </a:lnTo>
                <a:lnTo>
                  <a:pt x="4194027" y="132895"/>
                </a:lnTo>
                <a:lnTo>
                  <a:pt x="4203958" y="173686"/>
                </a:lnTo>
                <a:lnTo>
                  <a:pt x="4213890" y="203480"/>
                </a:lnTo>
                <a:lnTo>
                  <a:pt x="4223821" y="204564"/>
                </a:lnTo>
                <a:lnTo>
                  <a:pt x="4233753" y="205337"/>
                </a:lnTo>
                <a:lnTo>
                  <a:pt x="4243684" y="209750"/>
                </a:lnTo>
                <a:lnTo>
                  <a:pt x="4253615" y="197846"/>
                </a:lnTo>
                <a:lnTo>
                  <a:pt x="4263547" y="193376"/>
                </a:lnTo>
                <a:lnTo>
                  <a:pt x="4273478" y="232787"/>
                </a:lnTo>
                <a:lnTo>
                  <a:pt x="4283409" y="281707"/>
                </a:lnTo>
                <a:lnTo>
                  <a:pt x="4293341" y="280332"/>
                </a:lnTo>
                <a:lnTo>
                  <a:pt x="4303272" y="245106"/>
                </a:lnTo>
                <a:lnTo>
                  <a:pt x="4313203" y="234206"/>
                </a:lnTo>
                <a:lnTo>
                  <a:pt x="4323135" y="250470"/>
                </a:lnTo>
                <a:lnTo>
                  <a:pt x="4333066" y="258366"/>
                </a:lnTo>
                <a:lnTo>
                  <a:pt x="4342997" y="251183"/>
                </a:lnTo>
                <a:lnTo>
                  <a:pt x="4352929" y="239218"/>
                </a:lnTo>
                <a:lnTo>
                  <a:pt x="4362860" y="221208"/>
                </a:lnTo>
                <a:lnTo>
                  <a:pt x="4372791" y="204684"/>
                </a:lnTo>
                <a:lnTo>
                  <a:pt x="4382723" y="201207"/>
                </a:lnTo>
                <a:lnTo>
                  <a:pt x="4392654" y="192802"/>
                </a:lnTo>
                <a:lnTo>
                  <a:pt x="4402585" y="161683"/>
                </a:lnTo>
                <a:lnTo>
                  <a:pt x="4412517" y="136048"/>
                </a:lnTo>
                <a:lnTo>
                  <a:pt x="4422448" y="143849"/>
                </a:lnTo>
                <a:lnTo>
                  <a:pt x="4432380" y="158077"/>
                </a:lnTo>
                <a:lnTo>
                  <a:pt x="4442311" y="148826"/>
                </a:lnTo>
                <a:lnTo>
                  <a:pt x="4452242" y="137442"/>
                </a:lnTo>
                <a:lnTo>
                  <a:pt x="4462174" y="145367"/>
                </a:lnTo>
                <a:lnTo>
                  <a:pt x="4472105" y="153348"/>
                </a:lnTo>
                <a:lnTo>
                  <a:pt x="4482036" y="154077"/>
                </a:lnTo>
                <a:lnTo>
                  <a:pt x="4491968" y="173237"/>
                </a:lnTo>
                <a:lnTo>
                  <a:pt x="4501899" y="208811"/>
                </a:lnTo>
                <a:lnTo>
                  <a:pt x="4511830" y="223998"/>
                </a:lnTo>
                <a:lnTo>
                  <a:pt x="4521762" y="214078"/>
                </a:lnTo>
                <a:lnTo>
                  <a:pt x="4531693" y="208254"/>
                </a:lnTo>
                <a:lnTo>
                  <a:pt x="4541624" y="210673"/>
                </a:lnTo>
                <a:lnTo>
                  <a:pt x="4551556" y="207723"/>
                </a:lnTo>
                <a:lnTo>
                  <a:pt x="4561487" y="209232"/>
                </a:lnTo>
                <a:lnTo>
                  <a:pt x="4571418" y="219583"/>
                </a:lnTo>
                <a:lnTo>
                  <a:pt x="4581350" y="209539"/>
                </a:lnTo>
                <a:lnTo>
                  <a:pt x="4591281" y="172472"/>
                </a:lnTo>
                <a:lnTo>
                  <a:pt x="4601212" y="151984"/>
                </a:lnTo>
                <a:lnTo>
                  <a:pt x="4611144" y="164807"/>
                </a:lnTo>
                <a:lnTo>
                  <a:pt x="4621075" y="163876"/>
                </a:lnTo>
                <a:lnTo>
                  <a:pt x="4631007" y="121048"/>
                </a:lnTo>
                <a:lnTo>
                  <a:pt x="4640938" y="74669"/>
                </a:lnTo>
                <a:lnTo>
                  <a:pt x="4650869" y="58675"/>
                </a:lnTo>
                <a:lnTo>
                  <a:pt x="4660801" y="54398"/>
                </a:lnTo>
                <a:lnTo>
                  <a:pt x="4670732" y="40427"/>
                </a:lnTo>
                <a:lnTo>
                  <a:pt x="4680663" y="26889"/>
                </a:lnTo>
                <a:lnTo>
                  <a:pt x="4690595" y="22904"/>
                </a:lnTo>
                <a:lnTo>
                  <a:pt x="4700526" y="22860"/>
                </a:lnTo>
                <a:lnTo>
                  <a:pt x="4710457" y="28745"/>
                </a:lnTo>
                <a:lnTo>
                  <a:pt x="4720389" y="43617"/>
                </a:lnTo>
                <a:lnTo>
                  <a:pt x="4730320" y="54286"/>
                </a:lnTo>
                <a:lnTo>
                  <a:pt x="4740251" y="56282"/>
                </a:lnTo>
                <a:lnTo>
                  <a:pt x="4750183" y="72531"/>
                </a:lnTo>
                <a:lnTo>
                  <a:pt x="4760114" y="114787"/>
                </a:lnTo>
                <a:lnTo>
                  <a:pt x="4770045" y="156257"/>
                </a:lnTo>
                <a:lnTo>
                  <a:pt x="4779977" y="172697"/>
                </a:lnTo>
                <a:lnTo>
                  <a:pt x="4789908" y="180572"/>
                </a:lnTo>
                <a:lnTo>
                  <a:pt x="4799839" y="206171"/>
                </a:lnTo>
                <a:lnTo>
                  <a:pt x="4809771" y="242341"/>
                </a:lnTo>
                <a:lnTo>
                  <a:pt x="4819702" y="262586"/>
                </a:lnTo>
                <a:lnTo>
                  <a:pt x="4829634" y="262435"/>
                </a:lnTo>
                <a:lnTo>
                  <a:pt x="4839565" y="262332"/>
                </a:lnTo>
                <a:lnTo>
                  <a:pt x="4849496" y="271760"/>
                </a:lnTo>
                <a:lnTo>
                  <a:pt x="4859428" y="272324"/>
                </a:lnTo>
                <a:lnTo>
                  <a:pt x="4869359" y="250157"/>
                </a:lnTo>
                <a:lnTo>
                  <a:pt x="4879290" y="227328"/>
                </a:lnTo>
                <a:lnTo>
                  <a:pt x="4889222" y="230988"/>
                </a:lnTo>
                <a:lnTo>
                  <a:pt x="4899153" y="243953"/>
                </a:lnTo>
                <a:lnTo>
                  <a:pt x="4909084" y="228918"/>
                </a:lnTo>
                <a:lnTo>
                  <a:pt x="4919016" y="191816"/>
                </a:lnTo>
                <a:lnTo>
                  <a:pt x="4928947" y="167810"/>
                </a:lnTo>
                <a:lnTo>
                  <a:pt x="4938878" y="155836"/>
                </a:lnTo>
                <a:lnTo>
                  <a:pt x="4948810" y="130118"/>
                </a:lnTo>
                <a:lnTo>
                  <a:pt x="4958741" y="101870"/>
                </a:lnTo>
                <a:lnTo>
                  <a:pt x="4968672" y="98765"/>
                </a:lnTo>
                <a:lnTo>
                  <a:pt x="4978604" y="103167"/>
                </a:lnTo>
                <a:lnTo>
                  <a:pt x="4988535" y="85883"/>
                </a:lnTo>
                <a:lnTo>
                  <a:pt x="4998466" y="72102"/>
                </a:lnTo>
                <a:lnTo>
                  <a:pt x="5008398" y="94210"/>
                </a:lnTo>
                <a:lnTo>
                  <a:pt x="5018329" y="118199"/>
                </a:lnTo>
                <a:lnTo>
                  <a:pt x="5028261" y="101664"/>
                </a:lnTo>
                <a:lnTo>
                  <a:pt x="5038192" y="79578"/>
                </a:lnTo>
                <a:lnTo>
                  <a:pt x="5048123" y="105400"/>
                </a:lnTo>
                <a:lnTo>
                  <a:pt x="5058055" y="154516"/>
                </a:lnTo>
                <a:lnTo>
                  <a:pt x="5067986" y="170516"/>
                </a:lnTo>
                <a:lnTo>
                  <a:pt x="5077917" y="160685"/>
                </a:lnTo>
                <a:lnTo>
                  <a:pt x="5087849" y="169207"/>
                </a:lnTo>
                <a:lnTo>
                  <a:pt x="5097780" y="198873"/>
                </a:lnTo>
              </a:path>
            </a:pathLst>
          </a:custGeom>
          <a:solidFill>
            <a:srgbClr val="FFFFFF">
              <a:alpha val="0"/>
            </a:srgbClr>
          </a:solidFill>
          <a:ln w="13335" cap="rnd">
            <a:solidFill>
              <a:srgbClr val="007C83"/>
            </a:solidFill>
            <a:prstDash val="dash"/>
          </a:ln>
        </p:spPr>
      </p:sp>
      <p:sp>
        <p:nvSpPr>
          <p:cNvPr id="16" name="Text 14"/>
          <p:cNvSpPr/>
          <p:nvPr/>
        </p:nvSpPr>
        <p:spPr>
          <a:xfrm>
            <a:off x="484632" y="2999232"/>
            <a:ext cx="347472" cy="192024"/>
          </a:xfrm>
          <a:prstGeom prst="rect">
            <a:avLst/>
          </a:prstGeom>
          <a:noFill/>
          <a:ln/>
        </p:spPr>
        <p:txBody>
          <a:bodyPr wrap="square" lIns="0" tIns="0" rIns="0" bIns="0" rtlCol="0" anchor="t"/>
          <a:lstStyle/>
          <a:p>
            <a:pPr algn="r" indent="0" marL="0">
              <a:lnSpc>
                <a:spcPct val="100000"/>
              </a:lnSpc>
              <a:buNone/>
            </a:pPr>
            <a:r>
              <a:rPr lang="ko-KR" altLang="en-US" sz="850" dirty="0">
                <a:solidFill>
                  <a:srgbClr val="647986"/>
                </a:solidFill>
                <a:latin typeface="Pretendard" pitchFamily="34" charset="0"/>
                <a:ea typeface="Pretendard" pitchFamily="34" charset="-122"/>
                <a:cs typeface="Pretendard" pitchFamily="34" charset="-120"/>
              </a:rPr>
              <a:t>-4.5</a:t>
            </a:r>
            <a:endParaRPr lang="ko-KR" sz="850" dirty="0"/>
          </a:p>
        </p:txBody>
      </p:sp>
      <p:sp>
        <p:nvSpPr>
          <p:cNvPr id="17" name="Text 15"/>
          <p:cNvSpPr/>
          <p:nvPr/>
        </p:nvSpPr>
        <p:spPr>
          <a:xfrm>
            <a:off x="484632" y="2816352"/>
            <a:ext cx="347472" cy="192024"/>
          </a:xfrm>
          <a:prstGeom prst="rect">
            <a:avLst/>
          </a:prstGeom>
          <a:noFill/>
          <a:ln/>
        </p:spPr>
        <p:txBody>
          <a:bodyPr wrap="square" lIns="0" tIns="0" rIns="0" bIns="0" rtlCol="0" anchor="t"/>
          <a:lstStyle/>
          <a:p>
            <a:pPr algn="r" indent="0" marL="0">
              <a:lnSpc>
                <a:spcPct val="100000"/>
              </a:lnSpc>
              <a:buNone/>
            </a:pPr>
            <a:r>
              <a:rPr lang="ko-KR" altLang="en-US" sz="850" dirty="0">
                <a:solidFill>
                  <a:srgbClr val="647986"/>
                </a:solidFill>
                <a:latin typeface="Pretendard" pitchFamily="34" charset="0"/>
                <a:ea typeface="Pretendard" pitchFamily="34" charset="-122"/>
                <a:cs typeface="Pretendard" pitchFamily="34" charset="-120"/>
              </a:rPr>
              <a:t>0.0</a:t>
            </a:r>
            <a:endParaRPr lang="ko-KR" sz="850" dirty="0"/>
          </a:p>
        </p:txBody>
      </p:sp>
      <p:sp>
        <p:nvSpPr>
          <p:cNvPr id="18" name="Text 16"/>
          <p:cNvSpPr/>
          <p:nvPr/>
        </p:nvSpPr>
        <p:spPr>
          <a:xfrm>
            <a:off x="484632" y="2633472"/>
            <a:ext cx="347472" cy="192024"/>
          </a:xfrm>
          <a:prstGeom prst="rect">
            <a:avLst/>
          </a:prstGeom>
          <a:noFill/>
          <a:ln/>
        </p:spPr>
        <p:txBody>
          <a:bodyPr wrap="square" lIns="0" tIns="0" rIns="0" bIns="0" rtlCol="0" anchor="t"/>
          <a:lstStyle/>
          <a:p>
            <a:pPr algn="r" indent="0" marL="0">
              <a:lnSpc>
                <a:spcPct val="100000"/>
              </a:lnSpc>
              <a:buNone/>
            </a:pPr>
            <a:r>
              <a:rPr lang="ko-KR" altLang="en-US" sz="850" dirty="0">
                <a:solidFill>
                  <a:srgbClr val="647986"/>
                </a:solidFill>
                <a:latin typeface="Pretendard" pitchFamily="34" charset="0"/>
                <a:ea typeface="Pretendard" pitchFamily="34" charset="-122"/>
                <a:cs typeface="Pretendard" pitchFamily="34" charset="-120"/>
              </a:rPr>
              <a:t>4.5</a:t>
            </a:r>
            <a:endParaRPr lang="ko-KR" sz="850" dirty="0"/>
          </a:p>
        </p:txBody>
      </p:sp>
      <p:sp>
        <p:nvSpPr>
          <p:cNvPr id="19" name="Shape 17"/>
          <p:cNvSpPr/>
          <p:nvPr/>
        </p:nvSpPr>
        <p:spPr>
          <a:xfrm>
            <a:off x="905256" y="3182112"/>
            <a:ext cx="5074920" cy="164592"/>
          </a:xfrm>
          <a:prstGeom prst="rect">
            <a:avLst>
              <a:gd name="adj" fmla="val 55556"/>
            </a:avLst>
          </a:prstGeom>
          <a:solidFill>
            <a:srgbClr val="FFFFFF"/>
          </a:solidFill>
          <a:ln w="12700">
            <a:solidFill>
              <a:srgbClr val="DAE3E7"/>
            </a:solidFill>
            <a:prstDash val="solid"/>
          </a:ln>
        </p:spPr>
      </p:sp>
      <p:sp>
        <p:nvSpPr>
          <p:cNvPr id="20" name="Shape 18"/>
          <p:cNvSpPr/>
          <p:nvPr/>
        </p:nvSpPr>
        <p:spPr>
          <a:xfrm>
            <a:off x="905256" y="3264408"/>
            <a:ext cx="5074920" cy="0"/>
          </a:xfrm>
          <a:prstGeom prst="line">
            <a:avLst/>
          </a:prstGeom>
          <a:noFill/>
          <a:ln w="8255">
            <a:solidFill>
              <a:srgbClr val="DAE3E7"/>
            </a:solidFill>
            <a:prstDash val="solid"/>
          </a:ln>
        </p:spPr>
      </p:sp>
      <p:sp>
        <p:nvSpPr>
          <p:cNvPr id="21" name="wave_2"/>
          <p:cNvSpPr/>
          <p:nvPr/>
        </p:nvSpPr>
        <p:spPr>
          <a:xfrm>
            <a:off x="882396" y="3225053"/>
            <a:ext cx="5120640" cy="75027"/>
          </a:xfrm>
          <a:custGeom>
            <a:avLst/>
            <a:gdLst/>
            <a:ahLst/>
            <a:cxnLst/>
            <a:rect l="l" t="t" r="r" b="b"/>
            <a:pathLst>
              <a:path w="5120640" h="75027" fill="none" stroke="1" extrusionOk="0">
                <a:moveTo>
                  <a:pt x="22860" y="33131"/>
                </a:moveTo>
                <a:lnTo>
                  <a:pt x="32791" y="34964"/>
                </a:lnTo>
                <a:lnTo>
                  <a:pt x="42723" y="36594"/>
                </a:lnTo>
                <a:lnTo>
                  <a:pt x="52654" y="38736"/>
                </a:lnTo>
                <a:lnTo>
                  <a:pt x="62585" y="42631"/>
                </a:lnTo>
                <a:lnTo>
                  <a:pt x="72517" y="44550"/>
                </a:lnTo>
                <a:lnTo>
                  <a:pt x="82448" y="41042"/>
                </a:lnTo>
                <a:lnTo>
                  <a:pt x="92379" y="34971"/>
                </a:lnTo>
                <a:lnTo>
                  <a:pt x="102311" y="31376"/>
                </a:lnTo>
                <a:lnTo>
                  <a:pt x="112242" y="31513"/>
                </a:lnTo>
                <a:lnTo>
                  <a:pt x="122174" y="34113"/>
                </a:lnTo>
                <a:lnTo>
                  <a:pt x="132105" y="38262"/>
                </a:lnTo>
                <a:lnTo>
                  <a:pt x="142036" y="42468"/>
                </a:lnTo>
                <a:lnTo>
                  <a:pt x="151968" y="44279"/>
                </a:lnTo>
                <a:lnTo>
                  <a:pt x="161899" y="42745"/>
                </a:lnTo>
                <a:lnTo>
                  <a:pt x="171830" y="39350"/>
                </a:lnTo>
                <a:lnTo>
                  <a:pt x="181762" y="36267"/>
                </a:lnTo>
                <a:lnTo>
                  <a:pt x="191693" y="35361"/>
                </a:lnTo>
                <a:lnTo>
                  <a:pt x="201624" y="37944"/>
                </a:lnTo>
                <a:lnTo>
                  <a:pt x="211556" y="42826"/>
                </a:lnTo>
                <a:lnTo>
                  <a:pt x="221487" y="45429"/>
                </a:lnTo>
                <a:lnTo>
                  <a:pt x="231418" y="42257"/>
                </a:lnTo>
                <a:lnTo>
                  <a:pt x="241350" y="36138"/>
                </a:lnTo>
                <a:lnTo>
                  <a:pt x="251281" y="33226"/>
                </a:lnTo>
                <a:lnTo>
                  <a:pt x="261212" y="34728"/>
                </a:lnTo>
                <a:lnTo>
                  <a:pt x="271144" y="36475"/>
                </a:lnTo>
                <a:lnTo>
                  <a:pt x="281075" y="36969"/>
                </a:lnTo>
                <a:lnTo>
                  <a:pt x="291006" y="39220"/>
                </a:lnTo>
                <a:lnTo>
                  <a:pt x="300938" y="43183"/>
                </a:lnTo>
                <a:lnTo>
                  <a:pt x="310869" y="44125"/>
                </a:lnTo>
                <a:lnTo>
                  <a:pt x="320801" y="41035"/>
                </a:lnTo>
                <a:lnTo>
                  <a:pt x="330732" y="38935"/>
                </a:lnTo>
                <a:lnTo>
                  <a:pt x="340663" y="40423"/>
                </a:lnTo>
                <a:lnTo>
                  <a:pt x="350595" y="42528"/>
                </a:lnTo>
                <a:lnTo>
                  <a:pt x="360526" y="43409"/>
                </a:lnTo>
                <a:lnTo>
                  <a:pt x="370457" y="44386"/>
                </a:lnTo>
                <a:lnTo>
                  <a:pt x="380389" y="44898"/>
                </a:lnTo>
                <a:lnTo>
                  <a:pt x="390320" y="43020"/>
                </a:lnTo>
                <a:lnTo>
                  <a:pt x="400251" y="40205"/>
                </a:lnTo>
                <a:lnTo>
                  <a:pt x="410183" y="38839"/>
                </a:lnTo>
                <a:lnTo>
                  <a:pt x="420114" y="37766"/>
                </a:lnTo>
                <a:lnTo>
                  <a:pt x="430045" y="36106"/>
                </a:lnTo>
                <a:lnTo>
                  <a:pt x="439977" y="36715"/>
                </a:lnTo>
                <a:lnTo>
                  <a:pt x="449908" y="40264"/>
                </a:lnTo>
                <a:lnTo>
                  <a:pt x="459839" y="42026"/>
                </a:lnTo>
                <a:lnTo>
                  <a:pt x="469771" y="39671"/>
                </a:lnTo>
                <a:lnTo>
                  <a:pt x="479702" y="37539"/>
                </a:lnTo>
                <a:lnTo>
                  <a:pt x="489633" y="38822"/>
                </a:lnTo>
                <a:lnTo>
                  <a:pt x="499565" y="40328"/>
                </a:lnTo>
                <a:lnTo>
                  <a:pt x="509496" y="38698"/>
                </a:lnTo>
                <a:lnTo>
                  <a:pt x="519428" y="35795"/>
                </a:lnTo>
                <a:lnTo>
                  <a:pt x="529359" y="35144"/>
                </a:lnTo>
                <a:lnTo>
                  <a:pt x="539290" y="37620"/>
                </a:lnTo>
                <a:lnTo>
                  <a:pt x="549222" y="41935"/>
                </a:lnTo>
                <a:lnTo>
                  <a:pt x="559153" y="45832"/>
                </a:lnTo>
                <a:lnTo>
                  <a:pt x="569084" y="46579"/>
                </a:lnTo>
                <a:lnTo>
                  <a:pt x="579016" y="42947"/>
                </a:lnTo>
                <a:lnTo>
                  <a:pt x="588947" y="36915"/>
                </a:lnTo>
                <a:lnTo>
                  <a:pt x="598878" y="32418"/>
                </a:lnTo>
                <a:lnTo>
                  <a:pt x="608810" y="32265"/>
                </a:lnTo>
                <a:lnTo>
                  <a:pt x="618741" y="35708"/>
                </a:lnTo>
                <a:lnTo>
                  <a:pt x="628672" y="38934"/>
                </a:lnTo>
                <a:lnTo>
                  <a:pt x="638604" y="39264"/>
                </a:lnTo>
                <a:lnTo>
                  <a:pt x="648535" y="38176"/>
                </a:lnTo>
                <a:lnTo>
                  <a:pt x="658466" y="38163"/>
                </a:lnTo>
                <a:lnTo>
                  <a:pt x="668398" y="38652"/>
                </a:lnTo>
                <a:lnTo>
                  <a:pt x="678329" y="38511"/>
                </a:lnTo>
                <a:lnTo>
                  <a:pt x="688260" y="39722"/>
                </a:lnTo>
                <a:lnTo>
                  <a:pt x="698192" y="43865"/>
                </a:lnTo>
                <a:lnTo>
                  <a:pt x="708123" y="47614"/>
                </a:lnTo>
                <a:lnTo>
                  <a:pt x="718055" y="46671"/>
                </a:lnTo>
                <a:lnTo>
                  <a:pt x="727986" y="41954"/>
                </a:lnTo>
                <a:lnTo>
                  <a:pt x="737917" y="37744"/>
                </a:lnTo>
                <a:lnTo>
                  <a:pt x="747849" y="35943"/>
                </a:lnTo>
                <a:lnTo>
                  <a:pt x="757780" y="35554"/>
                </a:lnTo>
                <a:lnTo>
                  <a:pt x="767711" y="35659"/>
                </a:lnTo>
                <a:lnTo>
                  <a:pt x="777643" y="36181"/>
                </a:lnTo>
                <a:lnTo>
                  <a:pt x="787574" y="37175"/>
                </a:lnTo>
                <a:lnTo>
                  <a:pt x="797505" y="38846"/>
                </a:lnTo>
                <a:lnTo>
                  <a:pt x="807437" y="41229"/>
                </a:lnTo>
                <a:lnTo>
                  <a:pt x="817368" y="43498"/>
                </a:lnTo>
                <a:lnTo>
                  <a:pt x="827299" y="44426"/>
                </a:lnTo>
                <a:lnTo>
                  <a:pt x="837231" y="43274"/>
                </a:lnTo>
                <a:lnTo>
                  <a:pt x="847162" y="40124"/>
                </a:lnTo>
                <a:lnTo>
                  <a:pt x="857093" y="36410"/>
                </a:lnTo>
                <a:lnTo>
                  <a:pt x="867025" y="34730"/>
                </a:lnTo>
                <a:lnTo>
                  <a:pt x="876956" y="36246"/>
                </a:lnTo>
                <a:lnTo>
                  <a:pt x="886887" y="38744"/>
                </a:lnTo>
                <a:lnTo>
                  <a:pt x="896819" y="39380"/>
                </a:lnTo>
                <a:lnTo>
                  <a:pt x="906750" y="38507"/>
                </a:lnTo>
                <a:lnTo>
                  <a:pt x="916682" y="38145"/>
                </a:lnTo>
                <a:lnTo>
                  <a:pt x="926613" y="37948"/>
                </a:lnTo>
                <a:lnTo>
                  <a:pt x="936544" y="36436"/>
                </a:lnTo>
                <a:lnTo>
                  <a:pt x="946476" y="35406"/>
                </a:lnTo>
                <a:lnTo>
                  <a:pt x="956407" y="38232"/>
                </a:lnTo>
                <a:lnTo>
                  <a:pt x="966338" y="43497"/>
                </a:lnTo>
                <a:lnTo>
                  <a:pt x="976270" y="45762"/>
                </a:lnTo>
                <a:lnTo>
                  <a:pt x="986201" y="43896"/>
                </a:lnTo>
                <a:lnTo>
                  <a:pt x="996132" y="42618"/>
                </a:lnTo>
                <a:lnTo>
                  <a:pt x="1006064" y="43775"/>
                </a:lnTo>
                <a:lnTo>
                  <a:pt x="1015995" y="43072"/>
                </a:lnTo>
                <a:lnTo>
                  <a:pt x="1025926" y="38719"/>
                </a:lnTo>
                <a:lnTo>
                  <a:pt x="1035858" y="35796"/>
                </a:lnTo>
                <a:lnTo>
                  <a:pt x="1045789" y="37506"/>
                </a:lnTo>
                <a:lnTo>
                  <a:pt x="1055720" y="39475"/>
                </a:lnTo>
                <a:lnTo>
                  <a:pt x="1065652" y="37732"/>
                </a:lnTo>
                <a:lnTo>
                  <a:pt x="1075583" y="35301"/>
                </a:lnTo>
                <a:lnTo>
                  <a:pt x="1085514" y="35839"/>
                </a:lnTo>
                <a:lnTo>
                  <a:pt x="1095446" y="37442"/>
                </a:lnTo>
                <a:lnTo>
                  <a:pt x="1105377" y="37544"/>
                </a:lnTo>
                <a:lnTo>
                  <a:pt x="1115309" y="38002"/>
                </a:lnTo>
                <a:lnTo>
                  <a:pt x="1125240" y="41068"/>
                </a:lnTo>
                <a:lnTo>
                  <a:pt x="1135171" y="45053"/>
                </a:lnTo>
                <a:lnTo>
                  <a:pt x="1145103" y="47060"/>
                </a:lnTo>
                <a:lnTo>
                  <a:pt x="1155034" y="46680"/>
                </a:lnTo>
                <a:lnTo>
                  <a:pt x="1164965" y="45415"/>
                </a:lnTo>
                <a:lnTo>
                  <a:pt x="1174897" y="44613"/>
                </a:lnTo>
                <a:lnTo>
                  <a:pt x="1184828" y="44147"/>
                </a:lnTo>
                <a:lnTo>
                  <a:pt x="1194759" y="42253"/>
                </a:lnTo>
                <a:lnTo>
                  <a:pt x="1204691" y="37928"/>
                </a:lnTo>
                <a:lnTo>
                  <a:pt x="1214622" y="33285"/>
                </a:lnTo>
                <a:lnTo>
                  <a:pt x="1224553" y="31160"/>
                </a:lnTo>
                <a:lnTo>
                  <a:pt x="1234485" y="31326"/>
                </a:lnTo>
                <a:lnTo>
                  <a:pt x="1244416" y="32086"/>
                </a:lnTo>
                <a:lnTo>
                  <a:pt x="1254347" y="34010"/>
                </a:lnTo>
                <a:lnTo>
                  <a:pt x="1264279" y="38497"/>
                </a:lnTo>
                <a:lnTo>
                  <a:pt x="1274210" y="43802"/>
                </a:lnTo>
                <a:lnTo>
                  <a:pt x="1284141" y="45768"/>
                </a:lnTo>
                <a:lnTo>
                  <a:pt x="1294073" y="42311"/>
                </a:lnTo>
                <a:lnTo>
                  <a:pt x="1304004" y="35801"/>
                </a:lnTo>
                <a:lnTo>
                  <a:pt x="1313936" y="31105"/>
                </a:lnTo>
                <a:lnTo>
                  <a:pt x="1323867" y="31212"/>
                </a:lnTo>
                <a:lnTo>
                  <a:pt x="1333798" y="34624"/>
                </a:lnTo>
                <a:lnTo>
                  <a:pt x="1343730" y="37927"/>
                </a:lnTo>
                <a:lnTo>
                  <a:pt x="1353661" y="40056"/>
                </a:lnTo>
                <a:lnTo>
                  <a:pt x="1363592" y="42011"/>
                </a:lnTo>
                <a:lnTo>
                  <a:pt x="1373524" y="43942"/>
                </a:lnTo>
                <a:lnTo>
                  <a:pt x="1383455" y="45320"/>
                </a:lnTo>
                <a:lnTo>
                  <a:pt x="1393386" y="46178"/>
                </a:lnTo>
                <a:lnTo>
                  <a:pt x="1403318" y="45831"/>
                </a:lnTo>
                <a:lnTo>
                  <a:pt x="1413249" y="43024"/>
                </a:lnTo>
                <a:lnTo>
                  <a:pt x="1423180" y="38663"/>
                </a:lnTo>
                <a:lnTo>
                  <a:pt x="1433112" y="34828"/>
                </a:lnTo>
                <a:lnTo>
                  <a:pt x="1443043" y="31382"/>
                </a:lnTo>
                <a:lnTo>
                  <a:pt x="1452974" y="28291"/>
                </a:lnTo>
                <a:lnTo>
                  <a:pt x="1462906" y="29175"/>
                </a:lnTo>
                <a:lnTo>
                  <a:pt x="1472837" y="36319"/>
                </a:lnTo>
                <a:lnTo>
                  <a:pt x="1482768" y="45219"/>
                </a:lnTo>
                <a:lnTo>
                  <a:pt x="1492700" y="50393"/>
                </a:lnTo>
                <a:lnTo>
                  <a:pt x="1502631" y="52167"/>
                </a:lnTo>
                <a:lnTo>
                  <a:pt x="1512563" y="52121"/>
                </a:lnTo>
                <a:lnTo>
                  <a:pt x="1522494" y="48337"/>
                </a:lnTo>
                <a:lnTo>
                  <a:pt x="1532425" y="40814"/>
                </a:lnTo>
                <a:lnTo>
                  <a:pt x="1542357" y="34532"/>
                </a:lnTo>
                <a:lnTo>
                  <a:pt x="1552288" y="32590"/>
                </a:lnTo>
                <a:lnTo>
                  <a:pt x="1562219" y="33227"/>
                </a:lnTo>
                <a:lnTo>
                  <a:pt x="1572151" y="35538"/>
                </a:lnTo>
                <a:lnTo>
                  <a:pt x="1582082" y="40419"/>
                </a:lnTo>
                <a:lnTo>
                  <a:pt x="1592013" y="45638"/>
                </a:lnTo>
                <a:lnTo>
                  <a:pt x="1601945" y="47551"/>
                </a:lnTo>
                <a:lnTo>
                  <a:pt x="1611876" y="46252"/>
                </a:lnTo>
                <a:lnTo>
                  <a:pt x="1621807" y="42924"/>
                </a:lnTo>
                <a:lnTo>
                  <a:pt x="1631739" y="36366"/>
                </a:lnTo>
                <a:lnTo>
                  <a:pt x="1641670" y="27900"/>
                </a:lnTo>
                <a:lnTo>
                  <a:pt x="1651601" y="23811"/>
                </a:lnTo>
                <a:lnTo>
                  <a:pt x="1661533" y="27604"/>
                </a:lnTo>
                <a:lnTo>
                  <a:pt x="1671464" y="35560"/>
                </a:lnTo>
                <a:lnTo>
                  <a:pt x="1681395" y="42904"/>
                </a:lnTo>
                <a:lnTo>
                  <a:pt x="1691327" y="48052"/>
                </a:lnTo>
                <a:lnTo>
                  <a:pt x="1701258" y="49781"/>
                </a:lnTo>
                <a:lnTo>
                  <a:pt x="1711190" y="47055"/>
                </a:lnTo>
                <a:lnTo>
                  <a:pt x="1721121" y="42005"/>
                </a:lnTo>
                <a:lnTo>
                  <a:pt x="1731052" y="37888"/>
                </a:lnTo>
                <a:lnTo>
                  <a:pt x="1740984" y="35475"/>
                </a:lnTo>
                <a:lnTo>
                  <a:pt x="1750915" y="34813"/>
                </a:lnTo>
                <a:lnTo>
                  <a:pt x="1760846" y="36663"/>
                </a:lnTo>
                <a:lnTo>
                  <a:pt x="1770778" y="39313"/>
                </a:lnTo>
                <a:lnTo>
                  <a:pt x="1780709" y="39002"/>
                </a:lnTo>
                <a:lnTo>
                  <a:pt x="1790640" y="35826"/>
                </a:lnTo>
                <a:lnTo>
                  <a:pt x="1800572" y="34183"/>
                </a:lnTo>
                <a:lnTo>
                  <a:pt x="1810503" y="36244"/>
                </a:lnTo>
                <a:lnTo>
                  <a:pt x="1820434" y="39940"/>
                </a:lnTo>
                <a:lnTo>
                  <a:pt x="1830366" y="43300"/>
                </a:lnTo>
                <a:lnTo>
                  <a:pt x="1840297" y="45722"/>
                </a:lnTo>
                <a:lnTo>
                  <a:pt x="1850228" y="45584"/>
                </a:lnTo>
                <a:lnTo>
                  <a:pt x="1860160" y="41700"/>
                </a:lnTo>
                <a:lnTo>
                  <a:pt x="1870091" y="36893"/>
                </a:lnTo>
                <a:lnTo>
                  <a:pt x="1880023" y="35754"/>
                </a:lnTo>
                <a:lnTo>
                  <a:pt x="1889954" y="38756"/>
                </a:lnTo>
                <a:lnTo>
                  <a:pt x="1899885" y="42086"/>
                </a:lnTo>
                <a:lnTo>
                  <a:pt x="1909817" y="43310"/>
                </a:lnTo>
                <a:lnTo>
                  <a:pt x="1919748" y="43411"/>
                </a:lnTo>
                <a:lnTo>
                  <a:pt x="1929679" y="42443"/>
                </a:lnTo>
                <a:lnTo>
                  <a:pt x="1939611" y="37872"/>
                </a:lnTo>
                <a:lnTo>
                  <a:pt x="1949542" y="30245"/>
                </a:lnTo>
                <a:lnTo>
                  <a:pt x="1959473" y="26144"/>
                </a:lnTo>
                <a:lnTo>
                  <a:pt x="1969405" y="30653"/>
                </a:lnTo>
                <a:lnTo>
                  <a:pt x="1979336" y="40007"/>
                </a:lnTo>
                <a:lnTo>
                  <a:pt x="1989267" y="46538"/>
                </a:lnTo>
                <a:lnTo>
                  <a:pt x="1999199" y="47644"/>
                </a:lnTo>
                <a:lnTo>
                  <a:pt x="2009130" y="45203"/>
                </a:lnTo>
                <a:lnTo>
                  <a:pt x="2019061" y="40338"/>
                </a:lnTo>
                <a:lnTo>
                  <a:pt x="2028993" y="34377"/>
                </a:lnTo>
                <a:lnTo>
                  <a:pt x="2038924" y="31462"/>
                </a:lnTo>
                <a:lnTo>
                  <a:pt x="2048855" y="34811"/>
                </a:lnTo>
                <a:lnTo>
                  <a:pt x="2058787" y="42166"/>
                </a:lnTo>
                <a:lnTo>
                  <a:pt x="2068718" y="47838"/>
                </a:lnTo>
                <a:lnTo>
                  <a:pt x="2078650" y="47701"/>
                </a:lnTo>
                <a:lnTo>
                  <a:pt x="2088581" y="41789"/>
                </a:lnTo>
                <a:lnTo>
                  <a:pt x="2098512" y="34102"/>
                </a:lnTo>
                <a:lnTo>
                  <a:pt x="2108444" y="29476"/>
                </a:lnTo>
                <a:lnTo>
                  <a:pt x="2118375" y="29628"/>
                </a:lnTo>
                <a:lnTo>
                  <a:pt x="2128306" y="33517"/>
                </a:lnTo>
                <a:lnTo>
                  <a:pt x="2138238" y="39910"/>
                </a:lnTo>
                <a:lnTo>
                  <a:pt x="2148169" y="45823"/>
                </a:lnTo>
                <a:lnTo>
                  <a:pt x="2158100" y="45648"/>
                </a:lnTo>
                <a:lnTo>
                  <a:pt x="2168032" y="37925"/>
                </a:lnTo>
                <a:lnTo>
                  <a:pt x="2177963" y="29662"/>
                </a:lnTo>
                <a:lnTo>
                  <a:pt x="2187894" y="28067"/>
                </a:lnTo>
                <a:lnTo>
                  <a:pt x="2197826" y="32414"/>
                </a:lnTo>
                <a:lnTo>
                  <a:pt x="2207757" y="38680"/>
                </a:lnTo>
                <a:lnTo>
                  <a:pt x="2217688" y="45307"/>
                </a:lnTo>
                <a:lnTo>
                  <a:pt x="2227620" y="49990"/>
                </a:lnTo>
                <a:lnTo>
                  <a:pt x="2237551" y="48834"/>
                </a:lnTo>
                <a:lnTo>
                  <a:pt x="2247482" y="42624"/>
                </a:lnTo>
                <a:lnTo>
                  <a:pt x="2257414" y="36677"/>
                </a:lnTo>
                <a:lnTo>
                  <a:pt x="2267345" y="33470"/>
                </a:lnTo>
                <a:lnTo>
                  <a:pt x="2277277" y="32538"/>
                </a:lnTo>
                <a:lnTo>
                  <a:pt x="2287208" y="35085"/>
                </a:lnTo>
                <a:lnTo>
                  <a:pt x="2297139" y="40565"/>
                </a:lnTo>
                <a:lnTo>
                  <a:pt x="2307071" y="43080"/>
                </a:lnTo>
                <a:lnTo>
                  <a:pt x="2317002" y="39033"/>
                </a:lnTo>
                <a:lnTo>
                  <a:pt x="2326933" y="33004"/>
                </a:lnTo>
                <a:lnTo>
                  <a:pt x="2336865" y="30427"/>
                </a:lnTo>
                <a:lnTo>
                  <a:pt x="2346796" y="31452"/>
                </a:lnTo>
                <a:lnTo>
                  <a:pt x="2356727" y="35386"/>
                </a:lnTo>
                <a:lnTo>
                  <a:pt x="2366659" y="42452"/>
                </a:lnTo>
                <a:lnTo>
                  <a:pt x="2376590" y="49216"/>
                </a:lnTo>
                <a:lnTo>
                  <a:pt x="2386521" y="50782"/>
                </a:lnTo>
                <a:lnTo>
                  <a:pt x="2396453" y="47434"/>
                </a:lnTo>
                <a:lnTo>
                  <a:pt x="2406384" y="42453"/>
                </a:lnTo>
                <a:lnTo>
                  <a:pt x="2416315" y="37152"/>
                </a:lnTo>
                <a:lnTo>
                  <a:pt x="2426247" y="33582"/>
                </a:lnTo>
                <a:lnTo>
                  <a:pt x="2436178" y="34959"/>
                </a:lnTo>
                <a:lnTo>
                  <a:pt x="2446109" y="38854"/>
                </a:lnTo>
                <a:lnTo>
                  <a:pt x="2456041" y="39016"/>
                </a:lnTo>
                <a:lnTo>
                  <a:pt x="2465972" y="36294"/>
                </a:lnTo>
                <a:lnTo>
                  <a:pt x="2475904" y="36747"/>
                </a:lnTo>
                <a:lnTo>
                  <a:pt x="2485835" y="39128"/>
                </a:lnTo>
                <a:lnTo>
                  <a:pt x="2495766" y="37308"/>
                </a:lnTo>
                <a:lnTo>
                  <a:pt x="2505698" y="33420"/>
                </a:lnTo>
                <a:lnTo>
                  <a:pt x="2515629" y="34817"/>
                </a:lnTo>
                <a:lnTo>
                  <a:pt x="2525560" y="40705"/>
                </a:lnTo>
                <a:lnTo>
                  <a:pt x="2535492" y="44612"/>
                </a:lnTo>
                <a:lnTo>
                  <a:pt x="2545423" y="45706"/>
                </a:lnTo>
                <a:lnTo>
                  <a:pt x="2555354" y="46345"/>
                </a:lnTo>
                <a:lnTo>
                  <a:pt x="2565286" y="44594"/>
                </a:lnTo>
                <a:lnTo>
                  <a:pt x="2575217" y="39097"/>
                </a:lnTo>
                <a:lnTo>
                  <a:pt x="2585148" y="34374"/>
                </a:lnTo>
                <a:lnTo>
                  <a:pt x="2595080" y="33680"/>
                </a:lnTo>
                <a:lnTo>
                  <a:pt x="2605011" y="34195"/>
                </a:lnTo>
                <a:lnTo>
                  <a:pt x="2614942" y="34007"/>
                </a:lnTo>
                <a:lnTo>
                  <a:pt x="2624874" y="35188"/>
                </a:lnTo>
                <a:lnTo>
                  <a:pt x="2634805" y="37457"/>
                </a:lnTo>
                <a:lnTo>
                  <a:pt x="2644736" y="37859"/>
                </a:lnTo>
                <a:lnTo>
                  <a:pt x="2654668" y="37486"/>
                </a:lnTo>
                <a:lnTo>
                  <a:pt x="2664599" y="39885"/>
                </a:lnTo>
                <a:lnTo>
                  <a:pt x="2674531" y="43829"/>
                </a:lnTo>
                <a:lnTo>
                  <a:pt x="2684462" y="45380"/>
                </a:lnTo>
                <a:lnTo>
                  <a:pt x="2694393" y="44421"/>
                </a:lnTo>
                <a:lnTo>
                  <a:pt x="2704325" y="42792"/>
                </a:lnTo>
                <a:lnTo>
                  <a:pt x="2714256" y="40260"/>
                </a:lnTo>
                <a:lnTo>
                  <a:pt x="2724187" y="37368"/>
                </a:lnTo>
                <a:lnTo>
                  <a:pt x="2734119" y="36508"/>
                </a:lnTo>
                <a:lnTo>
                  <a:pt x="2744050" y="36669"/>
                </a:lnTo>
                <a:lnTo>
                  <a:pt x="2753981" y="34080"/>
                </a:lnTo>
                <a:lnTo>
                  <a:pt x="2763913" y="30235"/>
                </a:lnTo>
                <a:lnTo>
                  <a:pt x="2773844" y="31128"/>
                </a:lnTo>
                <a:lnTo>
                  <a:pt x="2783775" y="37196"/>
                </a:lnTo>
                <a:lnTo>
                  <a:pt x="2793707" y="42531"/>
                </a:lnTo>
                <a:lnTo>
                  <a:pt x="2803638" y="44601"/>
                </a:lnTo>
                <a:lnTo>
                  <a:pt x="2813569" y="46269"/>
                </a:lnTo>
                <a:lnTo>
                  <a:pt x="2823501" y="48370"/>
                </a:lnTo>
                <a:lnTo>
                  <a:pt x="2833432" y="48300"/>
                </a:lnTo>
                <a:lnTo>
                  <a:pt x="2843363" y="45423"/>
                </a:lnTo>
                <a:lnTo>
                  <a:pt x="2853295" y="41206"/>
                </a:lnTo>
                <a:lnTo>
                  <a:pt x="2863226" y="35635"/>
                </a:lnTo>
                <a:lnTo>
                  <a:pt x="2873158" y="29028"/>
                </a:lnTo>
                <a:lnTo>
                  <a:pt x="2883089" y="24856"/>
                </a:lnTo>
                <a:lnTo>
                  <a:pt x="2893020" y="26151"/>
                </a:lnTo>
                <a:lnTo>
                  <a:pt x="2902952" y="31725"/>
                </a:lnTo>
                <a:lnTo>
                  <a:pt x="2912883" y="38684"/>
                </a:lnTo>
                <a:lnTo>
                  <a:pt x="2922814" y="45290"/>
                </a:lnTo>
                <a:lnTo>
                  <a:pt x="2932746" y="49909"/>
                </a:lnTo>
                <a:lnTo>
                  <a:pt x="2942677" y="51121"/>
                </a:lnTo>
                <a:lnTo>
                  <a:pt x="2952608" y="49686"/>
                </a:lnTo>
                <a:lnTo>
                  <a:pt x="2962540" y="47247"/>
                </a:lnTo>
                <a:lnTo>
                  <a:pt x="2972471" y="43844"/>
                </a:lnTo>
                <a:lnTo>
                  <a:pt x="2982402" y="39521"/>
                </a:lnTo>
                <a:lnTo>
                  <a:pt x="2992334" y="36279"/>
                </a:lnTo>
                <a:lnTo>
                  <a:pt x="3002265" y="35756"/>
                </a:lnTo>
                <a:lnTo>
                  <a:pt x="3012196" y="37284"/>
                </a:lnTo>
                <a:lnTo>
                  <a:pt x="3022128" y="39674"/>
                </a:lnTo>
                <a:lnTo>
                  <a:pt x="3032059" y="42133"/>
                </a:lnTo>
                <a:lnTo>
                  <a:pt x="3041990" y="43220"/>
                </a:lnTo>
                <a:lnTo>
                  <a:pt x="3051922" y="42138"/>
                </a:lnTo>
                <a:lnTo>
                  <a:pt x="3061853" y="40391"/>
                </a:lnTo>
                <a:lnTo>
                  <a:pt x="3071785" y="39545"/>
                </a:lnTo>
                <a:lnTo>
                  <a:pt x="3081716" y="39482"/>
                </a:lnTo>
                <a:lnTo>
                  <a:pt x="3091647" y="40584"/>
                </a:lnTo>
                <a:lnTo>
                  <a:pt x="3101579" y="43598"/>
                </a:lnTo>
                <a:lnTo>
                  <a:pt x="3111510" y="45947"/>
                </a:lnTo>
                <a:lnTo>
                  <a:pt x="3121441" y="43663"/>
                </a:lnTo>
                <a:lnTo>
                  <a:pt x="3131373" y="38066"/>
                </a:lnTo>
                <a:lnTo>
                  <a:pt x="3141304" y="34531"/>
                </a:lnTo>
                <a:lnTo>
                  <a:pt x="3151235" y="34538"/>
                </a:lnTo>
                <a:lnTo>
                  <a:pt x="3161167" y="35346"/>
                </a:lnTo>
                <a:lnTo>
                  <a:pt x="3171098" y="36559"/>
                </a:lnTo>
                <a:lnTo>
                  <a:pt x="3181029" y="40041"/>
                </a:lnTo>
                <a:lnTo>
                  <a:pt x="3190961" y="44515"/>
                </a:lnTo>
                <a:lnTo>
                  <a:pt x="3200892" y="46478"/>
                </a:lnTo>
                <a:lnTo>
                  <a:pt x="3210823" y="45085"/>
                </a:lnTo>
                <a:lnTo>
                  <a:pt x="3220755" y="41880"/>
                </a:lnTo>
                <a:lnTo>
                  <a:pt x="3230686" y="38245"/>
                </a:lnTo>
                <a:lnTo>
                  <a:pt x="3240617" y="35802"/>
                </a:lnTo>
                <a:lnTo>
                  <a:pt x="3250549" y="35854"/>
                </a:lnTo>
                <a:lnTo>
                  <a:pt x="3260480" y="37411"/>
                </a:lnTo>
                <a:lnTo>
                  <a:pt x="3270412" y="39354"/>
                </a:lnTo>
                <a:lnTo>
                  <a:pt x="3280343" y="42831"/>
                </a:lnTo>
                <a:lnTo>
                  <a:pt x="3290274" y="47009"/>
                </a:lnTo>
                <a:lnTo>
                  <a:pt x="3300206" y="46840"/>
                </a:lnTo>
                <a:lnTo>
                  <a:pt x="3310137" y="41017"/>
                </a:lnTo>
                <a:lnTo>
                  <a:pt x="3320068" y="36238"/>
                </a:lnTo>
                <a:lnTo>
                  <a:pt x="3330000" y="37014"/>
                </a:lnTo>
                <a:lnTo>
                  <a:pt x="3339931" y="38602"/>
                </a:lnTo>
                <a:lnTo>
                  <a:pt x="3349862" y="36966"/>
                </a:lnTo>
                <a:lnTo>
                  <a:pt x="3359794" y="36622"/>
                </a:lnTo>
                <a:lnTo>
                  <a:pt x="3369725" y="40679"/>
                </a:lnTo>
                <a:lnTo>
                  <a:pt x="3379656" y="42966"/>
                </a:lnTo>
                <a:lnTo>
                  <a:pt x="3389588" y="38994"/>
                </a:lnTo>
                <a:lnTo>
                  <a:pt x="3399519" y="35254"/>
                </a:lnTo>
                <a:lnTo>
                  <a:pt x="3409450" y="38522"/>
                </a:lnTo>
                <a:lnTo>
                  <a:pt x="3419382" y="44597"/>
                </a:lnTo>
                <a:lnTo>
                  <a:pt x="3429313" y="46188"/>
                </a:lnTo>
                <a:lnTo>
                  <a:pt x="3439245" y="43923"/>
                </a:lnTo>
                <a:lnTo>
                  <a:pt x="3449176" y="41852"/>
                </a:lnTo>
                <a:lnTo>
                  <a:pt x="3459107" y="39715"/>
                </a:lnTo>
                <a:lnTo>
                  <a:pt x="3469039" y="36652"/>
                </a:lnTo>
                <a:lnTo>
                  <a:pt x="3478970" y="35529"/>
                </a:lnTo>
                <a:lnTo>
                  <a:pt x="3488901" y="37592"/>
                </a:lnTo>
                <a:lnTo>
                  <a:pt x="3498833" y="39221"/>
                </a:lnTo>
                <a:lnTo>
                  <a:pt x="3508764" y="38339"/>
                </a:lnTo>
                <a:lnTo>
                  <a:pt x="3518695" y="37504"/>
                </a:lnTo>
                <a:lnTo>
                  <a:pt x="3528627" y="37691"/>
                </a:lnTo>
                <a:lnTo>
                  <a:pt x="3538558" y="36352"/>
                </a:lnTo>
                <a:lnTo>
                  <a:pt x="3548489" y="33919"/>
                </a:lnTo>
                <a:lnTo>
                  <a:pt x="3558421" y="34356"/>
                </a:lnTo>
                <a:lnTo>
                  <a:pt x="3568352" y="37511"/>
                </a:lnTo>
                <a:lnTo>
                  <a:pt x="3578283" y="39028"/>
                </a:lnTo>
                <a:lnTo>
                  <a:pt x="3588215" y="38756"/>
                </a:lnTo>
                <a:lnTo>
                  <a:pt x="3598146" y="40692"/>
                </a:lnTo>
                <a:lnTo>
                  <a:pt x="3608077" y="44212"/>
                </a:lnTo>
                <a:lnTo>
                  <a:pt x="3618009" y="44405"/>
                </a:lnTo>
                <a:lnTo>
                  <a:pt x="3627940" y="41165"/>
                </a:lnTo>
                <a:lnTo>
                  <a:pt x="3637872" y="39001"/>
                </a:lnTo>
                <a:lnTo>
                  <a:pt x="3647803" y="38367"/>
                </a:lnTo>
                <a:lnTo>
                  <a:pt x="3657734" y="36262"/>
                </a:lnTo>
                <a:lnTo>
                  <a:pt x="3667666" y="34443"/>
                </a:lnTo>
                <a:lnTo>
                  <a:pt x="3677597" y="37727"/>
                </a:lnTo>
                <a:lnTo>
                  <a:pt x="3687528" y="44499"/>
                </a:lnTo>
                <a:lnTo>
                  <a:pt x="3697460" y="47377"/>
                </a:lnTo>
                <a:lnTo>
                  <a:pt x="3707391" y="43491"/>
                </a:lnTo>
                <a:lnTo>
                  <a:pt x="3717322" y="37492"/>
                </a:lnTo>
                <a:lnTo>
                  <a:pt x="3727254" y="34386"/>
                </a:lnTo>
                <a:lnTo>
                  <a:pt x="3737185" y="34442"/>
                </a:lnTo>
                <a:lnTo>
                  <a:pt x="3747116" y="35169"/>
                </a:lnTo>
                <a:lnTo>
                  <a:pt x="3757048" y="35122"/>
                </a:lnTo>
                <a:lnTo>
                  <a:pt x="3766979" y="35545"/>
                </a:lnTo>
                <a:lnTo>
                  <a:pt x="3776910" y="38770"/>
                </a:lnTo>
                <a:lnTo>
                  <a:pt x="3786842" y="44111"/>
                </a:lnTo>
                <a:lnTo>
                  <a:pt x="3796773" y="46878"/>
                </a:lnTo>
                <a:lnTo>
                  <a:pt x="3806704" y="44130"/>
                </a:lnTo>
                <a:lnTo>
                  <a:pt x="3816636" y="39509"/>
                </a:lnTo>
                <a:lnTo>
                  <a:pt x="3826567" y="38551"/>
                </a:lnTo>
                <a:lnTo>
                  <a:pt x="3836499" y="40934"/>
                </a:lnTo>
                <a:lnTo>
                  <a:pt x="3846430" y="41902"/>
                </a:lnTo>
                <a:lnTo>
                  <a:pt x="3856361" y="40303"/>
                </a:lnTo>
                <a:lnTo>
                  <a:pt x="3866293" y="39768"/>
                </a:lnTo>
                <a:lnTo>
                  <a:pt x="3876224" y="41179"/>
                </a:lnTo>
                <a:lnTo>
                  <a:pt x="3886155" y="39734"/>
                </a:lnTo>
                <a:lnTo>
                  <a:pt x="3896087" y="33069"/>
                </a:lnTo>
                <a:lnTo>
                  <a:pt x="3906018" y="27471"/>
                </a:lnTo>
                <a:lnTo>
                  <a:pt x="3915949" y="29999"/>
                </a:lnTo>
                <a:lnTo>
                  <a:pt x="3925881" y="37646"/>
                </a:lnTo>
                <a:lnTo>
                  <a:pt x="3935812" y="41815"/>
                </a:lnTo>
                <a:lnTo>
                  <a:pt x="3945743" y="41166"/>
                </a:lnTo>
                <a:lnTo>
                  <a:pt x="3955675" y="41005"/>
                </a:lnTo>
                <a:lnTo>
                  <a:pt x="3965606" y="41876"/>
                </a:lnTo>
                <a:lnTo>
                  <a:pt x="3975537" y="39559"/>
                </a:lnTo>
                <a:lnTo>
                  <a:pt x="3985469" y="35552"/>
                </a:lnTo>
                <a:lnTo>
                  <a:pt x="3995400" y="36088"/>
                </a:lnTo>
                <a:lnTo>
                  <a:pt x="4005331" y="40816"/>
                </a:lnTo>
                <a:lnTo>
                  <a:pt x="4015263" y="43192"/>
                </a:lnTo>
                <a:lnTo>
                  <a:pt x="4025194" y="41516"/>
                </a:lnTo>
                <a:lnTo>
                  <a:pt x="4035126" y="39757"/>
                </a:lnTo>
                <a:lnTo>
                  <a:pt x="4045057" y="39091"/>
                </a:lnTo>
                <a:lnTo>
                  <a:pt x="4054988" y="37607"/>
                </a:lnTo>
                <a:lnTo>
                  <a:pt x="4064920" y="35937"/>
                </a:lnTo>
                <a:lnTo>
                  <a:pt x="4074851" y="35984"/>
                </a:lnTo>
                <a:lnTo>
                  <a:pt x="4084782" y="37508"/>
                </a:lnTo>
                <a:lnTo>
                  <a:pt x="4094714" y="40589"/>
                </a:lnTo>
                <a:lnTo>
                  <a:pt x="4104645" y="46225"/>
                </a:lnTo>
                <a:lnTo>
                  <a:pt x="4114576" y="51724"/>
                </a:lnTo>
                <a:lnTo>
                  <a:pt x="4124508" y="51898"/>
                </a:lnTo>
                <a:lnTo>
                  <a:pt x="4134439" y="46236"/>
                </a:lnTo>
                <a:lnTo>
                  <a:pt x="4144370" y="39048"/>
                </a:lnTo>
                <a:lnTo>
                  <a:pt x="4154302" y="33617"/>
                </a:lnTo>
                <a:lnTo>
                  <a:pt x="4164233" y="31307"/>
                </a:lnTo>
                <a:lnTo>
                  <a:pt x="4174164" y="32830"/>
                </a:lnTo>
                <a:lnTo>
                  <a:pt x="4184096" y="35962"/>
                </a:lnTo>
                <a:lnTo>
                  <a:pt x="4194027" y="37034"/>
                </a:lnTo>
                <a:lnTo>
                  <a:pt x="4203958" y="36796"/>
                </a:lnTo>
                <a:lnTo>
                  <a:pt x="4213890" y="38443"/>
                </a:lnTo>
                <a:lnTo>
                  <a:pt x="4223821" y="40814"/>
                </a:lnTo>
                <a:lnTo>
                  <a:pt x="4233753" y="41536"/>
                </a:lnTo>
                <a:lnTo>
                  <a:pt x="4243684" y="42907"/>
                </a:lnTo>
                <a:lnTo>
                  <a:pt x="4253615" y="45852"/>
                </a:lnTo>
                <a:lnTo>
                  <a:pt x="4263547" y="45123"/>
                </a:lnTo>
                <a:lnTo>
                  <a:pt x="4273478" y="39529"/>
                </a:lnTo>
                <a:lnTo>
                  <a:pt x="4283409" y="36834"/>
                </a:lnTo>
                <a:lnTo>
                  <a:pt x="4293341" y="39934"/>
                </a:lnTo>
                <a:lnTo>
                  <a:pt x="4303272" y="40861"/>
                </a:lnTo>
                <a:lnTo>
                  <a:pt x="4313203" y="36110"/>
                </a:lnTo>
                <a:lnTo>
                  <a:pt x="4323135" y="33203"/>
                </a:lnTo>
                <a:lnTo>
                  <a:pt x="4333066" y="35974"/>
                </a:lnTo>
                <a:lnTo>
                  <a:pt x="4342997" y="38865"/>
                </a:lnTo>
                <a:lnTo>
                  <a:pt x="4352929" y="39596"/>
                </a:lnTo>
                <a:lnTo>
                  <a:pt x="4362860" y="41774"/>
                </a:lnTo>
                <a:lnTo>
                  <a:pt x="4372791" y="44063"/>
                </a:lnTo>
                <a:lnTo>
                  <a:pt x="4382723" y="42026"/>
                </a:lnTo>
                <a:lnTo>
                  <a:pt x="4392654" y="38530"/>
                </a:lnTo>
                <a:lnTo>
                  <a:pt x="4402585" y="38253"/>
                </a:lnTo>
                <a:lnTo>
                  <a:pt x="4412517" y="37632"/>
                </a:lnTo>
                <a:lnTo>
                  <a:pt x="4422448" y="33383"/>
                </a:lnTo>
                <a:lnTo>
                  <a:pt x="4432380" y="32266"/>
                </a:lnTo>
                <a:lnTo>
                  <a:pt x="4442311" y="39605"/>
                </a:lnTo>
                <a:lnTo>
                  <a:pt x="4452242" y="47807"/>
                </a:lnTo>
                <a:lnTo>
                  <a:pt x="4462174" y="47687"/>
                </a:lnTo>
                <a:lnTo>
                  <a:pt x="4472105" y="41744"/>
                </a:lnTo>
                <a:lnTo>
                  <a:pt x="4482036" y="37293"/>
                </a:lnTo>
                <a:lnTo>
                  <a:pt x="4491968" y="35625"/>
                </a:lnTo>
                <a:lnTo>
                  <a:pt x="4501899" y="34825"/>
                </a:lnTo>
                <a:lnTo>
                  <a:pt x="4511830" y="35342"/>
                </a:lnTo>
                <a:lnTo>
                  <a:pt x="4521762" y="37912"/>
                </a:lnTo>
                <a:lnTo>
                  <a:pt x="4531693" y="41354"/>
                </a:lnTo>
                <a:lnTo>
                  <a:pt x="4541624" y="44154"/>
                </a:lnTo>
                <a:lnTo>
                  <a:pt x="4551556" y="44875"/>
                </a:lnTo>
                <a:lnTo>
                  <a:pt x="4561487" y="42526"/>
                </a:lnTo>
                <a:lnTo>
                  <a:pt x="4571418" y="39101"/>
                </a:lnTo>
                <a:lnTo>
                  <a:pt x="4581350" y="38343"/>
                </a:lnTo>
                <a:lnTo>
                  <a:pt x="4591281" y="40143"/>
                </a:lnTo>
                <a:lnTo>
                  <a:pt x="4601212" y="40478"/>
                </a:lnTo>
                <a:lnTo>
                  <a:pt x="4611144" y="38013"/>
                </a:lnTo>
                <a:lnTo>
                  <a:pt x="4621075" y="35878"/>
                </a:lnTo>
                <a:lnTo>
                  <a:pt x="4631007" y="36100"/>
                </a:lnTo>
                <a:lnTo>
                  <a:pt x="4640938" y="37119"/>
                </a:lnTo>
                <a:lnTo>
                  <a:pt x="4650869" y="37763"/>
                </a:lnTo>
                <a:lnTo>
                  <a:pt x="4660801" y="39297"/>
                </a:lnTo>
                <a:lnTo>
                  <a:pt x="4670732" y="42297"/>
                </a:lnTo>
                <a:lnTo>
                  <a:pt x="4680663" y="44978"/>
                </a:lnTo>
                <a:lnTo>
                  <a:pt x="4690595" y="45899"/>
                </a:lnTo>
                <a:lnTo>
                  <a:pt x="4700526" y="45390"/>
                </a:lnTo>
                <a:lnTo>
                  <a:pt x="4710457" y="43308"/>
                </a:lnTo>
                <a:lnTo>
                  <a:pt x="4720389" y="39016"/>
                </a:lnTo>
                <a:lnTo>
                  <a:pt x="4730320" y="35123"/>
                </a:lnTo>
                <a:lnTo>
                  <a:pt x="4740251" y="36309"/>
                </a:lnTo>
                <a:lnTo>
                  <a:pt x="4750183" y="41581"/>
                </a:lnTo>
                <a:lnTo>
                  <a:pt x="4760114" y="43596"/>
                </a:lnTo>
                <a:lnTo>
                  <a:pt x="4770045" y="39701"/>
                </a:lnTo>
                <a:lnTo>
                  <a:pt x="4779977" y="36436"/>
                </a:lnTo>
                <a:lnTo>
                  <a:pt x="4789908" y="37934"/>
                </a:lnTo>
                <a:lnTo>
                  <a:pt x="4799839" y="38737"/>
                </a:lnTo>
                <a:lnTo>
                  <a:pt x="4809771" y="35033"/>
                </a:lnTo>
                <a:lnTo>
                  <a:pt x="4819702" y="33247"/>
                </a:lnTo>
                <a:lnTo>
                  <a:pt x="4829634" y="39091"/>
                </a:lnTo>
                <a:lnTo>
                  <a:pt x="4839565" y="47430"/>
                </a:lnTo>
                <a:lnTo>
                  <a:pt x="4849496" y="51169"/>
                </a:lnTo>
                <a:lnTo>
                  <a:pt x="4859428" y="50952"/>
                </a:lnTo>
                <a:lnTo>
                  <a:pt x="4869359" y="48897"/>
                </a:lnTo>
                <a:lnTo>
                  <a:pt x="4879290" y="42768"/>
                </a:lnTo>
                <a:lnTo>
                  <a:pt x="4889222" y="33347"/>
                </a:lnTo>
                <a:lnTo>
                  <a:pt x="4899153" y="28122"/>
                </a:lnTo>
                <a:lnTo>
                  <a:pt x="4909084" y="31345"/>
                </a:lnTo>
                <a:lnTo>
                  <a:pt x="4919016" y="38480"/>
                </a:lnTo>
                <a:lnTo>
                  <a:pt x="4928947" y="44354"/>
                </a:lnTo>
                <a:lnTo>
                  <a:pt x="4938878" y="48458"/>
                </a:lnTo>
                <a:lnTo>
                  <a:pt x="4948810" y="49484"/>
                </a:lnTo>
                <a:lnTo>
                  <a:pt x="4958741" y="43619"/>
                </a:lnTo>
                <a:lnTo>
                  <a:pt x="4968672" y="32035"/>
                </a:lnTo>
                <a:lnTo>
                  <a:pt x="4978604" y="23004"/>
                </a:lnTo>
                <a:lnTo>
                  <a:pt x="4988535" y="22860"/>
                </a:lnTo>
                <a:lnTo>
                  <a:pt x="4998466" y="29492"/>
                </a:lnTo>
                <a:lnTo>
                  <a:pt x="5008398" y="37035"/>
                </a:lnTo>
                <a:lnTo>
                  <a:pt x="5018329" y="42691"/>
                </a:lnTo>
                <a:lnTo>
                  <a:pt x="5028261" y="46488"/>
                </a:lnTo>
                <a:lnTo>
                  <a:pt x="5038192" y="47841"/>
                </a:lnTo>
                <a:lnTo>
                  <a:pt x="5048123" y="45781"/>
                </a:lnTo>
                <a:lnTo>
                  <a:pt x="5058055" y="41246"/>
                </a:lnTo>
                <a:lnTo>
                  <a:pt x="5067986" y="36672"/>
                </a:lnTo>
                <a:lnTo>
                  <a:pt x="5077917" y="33824"/>
                </a:lnTo>
                <a:lnTo>
                  <a:pt x="5087849" y="33355"/>
                </a:lnTo>
                <a:lnTo>
                  <a:pt x="5097780" y="35170"/>
                </a:lnTo>
              </a:path>
            </a:pathLst>
          </a:custGeom>
          <a:solidFill>
            <a:srgbClr val="FFFFFF">
              <a:alpha val="0"/>
            </a:srgbClr>
          </a:solidFill>
          <a:ln w="10922" cap="rnd">
            <a:solidFill>
              <a:srgbClr val="BA4A00"/>
            </a:solidFill>
            <a:prstDash val="solid"/>
          </a:ln>
        </p:spPr>
      </p:sp>
      <p:sp>
        <p:nvSpPr>
          <p:cNvPr id="22" name="Text 20"/>
          <p:cNvSpPr/>
          <p:nvPr/>
        </p:nvSpPr>
        <p:spPr>
          <a:xfrm>
            <a:off x="484632" y="3191256"/>
            <a:ext cx="347472" cy="192024"/>
          </a:xfrm>
          <a:prstGeom prst="rect">
            <a:avLst/>
          </a:prstGeom>
          <a:noFill/>
          <a:ln/>
        </p:spPr>
        <p:txBody>
          <a:bodyPr wrap="square" lIns="0" tIns="0" rIns="0" bIns="0" rtlCol="0" anchor="t"/>
          <a:lstStyle/>
          <a:p>
            <a:pPr algn="r" indent="0" marL="0">
              <a:lnSpc>
                <a:spcPct val="100000"/>
              </a:lnSpc>
              <a:buNone/>
            </a:pPr>
            <a:r>
              <a:rPr lang="ko-KR" altLang="en-US" sz="850" dirty="0">
                <a:solidFill>
                  <a:srgbClr val="647986"/>
                </a:solidFill>
                <a:latin typeface="Pretendard" pitchFamily="34" charset="0"/>
                <a:ea typeface="Pretendard" pitchFamily="34" charset="-122"/>
                <a:cs typeface="Pretendard" pitchFamily="34" charset="-120"/>
              </a:rPr>
              <a:t>0.0</a:t>
            </a:r>
            <a:endParaRPr lang="ko-KR" sz="850" dirty="0"/>
          </a:p>
        </p:txBody>
      </p:sp>
      <p:sp>
        <p:nvSpPr>
          <p:cNvPr id="23" name="Text 21"/>
          <p:cNvSpPr/>
          <p:nvPr/>
        </p:nvSpPr>
        <p:spPr>
          <a:xfrm>
            <a:off x="5065776" y="3200400"/>
            <a:ext cx="841248" cy="164592"/>
          </a:xfrm>
          <a:prstGeom prst="rect">
            <a:avLst/>
          </a:prstGeom>
          <a:noFill/>
          <a:ln/>
        </p:spPr>
        <p:txBody>
          <a:bodyPr wrap="square" lIns="0" tIns="0" rIns="0" bIns="0" rtlCol="0" anchor="t"/>
          <a:lstStyle/>
          <a:p>
            <a:pPr algn="r" indent="0" marL="0">
              <a:lnSpc>
                <a:spcPct val="100000"/>
              </a:lnSpc>
              <a:buNone/>
            </a:pPr>
            <a:r>
              <a:rPr lang="ko-KR" altLang="en-US" sz="870" dirty="0">
                <a:solidFill>
                  <a:srgbClr val="BA4A00"/>
                </a:solidFill>
                <a:latin typeface="Pretendard" pitchFamily="34" charset="0"/>
                <a:ea typeface="Pretendard" pitchFamily="34" charset="-122"/>
                <a:cs typeface="Pretendard" pitchFamily="34" charset="-120"/>
              </a:rPr>
              <a:t>남은 오차</a:t>
            </a:r>
            <a:endParaRPr lang="ko-KR" sz="870" dirty="0"/>
          </a:p>
        </p:txBody>
      </p:sp>
      <p:sp>
        <p:nvSpPr>
          <p:cNvPr id="24" name="Text 22"/>
          <p:cNvSpPr/>
          <p:nvPr/>
        </p:nvSpPr>
        <p:spPr>
          <a:xfrm>
            <a:off x="6428232" y="2386584"/>
            <a:ext cx="5074920" cy="269875"/>
          </a:xfrm>
          <a:prstGeom prst="rect">
            <a:avLst/>
          </a:prstGeom>
          <a:noFill/>
          <a:ln/>
        </p:spPr>
        <p:txBody>
          <a:bodyPr wrap="square" lIns="0" tIns="0" rIns="0" bIns="0" rtlCol="0" anchor="t"/>
          <a:lstStyle/>
          <a:p>
            <a:pPr algn="l" indent="0" marL="0">
              <a:lnSpc>
                <a:spcPct val="100000"/>
              </a:lnSpc>
              <a:buNone/>
            </a:pPr>
            <a:r>
              <a:rPr lang="ko-KR" altLang="en-US" sz="1700" b="1" dirty="0">
                <a:solidFill>
                  <a:srgbClr val="17313B"/>
                </a:solidFill>
                <a:latin typeface="Pretendard" pitchFamily="34" charset="0"/>
                <a:ea typeface="Pretendard" pitchFamily="34" charset="-122"/>
                <a:cs typeface="Pretendard" pitchFamily="34" charset="-120"/>
              </a:rPr>
              <a:t>AVATA2 · 허수부 Q</a:t>
            </a:r>
            <a:endParaRPr lang="ko-KR" sz="1700" dirty="0"/>
          </a:p>
        </p:txBody>
      </p:sp>
      <p:sp>
        <p:nvSpPr>
          <p:cNvPr id="25" name="Shape 23"/>
          <p:cNvSpPr/>
          <p:nvPr/>
        </p:nvSpPr>
        <p:spPr>
          <a:xfrm>
            <a:off x="6428232" y="2706624"/>
            <a:ext cx="5074920" cy="365760"/>
          </a:xfrm>
          <a:prstGeom prst="rect">
            <a:avLst>
              <a:gd name="adj" fmla="val 25000"/>
            </a:avLst>
          </a:prstGeom>
          <a:solidFill>
            <a:srgbClr val="FFFFFF"/>
          </a:solidFill>
          <a:ln w="12700">
            <a:solidFill>
              <a:srgbClr val="DAE3E7"/>
            </a:solidFill>
            <a:prstDash val="solid"/>
          </a:ln>
        </p:spPr>
      </p:sp>
      <p:sp>
        <p:nvSpPr>
          <p:cNvPr id="26" name="Shape 24"/>
          <p:cNvSpPr/>
          <p:nvPr/>
        </p:nvSpPr>
        <p:spPr>
          <a:xfrm>
            <a:off x="6428232" y="2889504"/>
            <a:ext cx="5074920" cy="0"/>
          </a:xfrm>
          <a:prstGeom prst="line">
            <a:avLst/>
          </a:prstGeom>
          <a:noFill/>
          <a:ln w="8255">
            <a:solidFill>
              <a:srgbClr val="DAE3E7"/>
            </a:solidFill>
            <a:prstDash val="solid"/>
          </a:ln>
        </p:spPr>
      </p:sp>
      <p:sp>
        <p:nvSpPr>
          <p:cNvPr id="27" name="wave_3"/>
          <p:cNvSpPr/>
          <p:nvPr/>
        </p:nvSpPr>
        <p:spPr>
          <a:xfrm>
            <a:off x="6405372" y="2724273"/>
            <a:ext cx="5120640" cy="323711"/>
          </a:xfrm>
          <a:custGeom>
            <a:avLst/>
            <a:gdLst/>
            <a:ahLst/>
            <a:cxnLst/>
            <a:rect l="l" t="t" r="r" b="b"/>
            <a:pathLst>
              <a:path w="5120640" h="323711" fill="none" stroke="1" extrusionOk="0">
                <a:moveTo>
                  <a:pt x="22860" y="225209"/>
                </a:moveTo>
                <a:lnTo>
                  <a:pt x="32791" y="196609"/>
                </a:lnTo>
                <a:lnTo>
                  <a:pt x="42723" y="179077"/>
                </a:lnTo>
                <a:lnTo>
                  <a:pt x="52654" y="176022"/>
                </a:lnTo>
                <a:lnTo>
                  <a:pt x="62585" y="179455"/>
                </a:lnTo>
                <a:lnTo>
                  <a:pt x="72517" y="181121"/>
                </a:lnTo>
                <a:lnTo>
                  <a:pt x="82448" y="176583"/>
                </a:lnTo>
                <a:lnTo>
                  <a:pt x="92379" y="163913"/>
                </a:lnTo>
                <a:lnTo>
                  <a:pt x="102311" y="151765"/>
                </a:lnTo>
                <a:lnTo>
                  <a:pt x="112242" y="153842"/>
                </a:lnTo>
                <a:lnTo>
                  <a:pt x="122174" y="160333"/>
                </a:lnTo>
                <a:lnTo>
                  <a:pt x="132105" y="145674"/>
                </a:lnTo>
                <a:lnTo>
                  <a:pt x="142036" y="121040"/>
                </a:lnTo>
                <a:lnTo>
                  <a:pt x="151968" y="129966"/>
                </a:lnTo>
                <a:lnTo>
                  <a:pt x="161899" y="173900"/>
                </a:lnTo>
                <a:lnTo>
                  <a:pt x="171830" y="205181"/>
                </a:lnTo>
                <a:lnTo>
                  <a:pt x="181762" y="207171"/>
                </a:lnTo>
                <a:lnTo>
                  <a:pt x="191693" y="207752"/>
                </a:lnTo>
                <a:lnTo>
                  <a:pt x="201624" y="212862"/>
                </a:lnTo>
                <a:lnTo>
                  <a:pt x="211556" y="209860"/>
                </a:lnTo>
                <a:lnTo>
                  <a:pt x="221487" y="220483"/>
                </a:lnTo>
                <a:lnTo>
                  <a:pt x="231418" y="261776"/>
                </a:lnTo>
                <a:lnTo>
                  <a:pt x="241350" y="290642"/>
                </a:lnTo>
                <a:lnTo>
                  <a:pt x="251281" y="274837"/>
                </a:lnTo>
                <a:lnTo>
                  <a:pt x="261212" y="258954"/>
                </a:lnTo>
                <a:lnTo>
                  <a:pt x="271144" y="277418"/>
                </a:lnTo>
                <a:lnTo>
                  <a:pt x="281075" y="286913"/>
                </a:lnTo>
                <a:lnTo>
                  <a:pt x="291006" y="260148"/>
                </a:lnTo>
                <a:lnTo>
                  <a:pt x="300938" y="241494"/>
                </a:lnTo>
                <a:lnTo>
                  <a:pt x="310869" y="246235"/>
                </a:lnTo>
                <a:lnTo>
                  <a:pt x="320801" y="223469"/>
                </a:lnTo>
                <a:lnTo>
                  <a:pt x="330732" y="165955"/>
                </a:lnTo>
                <a:lnTo>
                  <a:pt x="340663" y="132279"/>
                </a:lnTo>
                <a:lnTo>
                  <a:pt x="350595" y="134030"/>
                </a:lnTo>
                <a:lnTo>
                  <a:pt x="360526" y="123836"/>
                </a:lnTo>
                <a:lnTo>
                  <a:pt x="370457" y="97253"/>
                </a:lnTo>
                <a:lnTo>
                  <a:pt x="380389" y="90269"/>
                </a:lnTo>
                <a:lnTo>
                  <a:pt x="390320" y="95715"/>
                </a:lnTo>
                <a:lnTo>
                  <a:pt x="400251" y="84897"/>
                </a:lnTo>
                <a:lnTo>
                  <a:pt x="410183" y="74185"/>
                </a:lnTo>
                <a:lnTo>
                  <a:pt x="420114" y="88229"/>
                </a:lnTo>
                <a:lnTo>
                  <a:pt x="430045" y="109139"/>
                </a:lnTo>
                <a:lnTo>
                  <a:pt x="439977" y="118703"/>
                </a:lnTo>
                <a:lnTo>
                  <a:pt x="449908" y="130169"/>
                </a:lnTo>
                <a:lnTo>
                  <a:pt x="459839" y="149074"/>
                </a:lnTo>
                <a:lnTo>
                  <a:pt x="469771" y="165208"/>
                </a:lnTo>
                <a:lnTo>
                  <a:pt x="479702" y="183962"/>
                </a:lnTo>
                <a:lnTo>
                  <a:pt x="489633" y="207901"/>
                </a:lnTo>
                <a:lnTo>
                  <a:pt x="499565" y="215174"/>
                </a:lnTo>
                <a:lnTo>
                  <a:pt x="509496" y="204378"/>
                </a:lnTo>
                <a:lnTo>
                  <a:pt x="519428" y="207114"/>
                </a:lnTo>
                <a:lnTo>
                  <a:pt x="529359" y="220939"/>
                </a:lnTo>
                <a:lnTo>
                  <a:pt x="539290" y="206054"/>
                </a:lnTo>
                <a:lnTo>
                  <a:pt x="549222" y="170627"/>
                </a:lnTo>
                <a:lnTo>
                  <a:pt x="559153" y="166729"/>
                </a:lnTo>
                <a:lnTo>
                  <a:pt x="569084" y="189798"/>
                </a:lnTo>
                <a:lnTo>
                  <a:pt x="579016" y="181838"/>
                </a:lnTo>
                <a:lnTo>
                  <a:pt x="588947" y="137405"/>
                </a:lnTo>
                <a:lnTo>
                  <a:pt x="598878" y="108619"/>
                </a:lnTo>
                <a:lnTo>
                  <a:pt x="608810" y="109475"/>
                </a:lnTo>
                <a:lnTo>
                  <a:pt x="618741" y="104741"/>
                </a:lnTo>
                <a:lnTo>
                  <a:pt x="628672" y="84878"/>
                </a:lnTo>
                <a:lnTo>
                  <a:pt x="638604" y="76311"/>
                </a:lnTo>
                <a:lnTo>
                  <a:pt x="648535" y="88399"/>
                </a:lnTo>
                <a:lnTo>
                  <a:pt x="658466" y="107766"/>
                </a:lnTo>
                <a:lnTo>
                  <a:pt x="668398" y="130717"/>
                </a:lnTo>
                <a:lnTo>
                  <a:pt x="678329" y="157999"/>
                </a:lnTo>
                <a:lnTo>
                  <a:pt x="688260" y="173326"/>
                </a:lnTo>
                <a:lnTo>
                  <a:pt x="698192" y="164063"/>
                </a:lnTo>
                <a:lnTo>
                  <a:pt x="708123" y="153943"/>
                </a:lnTo>
                <a:lnTo>
                  <a:pt x="718055" y="180689"/>
                </a:lnTo>
                <a:lnTo>
                  <a:pt x="727986" y="236799"/>
                </a:lnTo>
                <a:lnTo>
                  <a:pt x="737917" y="265888"/>
                </a:lnTo>
                <a:lnTo>
                  <a:pt x="747849" y="239162"/>
                </a:lnTo>
                <a:lnTo>
                  <a:pt x="757780" y="202192"/>
                </a:lnTo>
                <a:lnTo>
                  <a:pt x="767711" y="206614"/>
                </a:lnTo>
                <a:lnTo>
                  <a:pt x="777643" y="229255"/>
                </a:lnTo>
                <a:lnTo>
                  <a:pt x="787574" y="215909"/>
                </a:lnTo>
                <a:lnTo>
                  <a:pt x="797505" y="174233"/>
                </a:lnTo>
                <a:lnTo>
                  <a:pt x="807437" y="154210"/>
                </a:lnTo>
                <a:lnTo>
                  <a:pt x="817368" y="161208"/>
                </a:lnTo>
                <a:lnTo>
                  <a:pt x="827299" y="158070"/>
                </a:lnTo>
                <a:lnTo>
                  <a:pt x="837231" y="133882"/>
                </a:lnTo>
                <a:lnTo>
                  <a:pt x="847162" y="111206"/>
                </a:lnTo>
                <a:lnTo>
                  <a:pt x="857093" y="103865"/>
                </a:lnTo>
                <a:lnTo>
                  <a:pt x="867025" y="109175"/>
                </a:lnTo>
                <a:lnTo>
                  <a:pt x="876956" y="118367"/>
                </a:lnTo>
                <a:lnTo>
                  <a:pt x="886887" y="113192"/>
                </a:lnTo>
                <a:lnTo>
                  <a:pt x="896819" y="85337"/>
                </a:lnTo>
                <a:lnTo>
                  <a:pt x="906750" y="63940"/>
                </a:lnTo>
                <a:lnTo>
                  <a:pt x="916682" y="81812"/>
                </a:lnTo>
                <a:lnTo>
                  <a:pt x="926613" y="121536"/>
                </a:lnTo>
                <a:lnTo>
                  <a:pt x="936544" y="141613"/>
                </a:lnTo>
                <a:lnTo>
                  <a:pt x="946476" y="139854"/>
                </a:lnTo>
                <a:lnTo>
                  <a:pt x="956407" y="142961"/>
                </a:lnTo>
                <a:lnTo>
                  <a:pt x="966338" y="154093"/>
                </a:lnTo>
                <a:lnTo>
                  <a:pt x="976270" y="157802"/>
                </a:lnTo>
                <a:lnTo>
                  <a:pt x="986201" y="159171"/>
                </a:lnTo>
                <a:lnTo>
                  <a:pt x="996132" y="177518"/>
                </a:lnTo>
                <a:lnTo>
                  <a:pt x="1006064" y="209713"/>
                </a:lnTo>
                <a:lnTo>
                  <a:pt x="1015995" y="226127"/>
                </a:lnTo>
                <a:lnTo>
                  <a:pt x="1025926" y="205136"/>
                </a:lnTo>
                <a:lnTo>
                  <a:pt x="1035858" y="164196"/>
                </a:lnTo>
                <a:lnTo>
                  <a:pt x="1045789" y="146750"/>
                </a:lnTo>
                <a:lnTo>
                  <a:pt x="1055720" y="168366"/>
                </a:lnTo>
                <a:lnTo>
                  <a:pt x="1065652" y="192830"/>
                </a:lnTo>
                <a:lnTo>
                  <a:pt x="1075583" y="185200"/>
                </a:lnTo>
                <a:lnTo>
                  <a:pt x="1085514" y="163199"/>
                </a:lnTo>
                <a:lnTo>
                  <a:pt x="1095446" y="159544"/>
                </a:lnTo>
                <a:lnTo>
                  <a:pt x="1105377" y="163915"/>
                </a:lnTo>
                <a:lnTo>
                  <a:pt x="1115309" y="148980"/>
                </a:lnTo>
                <a:lnTo>
                  <a:pt x="1125240" y="125064"/>
                </a:lnTo>
                <a:lnTo>
                  <a:pt x="1135171" y="120919"/>
                </a:lnTo>
                <a:lnTo>
                  <a:pt x="1145103" y="134571"/>
                </a:lnTo>
                <a:lnTo>
                  <a:pt x="1155034" y="143380"/>
                </a:lnTo>
                <a:lnTo>
                  <a:pt x="1164965" y="141752"/>
                </a:lnTo>
                <a:lnTo>
                  <a:pt x="1174897" y="140692"/>
                </a:lnTo>
                <a:lnTo>
                  <a:pt x="1184828" y="147761"/>
                </a:lnTo>
                <a:lnTo>
                  <a:pt x="1194759" y="161218"/>
                </a:lnTo>
                <a:lnTo>
                  <a:pt x="1204691" y="169417"/>
                </a:lnTo>
                <a:lnTo>
                  <a:pt x="1214622" y="157491"/>
                </a:lnTo>
                <a:lnTo>
                  <a:pt x="1224553" y="127629"/>
                </a:lnTo>
                <a:lnTo>
                  <a:pt x="1234485" y="100829"/>
                </a:lnTo>
                <a:lnTo>
                  <a:pt x="1244416" y="90345"/>
                </a:lnTo>
                <a:lnTo>
                  <a:pt x="1254347" y="92809"/>
                </a:lnTo>
                <a:lnTo>
                  <a:pt x="1264279" y="105831"/>
                </a:lnTo>
                <a:lnTo>
                  <a:pt x="1274210" y="127258"/>
                </a:lnTo>
                <a:lnTo>
                  <a:pt x="1284141" y="142267"/>
                </a:lnTo>
                <a:lnTo>
                  <a:pt x="1294073" y="141191"/>
                </a:lnTo>
                <a:lnTo>
                  <a:pt x="1304004" y="140735"/>
                </a:lnTo>
                <a:lnTo>
                  <a:pt x="1313936" y="160546"/>
                </a:lnTo>
                <a:lnTo>
                  <a:pt x="1323867" y="192629"/>
                </a:lnTo>
                <a:lnTo>
                  <a:pt x="1333798" y="215161"/>
                </a:lnTo>
                <a:lnTo>
                  <a:pt x="1343730" y="220415"/>
                </a:lnTo>
                <a:lnTo>
                  <a:pt x="1353661" y="217036"/>
                </a:lnTo>
                <a:lnTo>
                  <a:pt x="1363592" y="220267"/>
                </a:lnTo>
                <a:lnTo>
                  <a:pt x="1373524" y="238999"/>
                </a:lnTo>
                <a:lnTo>
                  <a:pt x="1383455" y="259908"/>
                </a:lnTo>
                <a:lnTo>
                  <a:pt x="1393386" y="261417"/>
                </a:lnTo>
                <a:lnTo>
                  <a:pt x="1403318" y="251615"/>
                </a:lnTo>
                <a:lnTo>
                  <a:pt x="1413249" y="256010"/>
                </a:lnTo>
                <a:lnTo>
                  <a:pt x="1423180" y="261436"/>
                </a:lnTo>
                <a:lnTo>
                  <a:pt x="1433112" y="227429"/>
                </a:lnTo>
                <a:lnTo>
                  <a:pt x="1443043" y="162999"/>
                </a:lnTo>
                <a:lnTo>
                  <a:pt x="1452974" y="126536"/>
                </a:lnTo>
                <a:lnTo>
                  <a:pt x="1462906" y="136105"/>
                </a:lnTo>
                <a:lnTo>
                  <a:pt x="1472837" y="146061"/>
                </a:lnTo>
                <a:lnTo>
                  <a:pt x="1482768" y="125525"/>
                </a:lnTo>
                <a:lnTo>
                  <a:pt x="1492700" y="98932"/>
                </a:lnTo>
                <a:lnTo>
                  <a:pt x="1502631" y="98270"/>
                </a:lnTo>
                <a:lnTo>
                  <a:pt x="1512563" y="123755"/>
                </a:lnTo>
                <a:lnTo>
                  <a:pt x="1522494" y="154953"/>
                </a:lnTo>
                <a:lnTo>
                  <a:pt x="1532425" y="168479"/>
                </a:lnTo>
                <a:lnTo>
                  <a:pt x="1542357" y="154233"/>
                </a:lnTo>
                <a:lnTo>
                  <a:pt x="1552288" y="132003"/>
                </a:lnTo>
                <a:lnTo>
                  <a:pt x="1562219" y="130015"/>
                </a:lnTo>
                <a:lnTo>
                  <a:pt x="1572151" y="143592"/>
                </a:lnTo>
                <a:lnTo>
                  <a:pt x="1582082" y="149990"/>
                </a:lnTo>
                <a:lnTo>
                  <a:pt x="1592013" y="155374"/>
                </a:lnTo>
                <a:lnTo>
                  <a:pt x="1601945" y="179013"/>
                </a:lnTo>
                <a:lnTo>
                  <a:pt x="1611876" y="205142"/>
                </a:lnTo>
                <a:lnTo>
                  <a:pt x="1621807" y="204799"/>
                </a:lnTo>
                <a:lnTo>
                  <a:pt x="1631739" y="187459"/>
                </a:lnTo>
                <a:lnTo>
                  <a:pt x="1641670" y="177058"/>
                </a:lnTo>
                <a:lnTo>
                  <a:pt x="1651601" y="161898"/>
                </a:lnTo>
                <a:lnTo>
                  <a:pt x="1661533" y="123974"/>
                </a:lnTo>
                <a:lnTo>
                  <a:pt x="1671464" y="89260"/>
                </a:lnTo>
                <a:lnTo>
                  <a:pt x="1681395" y="91519"/>
                </a:lnTo>
                <a:lnTo>
                  <a:pt x="1691327" y="112575"/>
                </a:lnTo>
                <a:lnTo>
                  <a:pt x="1701258" y="112411"/>
                </a:lnTo>
                <a:lnTo>
                  <a:pt x="1711190" y="94694"/>
                </a:lnTo>
                <a:lnTo>
                  <a:pt x="1721121" y="92641"/>
                </a:lnTo>
                <a:lnTo>
                  <a:pt x="1731052" y="109225"/>
                </a:lnTo>
                <a:lnTo>
                  <a:pt x="1740984" y="115702"/>
                </a:lnTo>
                <a:lnTo>
                  <a:pt x="1750915" y="97851"/>
                </a:lnTo>
                <a:lnTo>
                  <a:pt x="1760846" y="71597"/>
                </a:lnTo>
                <a:lnTo>
                  <a:pt x="1770778" y="61750"/>
                </a:lnTo>
                <a:lnTo>
                  <a:pt x="1780709" y="82988"/>
                </a:lnTo>
                <a:lnTo>
                  <a:pt x="1790640" y="127445"/>
                </a:lnTo>
                <a:lnTo>
                  <a:pt x="1800572" y="162077"/>
                </a:lnTo>
                <a:lnTo>
                  <a:pt x="1810503" y="159765"/>
                </a:lnTo>
                <a:lnTo>
                  <a:pt x="1820434" y="136823"/>
                </a:lnTo>
                <a:lnTo>
                  <a:pt x="1830366" y="131863"/>
                </a:lnTo>
                <a:lnTo>
                  <a:pt x="1840297" y="149574"/>
                </a:lnTo>
                <a:lnTo>
                  <a:pt x="1850228" y="163100"/>
                </a:lnTo>
                <a:lnTo>
                  <a:pt x="1860160" y="166779"/>
                </a:lnTo>
                <a:lnTo>
                  <a:pt x="1870091" y="176976"/>
                </a:lnTo>
                <a:lnTo>
                  <a:pt x="1880023" y="184358"/>
                </a:lnTo>
                <a:lnTo>
                  <a:pt x="1889954" y="163841"/>
                </a:lnTo>
                <a:lnTo>
                  <a:pt x="1899885" y="132170"/>
                </a:lnTo>
                <a:lnTo>
                  <a:pt x="1909817" y="133310"/>
                </a:lnTo>
                <a:lnTo>
                  <a:pt x="1919748" y="163784"/>
                </a:lnTo>
                <a:lnTo>
                  <a:pt x="1929679" y="174440"/>
                </a:lnTo>
                <a:lnTo>
                  <a:pt x="1939611" y="148826"/>
                </a:lnTo>
                <a:lnTo>
                  <a:pt x="1949542" y="120350"/>
                </a:lnTo>
                <a:lnTo>
                  <a:pt x="1959473" y="111543"/>
                </a:lnTo>
                <a:lnTo>
                  <a:pt x="1969405" y="111999"/>
                </a:lnTo>
                <a:lnTo>
                  <a:pt x="1979336" y="114184"/>
                </a:lnTo>
                <a:lnTo>
                  <a:pt x="1989267" y="122538"/>
                </a:lnTo>
                <a:lnTo>
                  <a:pt x="1999199" y="133742"/>
                </a:lnTo>
                <a:lnTo>
                  <a:pt x="2009130" y="146428"/>
                </a:lnTo>
                <a:lnTo>
                  <a:pt x="2019061" y="174039"/>
                </a:lnTo>
                <a:lnTo>
                  <a:pt x="2028993" y="214598"/>
                </a:lnTo>
                <a:lnTo>
                  <a:pt x="2038924" y="232750"/>
                </a:lnTo>
                <a:lnTo>
                  <a:pt x="2048855" y="206696"/>
                </a:lnTo>
                <a:lnTo>
                  <a:pt x="2058787" y="168998"/>
                </a:lnTo>
                <a:lnTo>
                  <a:pt x="2068718" y="167812"/>
                </a:lnTo>
                <a:lnTo>
                  <a:pt x="2078650" y="206168"/>
                </a:lnTo>
                <a:lnTo>
                  <a:pt x="2088581" y="245909"/>
                </a:lnTo>
                <a:lnTo>
                  <a:pt x="2098512" y="255726"/>
                </a:lnTo>
                <a:lnTo>
                  <a:pt x="2108444" y="233121"/>
                </a:lnTo>
                <a:lnTo>
                  <a:pt x="2118375" y="192657"/>
                </a:lnTo>
                <a:lnTo>
                  <a:pt x="2128306" y="155063"/>
                </a:lnTo>
                <a:lnTo>
                  <a:pt x="2138238" y="140594"/>
                </a:lnTo>
                <a:lnTo>
                  <a:pt x="2148169" y="151447"/>
                </a:lnTo>
                <a:lnTo>
                  <a:pt x="2158100" y="162687"/>
                </a:lnTo>
                <a:lnTo>
                  <a:pt x="2168032" y="150664"/>
                </a:lnTo>
                <a:lnTo>
                  <a:pt x="2177963" y="127656"/>
                </a:lnTo>
                <a:lnTo>
                  <a:pt x="2187894" y="123781"/>
                </a:lnTo>
                <a:lnTo>
                  <a:pt x="2197826" y="139277"/>
                </a:lnTo>
                <a:lnTo>
                  <a:pt x="2207757" y="149134"/>
                </a:lnTo>
                <a:lnTo>
                  <a:pt x="2217688" y="151468"/>
                </a:lnTo>
                <a:lnTo>
                  <a:pt x="2227620" y="167993"/>
                </a:lnTo>
                <a:lnTo>
                  <a:pt x="2237551" y="197871"/>
                </a:lnTo>
                <a:lnTo>
                  <a:pt x="2247482" y="218215"/>
                </a:lnTo>
                <a:lnTo>
                  <a:pt x="2257414" y="226900"/>
                </a:lnTo>
                <a:lnTo>
                  <a:pt x="2267345" y="237473"/>
                </a:lnTo>
                <a:lnTo>
                  <a:pt x="2277277" y="243804"/>
                </a:lnTo>
                <a:lnTo>
                  <a:pt x="2287208" y="238857"/>
                </a:lnTo>
                <a:lnTo>
                  <a:pt x="2297139" y="245238"/>
                </a:lnTo>
                <a:lnTo>
                  <a:pt x="2307071" y="275480"/>
                </a:lnTo>
                <a:lnTo>
                  <a:pt x="2317002" y="294720"/>
                </a:lnTo>
                <a:lnTo>
                  <a:pt x="2326933" y="274095"/>
                </a:lnTo>
                <a:lnTo>
                  <a:pt x="2336865" y="239476"/>
                </a:lnTo>
                <a:lnTo>
                  <a:pt x="2346796" y="219459"/>
                </a:lnTo>
                <a:lnTo>
                  <a:pt x="2356727" y="197355"/>
                </a:lnTo>
                <a:lnTo>
                  <a:pt x="2366659" y="161027"/>
                </a:lnTo>
                <a:lnTo>
                  <a:pt x="2376590" y="141168"/>
                </a:lnTo>
                <a:lnTo>
                  <a:pt x="2386521" y="153664"/>
                </a:lnTo>
                <a:lnTo>
                  <a:pt x="2396453" y="161262"/>
                </a:lnTo>
                <a:lnTo>
                  <a:pt x="2406384" y="133925"/>
                </a:lnTo>
                <a:lnTo>
                  <a:pt x="2416315" y="95393"/>
                </a:lnTo>
                <a:lnTo>
                  <a:pt x="2426247" y="77120"/>
                </a:lnTo>
                <a:lnTo>
                  <a:pt x="2436178" y="72850"/>
                </a:lnTo>
                <a:lnTo>
                  <a:pt x="2446109" y="64979"/>
                </a:lnTo>
                <a:lnTo>
                  <a:pt x="2456041" y="57197"/>
                </a:lnTo>
                <a:lnTo>
                  <a:pt x="2465972" y="59852"/>
                </a:lnTo>
                <a:lnTo>
                  <a:pt x="2475904" y="69909"/>
                </a:lnTo>
                <a:lnTo>
                  <a:pt x="2485835" y="80260"/>
                </a:lnTo>
                <a:lnTo>
                  <a:pt x="2495766" y="92964"/>
                </a:lnTo>
                <a:lnTo>
                  <a:pt x="2505698" y="113375"/>
                </a:lnTo>
                <a:lnTo>
                  <a:pt x="2515629" y="138408"/>
                </a:lnTo>
                <a:lnTo>
                  <a:pt x="2525560" y="159222"/>
                </a:lnTo>
                <a:lnTo>
                  <a:pt x="2535492" y="176009"/>
                </a:lnTo>
                <a:lnTo>
                  <a:pt x="2545423" y="199637"/>
                </a:lnTo>
                <a:lnTo>
                  <a:pt x="2555354" y="231251"/>
                </a:lnTo>
                <a:lnTo>
                  <a:pt x="2565286" y="254196"/>
                </a:lnTo>
                <a:lnTo>
                  <a:pt x="2575217" y="259090"/>
                </a:lnTo>
                <a:lnTo>
                  <a:pt x="2585148" y="259139"/>
                </a:lnTo>
                <a:lnTo>
                  <a:pt x="2595080" y="264869"/>
                </a:lnTo>
                <a:lnTo>
                  <a:pt x="2605011" y="265675"/>
                </a:lnTo>
                <a:lnTo>
                  <a:pt x="2614942" y="253627"/>
                </a:lnTo>
                <a:lnTo>
                  <a:pt x="2624874" y="241677"/>
                </a:lnTo>
                <a:lnTo>
                  <a:pt x="2634805" y="242835"/>
                </a:lnTo>
                <a:lnTo>
                  <a:pt x="2644736" y="253764"/>
                </a:lnTo>
                <a:lnTo>
                  <a:pt x="2654668" y="266053"/>
                </a:lnTo>
                <a:lnTo>
                  <a:pt x="2664599" y="271080"/>
                </a:lnTo>
                <a:lnTo>
                  <a:pt x="2674531" y="257941"/>
                </a:lnTo>
                <a:lnTo>
                  <a:pt x="2684462" y="232149"/>
                </a:lnTo>
                <a:lnTo>
                  <a:pt x="2694393" y="222237"/>
                </a:lnTo>
                <a:lnTo>
                  <a:pt x="2704325" y="239489"/>
                </a:lnTo>
                <a:lnTo>
                  <a:pt x="2714256" y="253768"/>
                </a:lnTo>
                <a:lnTo>
                  <a:pt x="2724187" y="239984"/>
                </a:lnTo>
                <a:lnTo>
                  <a:pt x="2734119" y="218848"/>
                </a:lnTo>
                <a:lnTo>
                  <a:pt x="2744050" y="217244"/>
                </a:lnTo>
                <a:lnTo>
                  <a:pt x="2753981" y="221294"/>
                </a:lnTo>
                <a:lnTo>
                  <a:pt x="2763913" y="207280"/>
                </a:lnTo>
                <a:lnTo>
                  <a:pt x="2773844" y="187707"/>
                </a:lnTo>
                <a:lnTo>
                  <a:pt x="2783775" y="185295"/>
                </a:lnTo>
                <a:lnTo>
                  <a:pt x="2793707" y="187324"/>
                </a:lnTo>
                <a:lnTo>
                  <a:pt x="2803638" y="168670"/>
                </a:lnTo>
                <a:lnTo>
                  <a:pt x="2813569" y="141759"/>
                </a:lnTo>
                <a:lnTo>
                  <a:pt x="2823501" y="140104"/>
                </a:lnTo>
                <a:lnTo>
                  <a:pt x="2833432" y="161088"/>
                </a:lnTo>
                <a:lnTo>
                  <a:pt x="2843363" y="168323"/>
                </a:lnTo>
                <a:lnTo>
                  <a:pt x="2853295" y="151822"/>
                </a:lnTo>
                <a:lnTo>
                  <a:pt x="2863226" y="142634"/>
                </a:lnTo>
                <a:lnTo>
                  <a:pt x="2873158" y="155846"/>
                </a:lnTo>
                <a:lnTo>
                  <a:pt x="2883089" y="161161"/>
                </a:lnTo>
                <a:lnTo>
                  <a:pt x="2893020" y="134261"/>
                </a:lnTo>
                <a:lnTo>
                  <a:pt x="2902952" y="101860"/>
                </a:lnTo>
                <a:lnTo>
                  <a:pt x="2912883" y="103644"/>
                </a:lnTo>
                <a:lnTo>
                  <a:pt x="2922814" y="134186"/>
                </a:lnTo>
                <a:lnTo>
                  <a:pt x="2932746" y="153543"/>
                </a:lnTo>
                <a:lnTo>
                  <a:pt x="2942677" y="140219"/>
                </a:lnTo>
                <a:lnTo>
                  <a:pt x="2952608" y="111218"/>
                </a:lnTo>
                <a:lnTo>
                  <a:pt x="2962540" y="99286"/>
                </a:lnTo>
                <a:lnTo>
                  <a:pt x="2972471" y="119212"/>
                </a:lnTo>
                <a:lnTo>
                  <a:pt x="2982402" y="147563"/>
                </a:lnTo>
                <a:lnTo>
                  <a:pt x="2992334" y="143045"/>
                </a:lnTo>
                <a:lnTo>
                  <a:pt x="3002265" y="102083"/>
                </a:lnTo>
                <a:lnTo>
                  <a:pt x="3012196" y="73377"/>
                </a:lnTo>
                <a:lnTo>
                  <a:pt x="3022128" y="91605"/>
                </a:lnTo>
                <a:lnTo>
                  <a:pt x="3032059" y="124704"/>
                </a:lnTo>
                <a:lnTo>
                  <a:pt x="3041990" y="123177"/>
                </a:lnTo>
                <a:lnTo>
                  <a:pt x="3051922" y="93658"/>
                </a:lnTo>
                <a:lnTo>
                  <a:pt x="3061853" y="80526"/>
                </a:lnTo>
                <a:lnTo>
                  <a:pt x="3071785" y="97006"/>
                </a:lnTo>
                <a:lnTo>
                  <a:pt x="3081716" y="118043"/>
                </a:lnTo>
                <a:lnTo>
                  <a:pt x="3091647" y="127575"/>
                </a:lnTo>
                <a:lnTo>
                  <a:pt x="3101579" y="135680"/>
                </a:lnTo>
                <a:lnTo>
                  <a:pt x="3111510" y="153788"/>
                </a:lnTo>
                <a:lnTo>
                  <a:pt x="3121441" y="177324"/>
                </a:lnTo>
                <a:lnTo>
                  <a:pt x="3131373" y="193667"/>
                </a:lnTo>
                <a:lnTo>
                  <a:pt x="3141304" y="198526"/>
                </a:lnTo>
                <a:lnTo>
                  <a:pt x="3151235" y="202188"/>
                </a:lnTo>
                <a:lnTo>
                  <a:pt x="3161167" y="214748"/>
                </a:lnTo>
                <a:lnTo>
                  <a:pt x="3171098" y="228063"/>
                </a:lnTo>
                <a:lnTo>
                  <a:pt x="3181029" y="228601"/>
                </a:lnTo>
                <a:lnTo>
                  <a:pt x="3190961" y="223788"/>
                </a:lnTo>
                <a:lnTo>
                  <a:pt x="3200892" y="229784"/>
                </a:lnTo>
                <a:lnTo>
                  <a:pt x="3210823" y="239930"/>
                </a:lnTo>
                <a:lnTo>
                  <a:pt x="3220755" y="238164"/>
                </a:lnTo>
                <a:lnTo>
                  <a:pt x="3230686" y="231703"/>
                </a:lnTo>
                <a:lnTo>
                  <a:pt x="3240617" y="231069"/>
                </a:lnTo>
                <a:lnTo>
                  <a:pt x="3250549" y="216991"/>
                </a:lnTo>
                <a:lnTo>
                  <a:pt x="3260480" y="174129"/>
                </a:lnTo>
                <a:lnTo>
                  <a:pt x="3270412" y="133494"/>
                </a:lnTo>
                <a:lnTo>
                  <a:pt x="3280343" y="129720"/>
                </a:lnTo>
                <a:lnTo>
                  <a:pt x="3290274" y="144181"/>
                </a:lnTo>
                <a:lnTo>
                  <a:pt x="3300206" y="142009"/>
                </a:lnTo>
                <a:lnTo>
                  <a:pt x="3310137" y="131793"/>
                </a:lnTo>
                <a:lnTo>
                  <a:pt x="3320068" y="137757"/>
                </a:lnTo>
                <a:lnTo>
                  <a:pt x="3330000" y="149412"/>
                </a:lnTo>
                <a:lnTo>
                  <a:pt x="3339931" y="144800"/>
                </a:lnTo>
                <a:lnTo>
                  <a:pt x="3349862" y="127972"/>
                </a:lnTo>
                <a:lnTo>
                  <a:pt x="3359794" y="111746"/>
                </a:lnTo>
                <a:lnTo>
                  <a:pt x="3369725" y="101600"/>
                </a:lnTo>
                <a:lnTo>
                  <a:pt x="3379656" y="109963"/>
                </a:lnTo>
                <a:lnTo>
                  <a:pt x="3389588" y="141809"/>
                </a:lnTo>
                <a:lnTo>
                  <a:pt x="3399519" y="169492"/>
                </a:lnTo>
                <a:lnTo>
                  <a:pt x="3409450" y="170397"/>
                </a:lnTo>
                <a:lnTo>
                  <a:pt x="3419382" y="168016"/>
                </a:lnTo>
                <a:lnTo>
                  <a:pt x="3429313" y="184508"/>
                </a:lnTo>
                <a:lnTo>
                  <a:pt x="3439245" y="192831"/>
                </a:lnTo>
                <a:lnTo>
                  <a:pt x="3449176" y="171380"/>
                </a:lnTo>
                <a:lnTo>
                  <a:pt x="3459107" y="153653"/>
                </a:lnTo>
                <a:lnTo>
                  <a:pt x="3469039" y="167985"/>
                </a:lnTo>
                <a:lnTo>
                  <a:pt x="3478970" y="185212"/>
                </a:lnTo>
                <a:lnTo>
                  <a:pt x="3488901" y="173461"/>
                </a:lnTo>
                <a:lnTo>
                  <a:pt x="3498833" y="146670"/>
                </a:lnTo>
                <a:lnTo>
                  <a:pt x="3508764" y="127077"/>
                </a:lnTo>
                <a:lnTo>
                  <a:pt x="3518695" y="115671"/>
                </a:lnTo>
                <a:lnTo>
                  <a:pt x="3528627" y="110385"/>
                </a:lnTo>
                <a:lnTo>
                  <a:pt x="3538558" y="103594"/>
                </a:lnTo>
                <a:lnTo>
                  <a:pt x="3548489" y="78060"/>
                </a:lnTo>
                <a:lnTo>
                  <a:pt x="3558421" y="47351"/>
                </a:lnTo>
                <a:lnTo>
                  <a:pt x="3568352" y="53316"/>
                </a:lnTo>
                <a:lnTo>
                  <a:pt x="3578283" y="88951"/>
                </a:lnTo>
                <a:lnTo>
                  <a:pt x="3588215" y="99417"/>
                </a:lnTo>
                <a:lnTo>
                  <a:pt x="3598146" y="86011"/>
                </a:lnTo>
                <a:lnTo>
                  <a:pt x="3608077" y="109465"/>
                </a:lnTo>
                <a:lnTo>
                  <a:pt x="3618009" y="172043"/>
                </a:lnTo>
                <a:lnTo>
                  <a:pt x="3627940" y="210762"/>
                </a:lnTo>
                <a:lnTo>
                  <a:pt x="3637872" y="214331"/>
                </a:lnTo>
                <a:lnTo>
                  <a:pt x="3647803" y="228296"/>
                </a:lnTo>
                <a:lnTo>
                  <a:pt x="3657734" y="254761"/>
                </a:lnTo>
                <a:lnTo>
                  <a:pt x="3667666" y="262629"/>
                </a:lnTo>
                <a:lnTo>
                  <a:pt x="3677597" y="266528"/>
                </a:lnTo>
                <a:lnTo>
                  <a:pt x="3687528" y="289726"/>
                </a:lnTo>
                <a:lnTo>
                  <a:pt x="3697460" y="300851"/>
                </a:lnTo>
                <a:lnTo>
                  <a:pt x="3707391" y="276927"/>
                </a:lnTo>
                <a:lnTo>
                  <a:pt x="3717322" y="255886"/>
                </a:lnTo>
                <a:lnTo>
                  <a:pt x="3727254" y="257416"/>
                </a:lnTo>
                <a:lnTo>
                  <a:pt x="3737185" y="243380"/>
                </a:lnTo>
                <a:lnTo>
                  <a:pt x="3747116" y="202881"/>
                </a:lnTo>
                <a:lnTo>
                  <a:pt x="3757048" y="172561"/>
                </a:lnTo>
                <a:lnTo>
                  <a:pt x="3766979" y="152353"/>
                </a:lnTo>
                <a:lnTo>
                  <a:pt x="3776910" y="112153"/>
                </a:lnTo>
                <a:lnTo>
                  <a:pt x="3786842" y="75546"/>
                </a:lnTo>
                <a:lnTo>
                  <a:pt x="3796773" y="83481"/>
                </a:lnTo>
                <a:lnTo>
                  <a:pt x="3806704" y="103846"/>
                </a:lnTo>
                <a:lnTo>
                  <a:pt x="3816636" y="84979"/>
                </a:lnTo>
                <a:lnTo>
                  <a:pt x="3826567" y="51639"/>
                </a:lnTo>
                <a:lnTo>
                  <a:pt x="3836499" y="52397"/>
                </a:lnTo>
                <a:lnTo>
                  <a:pt x="3846430" y="71826"/>
                </a:lnTo>
                <a:lnTo>
                  <a:pt x="3856361" y="73196"/>
                </a:lnTo>
                <a:lnTo>
                  <a:pt x="3866293" y="65073"/>
                </a:lnTo>
                <a:lnTo>
                  <a:pt x="3876224" y="71197"/>
                </a:lnTo>
                <a:lnTo>
                  <a:pt x="3886155" y="91536"/>
                </a:lnTo>
                <a:lnTo>
                  <a:pt x="3896087" y="115662"/>
                </a:lnTo>
                <a:lnTo>
                  <a:pt x="3906018" y="128448"/>
                </a:lnTo>
                <a:lnTo>
                  <a:pt x="3915949" y="117087"/>
                </a:lnTo>
                <a:lnTo>
                  <a:pt x="3925881" y="107060"/>
                </a:lnTo>
                <a:lnTo>
                  <a:pt x="3935812" y="140974"/>
                </a:lnTo>
                <a:lnTo>
                  <a:pt x="3945743" y="199090"/>
                </a:lnTo>
                <a:lnTo>
                  <a:pt x="3955675" y="219249"/>
                </a:lnTo>
                <a:lnTo>
                  <a:pt x="3965606" y="202764"/>
                </a:lnTo>
                <a:lnTo>
                  <a:pt x="3975537" y="201011"/>
                </a:lnTo>
                <a:lnTo>
                  <a:pt x="3985469" y="208641"/>
                </a:lnTo>
                <a:lnTo>
                  <a:pt x="3995400" y="186172"/>
                </a:lnTo>
                <a:lnTo>
                  <a:pt x="4005331" y="161305"/>
                </a:lnTo>
                <a:lnTo>
                  <a:pt x="4015263" y="184796"/>
                </a:lnTo>
                <a:lnTo>
                  <a:pt x="4025194" y="224687"/>
                </a:lnTo>
                <a:lnTo>
                  <a:pt x="4035126" y="221210"/>
                </a:lnTo>
                <a:lnTo>
                  <a:pt x="4045057" y="194726"/>
                </a:lnTo>
                <a:lnTo>
                  <a:pt x="4054988" y="194940"/>
                </a:lnTo>
                <a:lnTo>
                  <a:pt x="4064920" y="206368"/>
                </a:lnTo>
                <a:lnTo>
                  <a:pt x="4074851" y="193701"/>
                </a:lnTo>
                <a:lnTo>
                  <a:pt x="4084782" y="174404"/>
                </a:lnTo>
                <a:lnTo>
                  <a:pt x="4094714" y="176537"/>
                </a:lnTo>
                <a:lnTo>
                  <a:pt x="4104645" y="187387"/>
                </a:lnTo>
                <a:lnTo>
                  <a:pt x="4114576" y="189577"/>
                </a:lnTo>
                <a:lnTo>
                  <a:pt x="4124508" y="192865"/>
                </a:lnTo>
                <a:lnTo>
                  <a:pt x="4134439" y="206923"/>
                </a:lnTo>
                <a:lnTo>
                  <a:pt x="4144370" y="223162"/>
                </a:lnTo>
                <a:lnTo>
                  <a:pt x="4154302" y="225751"/>
                </a:lnTo>
                <a:lnTo>
                  <a:pt x="4164233" y="201320"/>
                </a:lnTo>
                <a:lnTo>
                  <a:pt x="4174164" y="156812"/>
                </a:lnTo>
                <a:lnTo>
                  <a:pt x="4184096" y="126062"/>
                </a:lnTo>
                <a:lnTo>
                  <a:pt x="4194027" y="124841"/>
                </a:lnTo>
                <a:lnTo>
                  <a:pt x="4203958" y="123744"/>
                </a:lnTo>
                <a:lnTo>
                  <a:pt x="4213890" y="106906"/>
                </a:lnTo>
                <a:lnTo>
                  <a:pt x="4223821" y="107066"/>
                </a:lnTo>
                <a:lnTo>
                  <a:pt x="4233753" y="134400"/>
                </a:lnTo>
                <a:lnTo>
                  <a:pt x="4243684" y="141940"/>
                </a:lnTo>
                <a:lnTo>
                  <a:pt x="4253615" y="112465"/>
                </a:lnTo>
                <a:lnTo>
                  <a:pt x="4263547" y="97442"/>
                </a:lnTo>
                <a:lnTo>
                  <a:pt x="4273478" y="125531"/>
                </a:lnTo>
                <a:lnTo>
                  <a:pt x="4283409" y="159459"/>
                </a:lnTo>
                <a:lnTo>
                  <a:pt x="4293341" y="173482"/>
                </a:lnTo>
                <a:lnTo>
                  <a:pt x="4303272" y="185751"/>
                </a:lnTo>
                <a:lnTo>
                  <a:pt x="4313203" y="200563"/>
                </a:lnTo>
                <a:lnTo>
                  <a:pt x="4323135" y="200470"/>
                </a:lnTo>
                <a:lnTo>
                  <a:pt x="4333066" y="192663"/>
                </a:lnTo>
                <a:lnTo>
                  <a:pt x="4342997" y="197587"/>
                </a:lnTo>
                <a:lnTo>
                  <a:pt x="4352929" y="213745"/>
                </a:lnTo>
                <a:lnTo>
                  <a:pt x="4362860" y="236066"/>
                </a:lnTo>
                <a:lnTo>
                  <a:pt x="4372791" y="264956"/>
                </a:lnTo>
                <a:lnTo>
                  <a:pt x="4382723" y="278682"/>
                </a:lnTo>
                <a:lnTo>
                  <a:pt x="4392654" y="258993"/>
                </a:lnTo>
                <a:lnTo>
                  <a:pt x="4402585" y="237580"/>
                </a:lnTo>
                <a:lnTo>
                  <a:pt x="4412517" y="243708"/>
                </a:lnTo>
                <a:lnTo>
                  <a:pt x="4422448" y="240789"/>
                </a:lnTo>
                <a:lnTo>
                  <a:pt x="4432380" y="197529"/>
                </a:lnTo>
                <a:lnTo>
                  <a:pt x="4442311" y="162111"/>
                </a:lnTo>
                <a:lnTo>
                  <a:pt x="4452242" y="178239"/>
                </a:lnTo>
                <a:lnTo>
                  <a:pt x="4462174" y="203263"/>
                </a:lnTo>
                <a:lnTo>
                  <a:pt x="4472105" y="190902"/>
                </a:lnTo>
                <a:lnTo>
                  <a:pt x="4482036" y="168539"/>
                </a:lnTo>
                <a:lnTo>
                  <a:pt x="4491968" y="166632"/>
                </a:lnTo>
                <a:lnTo>
                  <a:pt x="4501899" y="165321"/>
                </a:lnTo>
                <a:lnTo>
                  <a:pt x="4511830" y="156193"/>
                </a:lnTo>
                <a:lnTo>
                  <a:pt x="4521762" y="162707"/>
                </a:lnTo>
                <a:lnTo>
                  <a:pt x="4531693" y="180849"/>
                </a:lnTo>
                <a:lnTo>
                  <a:pt x="4541624" y="188977"/>
                </a:lnTo>
                <a:lnTo>
                  <a:pt x="4551556" y="203281"/>
                </a:lnTo>
                <a:lnTo>
                  <a:pt x="4561487" y="238745"/>
                </a:lnTo>
                <a:lnTo>
                  <a:pt x="4571418" y="257325"/>
                </a:lnTo>
                <a:lnTo>
                  <a:pt x="4581350" y="234486"/>
                </a:lnTo>
                <a:lnTo>
                  <a:pt x="4591281" y="215761"/>
                </a:lnTo>
                <a:lnTo>
                  <a:pt x="4601212" y="239005"/>
                </a:lnTo>
                <a:lnTo>
                  <a:pt x="4611144" y="272590"/>
                </a:lnTo>
                <a:lnTo>
                  <a:pt x="4621075" y="280560"/>
                </a:lnTo>
                <a:lnTo>
                  <a:pt x="4631007" y="272542"/>
                </a:lnTo>
                <a:lnTo>
                  <a:pt x="4640938" y="261006"/>
                </a:lnTo>
                <a:lnTo>
                  <a:pt x="4650869" y="242771"/>
                </a:lnTo>
                <a:lnTo>
                  <a:pt x="4660801" y="227306"/>
                </a:lnTo>
                <a:lnTo>
                  <a:pt x="4670732" y="220421"/>
                </a:lnTo>
                <a:lnTo>
                  <a:pt x="4680663" y="201812"/>
                </a:lnTo>
                <a:lnTo>
                  <a:pt x="4690595" y="166874"/>
                </a:lnTo>
                <a:lnTo>
                  <a:pt x="4700526" y="143194"/>
                </a:lnTo>
                <a:lnTo>
                  <a:pt x="4710457" y="133200"/>
                </a:lnTo>
                <a:lnTo>
                  <a:pt x="4720389" y="108023"/>
                </a:lnTo>
                <a:lnTo>
                  <a:pt x="4730320" y="73429"/>
                </a:lnTo>
                <a:lnTo>
                  <a:pt x="4740251" y="62202"/>
                </a:lnTo>
                <a:lnTo>
                  <a:pt x="4750183" y="64197"/>
                </a:lnTo>
                <a:lnTo>
                  <a:pt x="4760114" y="47003"/>
                </a:lnTo>
                <a:lnTo>
                  <a:pt x="4770045" y="23846"/>
                </a:lnTo>
                <a:lnTo>
                  <a:pt x="4779977" y="22860"/>
                </a:lnTo>
                <a:lnTo>
                  <a:pt x="4789908" y="29954"/>
                </a:lnTo>
                <a:lnTo>
                  <a:pt x="4799839" y="28529"/>
                </a:lnTo>
                <a:lnTo>
                  <a:pt x="4809771" y="38288"/>
                </a:lnTo>
                <a:lnTo>
                  <a:pt x="4819702" y="65592"/>
                </a:lnTo>
                <a:lnTo>
                  <a:pt x="4829634" y="85378"/>
                </a:lnTo>
                <a:lnTo>
                  <a:pt x="4839565" y="99069"/>
                </a:lnTo>
                <a:lnTo>
                  <a:pt x="4849496" y="131973"/>
                </a:lnTo>
                <a:lnTo>
                  <a:pt x="4859428" y="171197"/>
                </a:lnTo>
                <a:lnTo>
                  <a:pt x="4869359" y="187891"/>
                </a:lnTo>
                <a:lnTo>
                  <a:pt x="4879290" y="198512"/>
                </a:lnTo>
                <a:lnTo>
                  <a:pt x="4889222" y="224930"/>
                </a:lnTo>
                <a:lnTo>
                  <a:pt x="4899153" y="239897"/>
                </a:lnTo>
                <a:lnTo>
                  <a:pt x="4909084" y="224128"/>
                </a:lnTo>
                <a:lnTo>
                  <a:pt x="4919016" y="213634"/>
                </a:lnTo>
                <a:lnTo>
                  <a:pt x="4928947" y="232673"/>
                </a:lnTo>
                <a:lnTo>
                  <a:pt x="4938878" y="255390"/>
                </a:lnTo>
                <a:lnTo>
                  <a:pt x="4948810" y="267888"/>
                </a:lnTo>
                <a:lnTo>
                  <a:pt x="4958741" y="281007"/>
                </a:lnTo>
                <a:lnTo>
                  <a:pt x="4968672" y="273693"/>
                </a:lnTo>
                <a:lnTo>
                  <a:pt x="4978604" y="221048"/>
                </a:lnTo>
                <a:lnTo>
                  <a:pt x="4988535" y="164287"/>
                </a:lnTo>
                <a:lnTo>
                  <a:pt x="4998466" y="154475"/>
                </a:lnTo>
                <a:lnTo>
                  <a:pt x="5008398" y="163278"/>
                </a:lnTo>
                <a:lnTo>
                  <a:pt x="5018329" y="141907"/>
                </a:lnTo>
                <a:lnTo>
                  <a:pt x="5028261" y="109458"/>
                </a:lnTo>
                <a:lnTo>
                  <a:pt x="5038192" y="98826"/>
                </a:lnTo>
                <a:lnTo>
                  <a:pt x="5048123" y="91471"/>
                </a:lnTo>
                <a:lnTo>
                  <a:pt x="5058055" y="76091"/>
                </a:lnTo>
                <a:lnTo>
                  <a:pt x="5067986" y="82099"/>
                </a:lnTo>
                <a:lnTo>
                  <a:pt x="5077917" y="102998"/>
                </a:lnTo>
                <a:lnTo>
                  <a:pt x="5087849" y="88621"/>
                </a:lnTo>
                <a:lnTo>
                  <a:pt x="5097780" y="47939"/>
                </a:lnTo>
              </a:path>
            </a:pathLst>
          </a:custGeom>
          <a:solidFill>
            <a:srgbClr val="FFFFFF">
              <a:alpha val="0"/>
            </a:srgbClr>
          </a:solidFill>
          <a:ln w="13335" cap="rnd">
            <a:solidFill>
              <a:srgbClr val="17313B"/>
            </a:solidFill>
            <a:prstDash val="solid"/>
          </a:ln>
        </p:spPr>
      </p:sp>
      <p:sp>
        <p:nvSpPr>
          <p:cNvPr id="28" name="wave_4"/>
          <p:cNvSpPr/>
          <p:nvPr/>
        </p:nvSpPr>
        <p:spPr>
          <a:xfrm>
            <a:off x="6405372" y="2716541"/>
            <a:ext cx="5120640" cy="328125"/>
          </a:xfrm>
          <a:custGeom>
            <a:avLst/>
            <a:gdLst/>
            <a:ahLst/>
            <a:cxnLst/>
            <a:rect l="l" t="t" r="r" b="b"/>
            <a:pathLst>
              <a:path w="5120640" h="328125" fill="none" stroke="1" extrusionOk="0">
                <a:moveTo>
                  <a:pt x="22860" y="225106"/>
                </a:moveTo>
                <a:lnTo>
                  <a:pt x="32791" y="211133"/>
                </a:lnTo>
                <a:lnTo>
                  <a:pt x="42723" y="203649"/>
                </a:lnTo>
                <a:lnTo>
                  <a:pt x="52654" y="202688"/>
                </a:lnTo>
                <a:lnTo>
                  <a:pt x="62585" y="201887"/>
                </a:lnTo>
                <a:lnTo>
                  <a:pt x="72517" y="195255"/>
                </a:lnTo>
                <a:lnTo>
                  <a:pt x="82448" y="181750"/>
                </a:lnTo>
                <a:lnTo>
                  <a:pt x="92379" y="162687"/>
                </a:lnTo>
                <a:lnTo>
                  <a:pt x="102311" y="147491"/>
                </a:lnTo>
                <a:lnTo>
                  <a:pt x="112242" y="151364"/>
                </a:lnTo>
                <a:lnTo>
                  <a:pt x="122174" y="167626"/>
                </a:lnTo>
                <a:lnTo>
                  <a:pt x="132105" y="166640"/>
                </a:lnTo>
                <a:lnTo>
                  <a:pt x="142036" y="145857"/>
                </a:lnTo>
                <a:lnTo>
                  <a:pt x="151968" y="142064"/>
                </a:lnTo>
                <a:lnTo>
                  <a:pt x="161899" y="169597"/>
                </a:lnTo>
                <a:lnTo>
                  <a:pt x="171830" y="197824"/>
                </a:lnTo>
                <a:lnTo>
                  <a:pt x="181762" y="208934"/>
                </a:lnTo>
                <a:lnTo>
                  <a:pt x="191693" y="216729"/>
                </a:lnTo>
                <a:lnTo>
                  <a:pt x="201624" y="221790"/>
                </a:lnTo>
                <a:lnTo>
                  <a:pt x="211556" y="217198"/>
                </a:lnTo>
                <a:lnTo>
                  <a:pt x="221487" y="226755"/>
                </a:lnTo>
                <a:lnTo>
                  <a:pt x="231418" y="263874"/>
                </a:lnTo>
                <a:lnTo>
                  <a:pt x="241350" y="287334"/>
                </a:lnTo>
                <a:lnTo>
                  <a:pt x="251281" y="272124"/>
                </a:lnTo>
                <a:lnTo>
                  <a:pt x="261212" y="263527"/>
                </a:lnTo>
                <a:lnTo>
                  <a:pt x="271144" y="288425"/>
                </a:lnTo>
                <a:lnTo>
                  <a:pt x="281075" y="298120"/>
                </a:lnTo>
                <a:lnTo>
                  <a:pt x="291006" y="266905"/>
                </a:lnTo>
                <a:lnTo>
                  <a:pt x="300938" y="243352"/>
                </a:lnTo>
                <a:lnTo>
                  <a:pt x="310869" y="246554"/>
                </a:lnTo>
                <a:lnTo>
                  <a:pt x="320801" y="228182"/>
                </a:lnTo>
                <a:lnTo>
                  <a:pt x="330732" y="179153"/>
                </a:lnTo>
                <a:lnTo>
                  <a:pt x="340663" y="151476"/>
                </a:lnTo>
                <a:lnTo>
                  <a:pt x="350595" y="152315"/>
                </a:lnTo>
                <a:lnTo>
                  <a:pt x="360526" y="137086"/>
                </a:lnTo>
                <a:lnTo>
                  <a:pt x="370457" y="106569"/>
                </a:lnTo>
                <a:lnTo>
                  <a:pt x="380389" y="97414"/>
                </a:lnTo>
                <a:lnTo>
                  <a:pt x="390320" y="99730"/>
                </a:lnTo>
                <a:lnTo>
                  <a:pt x="400251" y="84916"/>
                </a:lnTo>
                <a:lnTo>
                  <a:pt x="410183" y="73277"/>
                </a:lnTo>
                <a:lnTo>
                  <a:pt x="420114" y="91566"/>
                </a:lnTo>
                <a:lnTo>
                  <a:pt x="430045" y="118658"/>
                </a:lnTo>
                <a:lnTo>
                  <a:pt x="439977" y="132133"/>
                </a:lnTo>
                <a:lnTo>
                  <a:pt x="449908" y="145395"/>
                </a:lnTo>
                <a:lnTo>
                  <a:pt x="459839" y="165757"/>
                </a:lnTo>
                <a:lnTo>
                  <a:pt x="469771" y="181052"/>
                </a:lnTo>
                <a:lnTo>
                  <a:pt x="479702" y="194665"/>
                </a:lnTo>
                <a:lnTo>
                  <a:pt x="489633" y="214113"/>
                </a:lnTo>
                <a:lnTo>
                  <a:pt x="499565" y="224092"/>
                </a:lnTo>
                <a:lnTo>
                  <a:pt x="509496" y="219914"/>
                </a:lnTo>
                <a:lnTo>
                  <a:pt x="519428" y="224129"/>
                </a:lnTo>
                <a:lnTo>
                  <a:pt x="529359" y="234290"/>
                </a:lnTo>
                <a:lnTo>
                  <a:pt x="539290" y="218297"/>
                </a:lnTo>
                <a:lnTo>
                  <a:pt x="549222" y="183969"/>
                </a:lnTo>
                <a:lnTo>
                  <a:pt x="559153" y="175182"/>
                </a:lnTo>
                <a:lnTo>
                  <a:pt x="569084" y="188295"/>
                </a:lnTo>
                <a:lnTo>
                  <a:pt x="579016" y="176118"/>
                </a:lnTo>
                <a:lnTo>
                  <a:pt x="588947" y="135514"/>
                </a:lnTo>
                <a:lnTo>
                  <a:pt x="598878" y="109791"/>
                </a:lnTo>
                <a:lnTo>
                  <a:pt x="608810" y="111024"/>
                </a:lnTo>
                <a:lnTo>
                  <a:pt x="618741" y="111576"/>
                </a:lnTo>
                <a:lnTo>
                  <a:pt x="628672" y="100476"/>
                </a:lnTo>
                <a:lnTo>
                  <a:pt x="638604" y="91852"/>
                </a:lnTo>
                <a:lnTo>
                  <a:pt x="648535" y="93624"/>
                </a:lnTo>
                <a:lnTo>
                  <a:pt x="658466" y="106663"/>
                </a:lnTo>
                <a:lnTo>
                  <a:pt x="668398" y="134456"/>
                </a:lnTo>
                <a:lnTo>
                  <a:pt x="678329" y="168275"/>
                </a:lnTo>
                <a:lnTo>
                  <a:pt x="688260" y="184720"/>
                </a:lnTo>
                <a:lnTo>
                  <a:pt x="698192" y="176712"/>
                </a:lnTo>
                <a:lnTo>
                  <a:pt x="708123" y="170056"/>
                </a:lnTo>
                <a:lnTo>
                  <a:pt x="718055" y="192838"/>
                </a:lnTo>
                <a:lnTo>
                  <a:pt x="727986" y="234592"/>
                </a:lnTo>
                <a:lnTo>
                  <a:pt x="737917" y="253653"/>
                </a:lnTo>
                <a:lnTo>
                  <a:pt x="747849" y="233572"/>
                </a:lnTo>
                <a:lnTo>
                  <a:pt x="757780" y="210997"/>
                </a:lnTo>
                <a:lnTo>
                  <a:pt x="767711" y="221751"/>
                </a:lnTo>
                <a:lnTo>
                  <a:pt x="777643" y="243070"/>
                </a:lnTo>
                <a:lnTo>
                  <a:pt x="787574" y="231302"/>
                </a:lnTo>
                <a:lnTo>
                  <a:pt x="797505" y="193621"/>
                </a:lnTo>
                <a:lnTo>
                  <a:pt x="807437" y="170629"/>
                </a:lnTo>
                <a:lnTo>
                  <a:pt x="817368" y="168331"/>
                </a:lnTo>
                <a:lnTo>
                  <a:pt x="827299" y="159570"/>
                </a:lnTo>
                <a:lnTo>
                  <a:pt x="837231" y="135385"/>
                </a:lnTo>
                <a:lnTo>
                  <a:pt x="847162" y="112026"/>
                </a:lnTo>
                <a:lnTo>
                  <a:pt x="857093" y="103406"/>
                </a:lnTo>
                <a:lnTo>
                  <a:pt x="867025" y="111700"/>
                </a:lnTo>
                <a:lnTo>
                  <a:pt x="876956" y="125165"/>
                </a:lnTo>
                <a:lnTo>
                  <a:pt x="886887" y="120107"/>
                </a:lnTo>
                <a:lnTo>
                  <a:pt x="896819" y="92255"/>
                </a:lnTo>
                <a:lnTo>
                  <a:pt x="906750" y="75190"/>
                </a:lnTo>
                <a:lnTo>
                  <a:pt x="916682" y="95345"/>
                </a:lnTo>
                <a:lnTo>
                  <a:pt x="926613" y="131478"/>
                </a:lnTo>
                <a:lnTo>
                  <a:pt x="936544" y="151427"/>
                </a:lnTo>
                <a:lnTo>
                  <a:pt x="946476" y="157461"/>
                </a:lnTo>
                <a:lnTo>
                  <a:pt x="956407" y="165004"/>
                </a:lnTo>
                <a:lnTo>
                  <a:pt x="966338" y="171369"/>
                </a:lnTo>
                <a:lnTo>
                  <a:pt x="976270" y="171069"/>
                </a:lnTo>
                <a:lnTo>
                  <a:pt x="986201" y="172335"/>
                </a:lnTo>
                <a:lnTo>
                  <a:pt x="996132" y="183588"/>
                </a:lnTo>
                <a:lnTo>
                  <a:pt x="1006064" y="202272"/>
                </a:lnTo>
                <a:lnTo>
                  <a:pt x="1015995" y="215452"/>
                </a:lnTo>
                <a:lnTo>
                  <a:pt x="1025926" y="205313"/>
                </a:lnTo>
                <a:lnTo>
                  <a:pt x="1035858" y="174339"/>
                </a:lnTo>
                <a:lnTo>
                  <a:pt x="1045789" y="158833"/>
                </a:lnTo>
                <a:lnTo>
                  <a:pt x="1055720" y="180701"/>
                </a:lnTo>
                <a:lnTo>
                  <a:pt x="1065652" y="204534"/>
                </a:lnTo>
                <a:lnTo>
                  <a:pt x="1075583" y="192159"/>
                </a:lnTo>
                <a:lnTo>
                  <a:pt x="1085514" y="168201"/>
                </a:lnTo>
                <a:lnTo>
                  <a:pt x="1095446" y="171846"/>
                </a:lnTo>
                <a:lnTo>
                  <a:pt x="1105377" y="184838"/>
                </a:lnTo>
                <a:lnTo>
                  <a:pt x="1115309" y="172454"/>
                </a:lnTo>
                <a:lnTo>
                  <a:pt x="1125240" y="150415"/>
                </a:lnTo>
                <a:lnTo>
                  <a:pt x="1135171" y="148642"/>
                </a:lnTo>
                <a:lnTo>
                  <a:pt x="1145103" y="155042"/>
                </a:lnTo>
                <a:lnTo>
                  <a:pt x="1155034" y="147655"/>
                </a:lnTo>
                <a:lnTo>
                  <a:pt x="1164965" y="136857"/>
                </a:lnTo>
                <a:lnTo>
                  <a:pt x="1174897" y="137744"/>
                </a:lnTo>
                <a:lnTo>
                  <a:pt x="1184828" y="143551"/>
                </a:lnTo>
                <a:lnTo>
                  <a:pt x="1194759" y="147118"/>
                </a:lnTo>
                <a:lnTo>
                  <a:pt x="1204691" y="149770"/>
                </a:lnTo>
                <a:lnTo>
                  <a:pt x="1214622" y="145224"/>
                </a:lnTo>
                <a:lnTo>
                  <a:pt x="1224553" y="128889"/>
                </a:lnTo>
                <a:lnTo>
                  <a:pt x="1234485" y="113966"/>
                </a:lnTo>
                <a:lnTo>
                  <a:pt x="1244416" y="112264"/>
                </a:lnTo>
                <a:lnTo>
                  <a:pt x="1254347" y="117891"/>
                </a:lnTo>
                <a:lnTo>
                  <a:pt x="1264279" y="125215"/>
                </a:lnTo>
                <a:lnTo>
                  <a:pt x="1274210" y="136648"/>
                </a:lnTo>
                <a:lnTo>
                  <a:pt x="1284141" y="146874"/>
                </a:lnTo>
                <a:lnTo>
                  <a:pt x="1294073" y="148336"/>
                </a:lnTo>
                <a:lnTo>
                  <a:pt x="1304004" y="150554"/>
                </a:lnTo>
                <a:lnTo>
                  <a:pt x="1313936" y="168336"/>
                </a:lnTo>
                <a:lnTo>
                  <a:pt x="1323867" y="198582"/>
                </a:lnTo>
                <a:lnTo>
                  <a:pt x="1333798" y="225679"/>
                </a:lnTo>
                <a:lnTo>
                  <a:pt x="1343730" y="237896"/>
                </a:lnTo>
                <a:lnTo>
                  <a:pt x="1353661" y="234246"/>
                </a:lnTo>
                <a:lnTo>
                  <a:pt x="1363592" y="229503"/>
                </a:lnTo>
                <a:lnTo>
                  <a:pt x="1373524" y="241973"/>
                </a:lnTo>
                <a:lnTo>
                  <a:pt x="1383455" y="262784"/>
                </a:lnTo>
                <a:lnTo>
                  <a:pt x="1393386" y="264115"/>
                </a:lnTo>
                <a:lnTo>
                  <a:pt x="1403318" y="248058"/>
                </a:lnTo>
                <a:lnTo>
                  <a:pt x="1413249" y="242894"/>
                </a:lnTo>
                <a:lnTo>
                  <a:pt x="1423180" y="243391"/>
                </a:lnTo>
                <a:lnTo>
                  <a:pt x="1433112" y="214965"/>
                </a:lnTo>
                <a:lnTo>
                  <a:pt x="1443043" y="165188"/>
                </a:lnTo>
                <a:lnTo>
                  <a:pt x="1452974" y="143728"/>
                </a:lnTo>
                <a:lnTo>
                  <a:pt x="1462906" y="162410"/>
                </a:lnTo>
                <a:lnTo>
                  <a:pt x="1472837" y="179092"/>
                </a:lnTo>
                <a:lnTo>
                  <a:pt x="1482768" y="165248"/>
                </a:lnTo>
                <a:lnTo>
                  <a:pt x="1492700" y="135693"/>
                </a:lnTo>
                <a:lnTo>
                  <a:pt x="1502631" y="115365"/>
                </a:lnTo>
                <a:lnTo>
                  <a:pt x="1512563" y="117102"/>
                </a:lnTo>
                <a:lnTo>
                  <a:pt x="1522494" y="138142"/>
                </a:lnTo>
                <a:lnTo>
                  <a:pt x="1532425" y="154755"/>
                </a:lnTo>
                <a:lnTo>
                  <a:pt x="1542357" y="146384"/>
                </a:lnTo>
                <a:lnTo>
                  <a:pt x="1552288" y="131862"/>
                </a:lnTo>
                <a:lnTo>
                  <a:pt x="1562219" y="142853"/>
                </a:lnTo>
                <a:lnTo>
                  <a:pt x="1572151" y="168906"/>
                </a:lnTo>
                <a:lnTo>
                  <a:pt x="1582082" y="178257"/>
                </a:lnTo>
                <a:lnTo>
                  <a:pt x="1592013" y="175335"/>
                </a:lnTo>
                <a:lnTo>
                  <a:pt x="1601945" y="182574"/>
                </a:lnTo>
                <a:lnTo>
                  <a:pt x="1611876" y="190538"/>
                </a:lnTo>
                <a:lnTo>
                  <a:pt x="1621807" y="181651"/>
                </a:lnTo>
                <a:lnTo>
                  <a:pt x="1631739" y="171931"/>
                </a:lnTo>
                <a:lnTo>
                  <a:pt x="1641670" y="177223"/>
                </a:lnTo>
                <a:lnTo>
                  <a:pt x="1651601" y="175358"/>
                </a:lnTo>
                <a:lnTo>
                  <a:pt x="1661533" y="149299"/>
                </a:lnTo>
                <a:lnTo>
                  <a:pt x="1671464" y="126320"/>
                </a:lnTo>
                <a:lnTo>
                  <a:pt x="1681395" y="130170"/>
                </a:lnTo>
                <a:lnTo>
                  <a:pt x="1691327" y="136023"/>
                </a:lnTo>
                <a:lnTo>
                  <a:pt x="1701258" y="114310"/>
                </a:lnTo>
                <a:lnTo>
                  <a:pt x="1711190" y="82397"/>
                </a:lnTo>
                <a:lnTo>
                  <a:pt x="1721121" y="75421"/>
                </a:lnTo>
                <a:lnTo>
                  <a:pt x="1731052" y="93870"/>
                </a:lnTo>
                <a:lnTo>
                  <a:pt x="1740984" y="109646"/>
                </a:lnTo>
                <a:lnTo>
                  <a:pt x="1750915" y="105020"/>
                </a:lnTo>
                <a:lnTo>
                  <a:pt x="1760846" y="86970"/>
                </a:lnTo>
                <a:lnTo>
                  <a:pt x="1770778" y="76995"/>
                </a:lnTo>
                <a:lnTo>
                  <a:pt x="1780709" y="94210"/>
                </a:lnTo>
                <a:lnTo>
                  <a:pt x="1790640" y="134495"/>
                </a:lnTo>
                <a:lnTo>
                  <a:pt x="1800572" y="167033"/>
                </a:lnTo>
                <a:lnTo>
                  <a:pt x="1810503" y="168337"/>
                </a:lnTo>
                <a:lnTo>
                  <a:pt x="1820434" y="153560"/>
                </a:lnTo>
                <a:lnTo>
                  <a:pt x="1830366" y="152564"/>
                </a:lnTo>
                <a:lnTo>
                  <a:pt x="1840297" y="165397"/>
                </a:lnTo>
                <a:lnTo>
                  <a:pt x="1850228" y="171023"/>
                </a:lnTo>
                <a:lnTo>
                  <a:pt x="1860160" y="169156"/>
                </a:lnTo>
                <a:lnTo>
                  <a:pt x="1870091" y="175233"/>
                </a:lnTo>
                <a:lnTo>
                  <a:pt x="1880023" y="181906"/>
                </a:lnTo>
                <a:lnTo>
                  <a:pt x="1889954" y="169210"/>
                </a:lnTo>
                <a:lnTo>
                  <a:pt x="1899885" y="148078"/>
                </a:lnTo>
                <a:lnTo>
                  <a:pt x="1909817" y="147549"/>
                </a:lnTo>
                <a:lnTo>
                  <a:pt x="1919748" y="162127"/>
                </a:lnTo>
                <a:lnTo>
                  <a:pt x="1929679" y="158943"/>
                </a:lnTo>
                <a:lnTo>
                  <a:pt x="1939611" y="134382"/>
                </a:lnTo>
                <a:lnTo>
                  <a:pt x="1949542" y="118053"/>
                </a:lnTo>
                <a:lnTo>
                  <a:pt x="1959473" y="123649"/>
                </a:lnTo>
                <a:lnTo>
                  <a:pt x="1969405" y="136982"/>
                </a:lnTo>
                <a:lnTo>
                  <a:pt x="1979336" y="146889"/>
                </a:lnTo>
                <a:lnTo>
                  <a:pt x="1989267" y="152673"/>
                </a:lnTo>
                <a:lnTo>
                  <a:pt x="1999199" y="151476"/>
                </a:lnTo>
                <a:lnTo>
                  <a:pt x="2009130" y="148674"/>
                </a:lnTo>
                <a:lnTo>
                  <a:pt x="2019061" y="164784"/>
                </a:lnTo>
                <a:lnTo>
                  <a:pt x="2028993" y="203805"/>
                </a:lnTo>
                <a:lnTo>
                  <a:pt x="2038924" y="233277"/>
                </a:lnTo>
                <a:lnTo>
                  <a:pt x="2048855" y="224014"/>
                </a:lnTo>
                <a:lnTo>
                  <a:pt x="2058787" y="193723"/>
                </a:lnTo>
                <a:lnTo>
                  <a:pt x="2068718" y="184368"/>
                </a:lnTo>
                <a:lnTo>
                  <a:pt x="2078650" y="206931"/>
                </a:lnTo>
                <a:lnTo>
                  <a:pt x="2088581" y="233125"/>
                </a:lnTo>
                <a:lnTo>
                  <a:pt x="2098512" y="236856"/>
                </a:lnTo>
                <a:lnTo>
                  <a:pt x="2108444" y="220522"/>
                </a:lnTo>
                <a:lnTo>
                  <a:pt x="2118375" y="198606"/>
                </a:lnTo>
                <a:lnTo>
                  <a:pt x="2128306" y="178201"/>
                </a:lnTo>
                <a:lnTo>
                  <a:pt x="2138238" y="164019"/>
                </a:lnTo>
                <a:lnTo>
                  <a:pt x="2148169" y="160542"/>
                </a:lnTo>
                <a:lnTo>
                  <a:pt x="2158100" y="158309"/>
                </a:lnTo>
                <a:lnTo>
                  <a:pt x="2168032" y="142275"/>
                </a:lnTo>
                <a:lnTo>
                  <a:pt x="2177963" y="123510"/>
                </a:lnTo>
                <a:lnTo>
                  <a:pt x="2187894" y="130821"/>
                </a:lnTo>
                <a:lnTo>
                  <a:pt x="2197826" y="161381"/>
                </a:lnTo>
                <a:lnTo>
                  <a:pt x="2207757" y="179739"/>
                </a:lnTo>
                <a:lnTo>
                  <a:pt x="2217688" y="174929"/>
                </a:lnTo>
                <a:lnTo>
                  <a:pt x="2227620" y="172410"/>
                </a:lnTo>
                <a:lnTo>
                  <a:pt x="2237551" y="184032"/>
                </a:lnTo>
                <a:lnTo>
                  <a:pt x="2247482" y="197209"/>
                </a:lnTo>
                <a:lnTo>
                  <a:pt x="2257414" y="212845"/>
                </a:lnTo>
                <a:lnTo>
                  <a:pt x="2267345" y="240134"/>
                </a:lnTo>
                <a:lnTo>
                  <a:pt x="2277277" y="262869"/>
                </a:lnTo>
                <a:lnTo>
                  <a:pt x="2287208" y="264022"/>
                </a:lnTo>
                <a:lnTo>
                  <a:pt x="2297139" y="262992"/>
                </a:lnTo>
                <a:lnTo>
                  <a:pt x="2307071" y="277889"/>
                </a:lnTo>
                <a:lnTo>
                  <a:pt x="2317002" y="285372"/>
                </a:lnTo>
                <a:lnTo>
                  <a:pt x="2326933" y="266310"/>
                </a:lnTo>
                <a:lnTo>
                  <a:pt x="2336865" y="245129"/>
                </a:lnTo>
                <a:lnTo>
                  <a:pt x="2346796" y="239118"/>
                </a:lnTo>
                <a:lnTo>
                  <a:pt x="2356727" y="223677"/>
                </a:lnTo>
                <a:lnTo>
                  <a:pt x="2366659" y="187366"/>
                </a:lnTo>
                <a:lnTo>
                  <a:pt x="2376590" y="161097"/>
                </a:lnTo>
                <a:lnTo>
                  <a:pt x="2386521" y="158946"/>
                </a:lnTo>
                <a:lnTo>
                  <a:pt x="2396453" y="150411"/>
                </a:lnTo>
                <a:lnTo>
                  <a:pt x="2406384" y="117952"/>
                </a:lnTo>
                <a:lnTo>
                  <a:pt x="2416315" y="86073"/>
                </a:lnTo>
                <a:lnTo>
                  <a:pt x="2426247" y="75134"/>
                </a:lnTo>
                <a:lnTo>
                  <a:pt x="2436178" y="74662"/>
                </a:lnTo>
                <a:lnTo>
                  <a:pt x="2446109" y="72295"/>
                </a:lnTo>
                <a:lnTo>
                  <a:pt x="2456041" y="70683"/>
                </a:lnTo>
                <a:lnTo>
                  <a:pt x="2465972" y="72816"/>
                </a:lnTo>
                <a:lnTo>
                  <a:pt x="2475904" y="77676"/>
                </a:lnTo>
                <a:lnTo>
                  <a:pt x="2485835" y="88008"/>
                </a:lnTo>
                <a:lnTo>
                  <a:pt x="2495766" y="106801"/>
                </a:lnTo>
                <a:lnTo>
                  <a:pt x="2505698" y="131192"/>
                </a:lnTo>
                <a:lnTo>
                  <a:pt x="2515629" y="155268"/>
                </a:lnTo>
                <a:lnTo>
                  <a:pt x="2525560" y="174316"/>
                </a:lnTo>
                <a:lnTo>
                  <a:pt x="2535492" y="189283"/>
                </a:lnTo>
                <a:lnTo>
                  <a:pt x="2545423" y="207503"/>
                </a:lnTo>
                <a:lnTo>
                  <a:pt x="2555354" y="229654"/>
                </a:lnTo>
                <a:lnTo>
                  <a:pt x="2565286" y="243294"/>
                </a:lnTo>
                <a:lnTo>
                  <a:pt x="2575217" y="244596"/>
                </a:lnTo>
                <a:lnTo>
                  <a:pt x="2585148" y="250347"/>
                </a:lnTo>
                <a:lnTo>
                  <a:pt x="2595080" y="267939"/>
                </a:lnTo>
                <a:lnTo>
                  <a:pt x="2605011" y="276768"/>
                </a:lnTo>
                <a:lnTo>
                  <a:pt x="2614942" y="263045"/>
                </a:lnTo>
                <a:lnTo>
                  <a:pt x="2624874" y="246139"/>
                </a:lnTo>
                <a:lnTo>
                  <a:pt x="2634805" y="248011"/>
                </a:lnTo>
                <a:lnTo>
                  <a:pt x="2644736" y="263962"/>
                </a:lnTo>
                <a:lnTo>
                  <a:pt x="2654668" y="278748"/>
                </a:lnTo>
                <a:lnTo>
                  <a:pt x="2664599" y="283162"/>
                </a:lnTo>
                <a:lnTo>
                  <a:pt x="2674531" y="269884"/>
                </a:lnTo>
                <a:lnTo>
                  <a:pt x="2684462" y="243383"/>
                </a:lnTo>
                <a:lnTo>
                  <a:pt x="2694393" y="228680"/>
                </a:lnTo>
                <a:lnTo>
                  <a:pt x="2704325" y="238771"/>
                </a:lnTo>
                <a:lnTo>
                  <a:pt x="2714256" y="248849"/>
                </a:lnTo>
                <a:lnTo>
                  <a:pt x="2724187" y="235455"/>
                </a:lnTo>
                <a:lnTo>
                  <a:pt x="2734119" y="216525"/>
                </a:lnTo>
                <a:lnTo>
                  <a:pt x="2744050" y="216932"/>
                </a:lnTo>
                <a:lnTo>
                  <a:pt x="2753981" y="223767"/>
                </a:lnTo>
                <a:lnTo>
                  <a:pt x="2763913" y="214717"/>
                </a:lnTo>
                <a:lnTo>
                  <a:pt x="2773844" y="201495"/>
                </a:lnTo>
                <a:lnTo>
                  <a:pt x="2783775" y="204364"/>
                </a:lnTo>
                <a:lnTo>
                  <a:pt x="2793707" y="209013"/>
                </a:lnTo>
                <a:lnTo>
                  <a:pt x="2803638" y="190364"/>
                </a:lnTo>
                <a:lnTo>
                  <a:pt x="2813569" y="160686"/>
                </a:lnTo>
                <a:lnTo>
                  <a:pt x="2823501" y="152658"/>
                </a:lnTo>
                <a:lnTo>
                  <a:pt x="2833432" y="164580"/>
                </a:lnTo>
                <a:lnTo>
                  <a:pt x="2843363" y="163299"/>
                </a:lnTo>
                <a:lnTo>
                  <a:pt x="2853295" y="141396"/>
                </a:lnTo>
                <a:lnTo>
                  <a:pt x="2863226" y="130787"/>
                </a:lnTo>
                <a:lnTo>
                  <a:pt x="2873158" y="147884"/>
                </a:lnTo>
                <a:lnTo>
                  <a:pt x="2883089" y="163376"/>
                </a:lnTo>
                <a:lnTo>
                  <a:pt x="2893020" y="149775"/>
                </a:lnTo>
                <a:lnTo>
                  <a:pt x="2902952" y="127288"/>
                </a:lnTo>
                <a:lnTo>
                  <a:pt x="2912883" y="131506"/>
                </a:lnTo>
                <a:lnTo>
                  <a:pt x="2922814" y="157765"/>
                </a:lnTo>
                <a:lnTo>
                  <a:pt x="2932746" y="169199"/>
                </a:lnTo>
                <a:lnTo>
                  <a:pt x="2942677" y="147531"/>
                </a:lnTo>
                <a:lnTo>
                  <a:pt x="2952608" y="112160"/>
                </a:lnTo>
                <a:lnTo>
                  <a:pt x="2962540" y="96089"/>
                </a:lnTo>
                <a:lnTo>
                  <a:pt x="2972471" y="113629"/>
                </a:lnTo>
                <a:lnTo>
                  <a:pt x="2982402" y="143805"/>
                </a:lnTo>
                <a:lnTo>
                  <a:pt x="2992334" y="148458"/>
                </a:lnTo>
                <a:lnTo>
                  <a:pt x="3002265" y="119862"/>
                </a:lnTo>
                <a:lnTo>
                  <a:pt x="3012196" y="95606"/>
                </a:lnTo>
                <a:lnTo>
                  <a:pt x="3022128" y="105528"/>
                </a:lnTo>
                <a:lnTo>
                  <a:pt x="3032059" y="127402"/>
                </a:lnTo>
                <a:lnTo>
                  <a:pt x="3041990" y="125063"/>
                </a:lnTo>
                <a:lnTo>
                  <a:pt x="3051922" y="104794"/>
                </a:lnTo>
                <a:lnTo>
                  <a:pt x="3061853" y="98350"/>
                </a:lnTo>
                <a:lnTo>
                  <a:pt x="3071785" y="112493"/>
                </a:lnTo>
                <a:lnTo>
                  <a:pt x="3081716" y="129600"/>
                </a:lnTo>
                <a:lnTo>
                  <a:pt x="3091647" y="140382"/>
                </a:lnTo>
                <a:lnTo>
                  <a:pt x="3101579" y="148879"/>
                </a:lnTo>
                <a:lnTo>
                  <a:pt x="3111510" y="159237"/>
                </a:lnTo>
                <a:lnTo>
                  <a:pt x="3121441" y="173330"/>
                </a:lnTo>
                <a:lnTo>
                  <a:pt x="3131373" y="189301"/>
                </a:lnTo>
                <a:lnTo>
                  <a:pt x="3141304" y="200174"/>
                </a:lnTo>
                <a:lnTo>
                  <a:pt x="3151235" y="206356"/>
                </a:lnTo>
                <a:lnTo>
                  <a:pt x="3161167" y="218961"/>
                </a:lnTo>
                <a:lnTo>
                  <a:pt x="3171098" y="237470"/>
                </a:lnTo>
                <a:lnTo>
                  <a:pt x="3181029" y="245329"/>
                </a:lnTo>
                <a:lnTo>
                  <a:pt x="3190961" y="240491"/>
                </a:lnTo>
                <a:lnTo>
                  <a:pt x="3200892" y="240383"/>
                </a:lnTo>
                <a:lnTo>
                  <a:pt x="3210823" y="246762"/>
                </a:lnTo>
                <a:lnTo>
                  <a:pt x="3220755" y="243169"/>
                </a:lnTo>
                <a:lnTo>
                  <a:pt x="3230686" y="231934"/>
                </a:lnTo>
                <a:lnTo>
                  <a:pt x="3240617" y="229281"/>
                </a:lnTo>
                <a:lnTo>
                  <a:pt x="3250549" y="225382"/>
                </a:lnTo>
                <a:lnTo>
                  <a:pt x="3260480" y="199231"/>
                </a:lnTo>
                <a:lnTo>
                  <a:pt x="3270412" y="165412"/>
                </a:lnTo>
                <a:lnTo>
                  <a:pt x="3280343" y="153615"/>
                </a:lnTo>
                <a:lnTo>
                  <a:pt x="3290274" y="156198"/>
                </a:lnTo>
                <a:lnTo>
                  <a:pt x="3300206" y="147524"/>
                </a:lnTo>
                <a:lnTo>
                  <a:pt x="3310137" y="133267"/>
                </a:lnTo>
                <a:lnTo>
                  <a:pt x="3320068" y="132256"/>
                </a:lnTo>
                <a:lnTo>
                  <a:pt x="3330000" y="137394"/>
                </a:lnTo>
                <a:lnTo>
                  <a:pt x="3339931" y="135070"/>
                </a:lnTo>
                <a:lnTo>
                  <a:pt x="3349862" y="130676"/>
                </a:lnTo>
                <a:lnTo>
                  <a:pt x="3359794" y="128269"/>
                </a:lnTo>
                <a:lnTo>
                  <a:pt x="3369725" y="123963"/>
                </a:lnTo>
                <a:lnTo>
                  <a:pt x="3379656" y="129527"/>
                </a:lnTo>
                <a:lnTo>
                  <a:pt x="3389588" y="156163"/>
                </a:lnTo>
                <a:lnTo>
                  <a:pt x="3399519" y="181150"/>
                </a:lnTo>
                <a:lnTo>
                  <a:pt x="3409450" y="181830"/>
                </a:lnTo>
                <a:lnTo>
                  <a:pt x="3419382" y="179338"/>
                </a:lnTo>
                <a:lnTo>
                  <a:pt x="3429313" y="194631"/>
                </a:lnTo>
                <a:lnTo>
                  <a:pt x="3439245" y="201266"/>
                </a:lnTo>
                <a:lnTo>
                  <a:pt x="3449176" y="178145"/>
                </a:lnTo>
                <a:lnTo>
                  <a:pt x="3459107" y="158018"/>
                </a:lnTo>
                <a:lnTo>
                  <a:pt x="3469039" y="169646"/>
                </a:lnTo>
                <a:lnTo>
                  <a:pt x="3478970" y="187265"/>
                </a:lnTo>
                <a:lnTo>
                  <a:pt x="3488901" y="180398"/>
                </a:lnTo>
                <a:lnTo>
                  <a:pt x="3498833" y="157391"/>
                </a:lnTo>
                <a:lnTo>
                  <a:pt x="3508764" y="134231"/>
                </a:lnTo>
                <a:lnTo>
                  <a:pt x="3518695" y="114950"/>
                </a:lnTo>
                <a:lnTo>
                  <a:pt x="3528627" y="106204"/>
                </a:lnTo>
                <a:lnTo>
                  <a:pt x="3538558" y="102932"/>
                </a:lnTo>
                <a:lnTo>
                  <a:pt x="3548489" y="83604"/>
                </a:lnTo>
                <a:lnTo>
                  <a:pt x="3558421" y="59279"/>
                </a:lnTo>
                <a:lnTo>
                  <a:pt x="3568352" y="72023"/>
                </a:lnTo>
                <a:lnTo>
                  <a:pt x="3578283" y="112139"/>
                </a:lnTo>
                <a:lnTo>
                  <a:pt x="3588215" y="120697"/>
                </a:lnTo>
                <a:lnTo>
                  <a:pt x="3598146" y="100005"/>
                </a:lnTo>
                <a:lnTo>
                  <a:pt x="3608077" y="116262"/>
                </a:lnTo>
                <a:lnTo>
                  <a:pt x="3618009" y="174991"/>
                </a:lnTo>
                <a:lnTo>
                  <a:pt x="3627940" y="211748"/>
                </a:lnTo>
                <a:lnTo>
                  <a:pt x="3637872" y="213248"/>
                </a:lnTo>
                <a:lnTo>
                  <a:pt x="3647803" y="227130"/>
                </a:lnTo>
                <a:lnTo>
                  <a:pt x="3657734" y="259533"/>
                </a:lnTo>
                <a:lnTo>
                  <a:pt x="3667666" y="277329"/>
                </a:lnTo>
                <a:lnTo>
                  <a:pt x="3677597" y="285778"/>
                </a:lnTo>
                <a:lnTo>
                  <a:pt x="3687528" y="303172"/>
                </a:lnTo>
                <a:lnTo>
                  <a:pt x="3697460" y="305265"/>
                </a:lnTo>
                <a:lnTo>
                  <a:pt x="3707391" y="277485"/>
                </a:lnTo>
                <a:lnTo>
                  <a:pt x="3717322" y="255912"/>
                </a:lnTo>
                <a:lnTo>
                  <a:pt x="3727254" y="255769"/>
                </a:lnTo>
                <a:lnTo>
                  <a:pt x="3737185" y="242505"/>
                </a:lnTo>
                <a:lnTo>
                  <a:pt x="3747116" y="210045"/>
                </a:lnTo>
                <a:lnTo>
                  <a:pt x="3757048" y="191411"/>
                </a:lnTo>
                <a:lnTo>
                  <a:pt x="3766979" y="179478"/>
                </a:lnTo>
                <a:lnTo>
                  <a:pt x="3776910" y="140582"/>
                </a:lnTo>
                <a:lnTo>
                  <a:pt x="3786842" y="96585"/>
                </a:lnTo>
                <a:lnTo>
                  <a:pt x="3796773" y="90038"/>
                </a:lnTo>
                <a:lnTo>
                  <a:pt x="3806704" y="97931"/>
                </a:lnTo>
                <a:lnTo>
                  <a:pt x="3816636" y="77083"/>
                </a:lnTo>
                <a:lnTo>
                  <a:pt x="3826567" y="49287"/>
                </a:lnTo>
                <a:lnTo>
                  <a:pt x="3836499" y="55170"/>
                </a:lnTo>
                <a:lnTo>
                  <a:pt x="3846430" y="77377"/>
                </a:lnTo>
                <a:lnTo>
                  <a:pt x="3856361" y="79350"/>
                </a:lnTo>
                <a:lnTo>
                  <a:pt x="3866293" y="67473"/>
                </a:lnTo>
                <a:lnTo>
                  <a:pt x="3876224" y="68329"/>
                </a:lnTo>
                <a:lnTo>
                  <a:pt x="3886155" y="89532"/>
                </a:lnTo>
                <a:lnTo>
                  <a:pt x="3896087" y="120710"/>
                </a:lnTo>
                <a:lnTo>
                  <a:pt x="3906018" y="139947"/>
                </a:lnTo>
                <a:lnTo>
                  <a:pt x="3915949" y="133250"/>
                </a:lnTo>
                <a:lnTo>
                  <a:pt x="3925881" y="127314"/>
                </a:lnTo>
                <a:lnTo>
                  <a:pt x="3935812" y="158823"/>
                </a:lnTo>
                <a:lnTo>
                  <a:pt x="3945743" y="205541"/>
                </a:lnTo>
                <a:lnTo>
                  <a:pt x="3955675" y="216490"/>
                </a:lnTo>
                <a:lnTo>
                  <a:pt x="3965606" y="201314"/>
                </a:lnTo>
                <a:lnTo>
                  <a:pt x="3975537" y="203982"/>
                </a:lnTo>
                <a:lnTo>
                  <a:pt x="3985469" y="213249"/>
                </a:lnTo>
                <a:lnTo>
                  <a:pt x="3995400" y="195797"/>
                </a:lnTo>
                <a:lnTo>
                  <a:pt x="4005331" y="178800"/>
                </a:lnTo>
                <a:lnTo>
                  <a:pt x="4015263" y="200209"/>
                </a:lnTo>
                <a:lnTo>
                  <a:pt x="4025194" y="227090"/>
                </a:lnTo>
                <a:lnTo>
                  <a:pt x="4035126" y="215491"/>
                </a:lnTo>
                <a:lnTo>
                  <a:pt x="4045057" y="191792"/>
                </a:lnTo>
                <a:lnTo>
                  <a:pt x="4054988" y="195736"/>
                </a:lnTo>
                <a:lnTo>
                  <a:pt x="4064920" y="209643"/>
                </a:lnTo>
                <a:lnTo>
                  <a:pt x="4074851" y="207190"/>
                </a:lnTo>
                <a:lnTo>
                  <a:pt x="4084782" y="203467"/>
                </a:lnTo>
                <a:lnTo>
                  <a:pt x="4094714" y="211125"/>
                </a:lnTo>
                <a:lnTo>
                  <a:pt x="4104645" y="211648"/>
                </a:lnTo>
                <a:lnTo>
                  <a:pt x="4114576" y="197457"/>
                </a:lnTo>
                <a:lnTo>
                  <a:pt x="4124508" y="188241"/>
                </a:lnTo>
                <a:lnTo>
                  <a:pt x="4134439" y="195727"/>
                </a:lnTo>
                <a:lnTo>
                  <a:pt x="4144370" y="210371"/>
                </a:lnTo>
                <a:lnTo>
                  <a:pt x="4154302" y="216275"/>
                </a:lnTo>
                <a:lnTo>
                  <a:pt x="4164233" y="200704"/>
                </a:lnTo>
                <a:lnTo>
                  <a:pt x="4174164" y="169031"/>
                </a:lnTo>
                <a:lnTo>
                  <a:pt x="4184096" y="148189"/>
                </a:lnTo>
                <a:lnTo>
                  <a:pt x="4194027" y="147594"/>
                </a:lnTo>
                <a:lnTo>
                  <a:pt x="4203958" y="141722"/>
                </a:lnTo>
                <a:lnTo>
                  <a:pt x="4213890" y="122593"/>
                </a:lnTo>
                <a:lnTo>
                  <a:pt x="4223821" y="120983"/>
                </a:lnTo>
                <a:lnTo>
                  <a:pt x="4233753" y="141851"/>
                </a:lnTo>
                <a:lnTo>
                  <a:pt x="4243684" y="144533"/>
                </a:lnTo>
                <a:lnTo>
                  <a:pt x="4253615" y="119315"/>
                </a:lnTo>
                <a:lnTo>
                  <a:pt x="4263547" y="109160"/>
                </a:lnTo>
                <a:lnTo>
                  <a:pt x="4273478" y="131525"/>
                </a:lnTo>
                <a:lnTo>
                  <a:pt x="4283409" y="155537"/>
                </a:lnTo>
                <a:lnTo>
                  <a:pt x="4293341" y="166743"/>
                </a:lnTo>
                <a:lnTo>
                  <a:pt x="4303272" y="180175"/>
                </a:lnTo>
                <a:lnTo>
                  <a:pt x="4313203" y="194974"/>
                </a:lnTo>
                <a:lnTo>
                  <a:pt x="4323135" y="201350"/>
                </a:lnTo>
                <a:lnTo>
                  <a:pt x="4333066" y="210307"/>
                </a:lnTo>
                <a:lnTo>
                  <a:pt x="4342997" y="227529"/>
                </a:lnTo>
                <a:lnTo>
                  <a:pt x="4352929" y="237844"/>
                </a:lnTo>
                <a:lnTo>
                  <a:pt x="4362860" y="243850"/>
                </a:lnTo>
                <a:lnTo>
                  <a:pt x="4372791" y="262123"/>
                </a:lnTo>
                <a:lnTo>
                  <a:pt x="4382723" y="274785"/>
                </a:lnTo>
                <a:lnTo>
                  <a:pt x="4392654" y="256912"/>
                </a:lnTo>
                <a:lnTo>
                  <a:pt x="4402585" y="236303"/>
                </a:lnTo>
                <a:lnTo>
                  <a:pt x="4412517" y="245426"/>
                </a:lnTo>
                <a:lnTo>
                  <a:pt x="4422448" y="251993"/>
                </a:lnTo>
                <a:lnTo>
                  <a:pt x="4432380" y="221631"/>
                </a:lnTo>
                <a:lnTo>
                  <a:pt x="4442311" y="191511"/>
                </a:lnTo>
                <a:lnTo>
                  <a:pt x="4452242" y="198562"/>
                </a:lnTo>
                <a:lnTo>
                  <a:pt x="4462174" y="207172"/>
                </a:lnTo>
                <a:lnTo>
                  <a:pt x="4472105" y="183145"/>
                </a:lnTo>
                <a:lnTo>
                  <a:pt x="4482036" y="157626"/>
                </a:lnTo>
                <a:lnTo>
                  <a:pt x="4491968" y="158221"/>
                </a:lnTo>
                <a:lnTo>
                  <a:pt x="4501899" y="163405"/>
                </a:lnTo>
                <a:lnTo>
                  <a:pt x="4511830" y="163342"/>
                </a:lnTo>
                <a:lnTo>
                  <a:pt x="4521762" y="177679"/>
                </a:lnTo>
                <a:lnTo>
                  <a:pt x="4531693" y="199041"/>
                </a:lnTo>
                <a:lnTo>
                  <a:pt x="4541624" y="204310"/>
                </a:lnTo>
                <a:lnTo>
                  <a:pt x="4551556" y="209988"/>
                </a:lnTo>
                <a:lnTo>
                  <a:pt x="4561487" y="236111"/>
                </a:lnTo>
                <a:lnTo>
                  <a:pt x="4571418" y="252373"/>
                </a:lnTo>
                <a:lnTo>
                  <a:pt x="4581350" y="234994"/>
                </a:lnTo>
                <a:lnTo>
                  <a:pt x="4591281" y="222013"/>
                </a:lnTo>
                <a:lnTo>
                  <a:pt x="4601212" y="246042"/>
                </a:lnTo>
                <a:lnTo>
                  <a:pt x="4611144" y="276982"/>
                </a:lnTo>
                <a:lnTo>
                  <a:pt x="4621075" y="282722"/>
                </a:lnTo>
                <a:lnTo>
                  <a:pt x="4631007" y="277069"/>
                </a:lnTo>
                <a:lnTo>
                  <a:pt x="4640938" y="273942"/>
                </a:lnTo>
                <a:lnTo>
                  <a:pt x="4650869" y="263012"/>
                </a:lnTo>
                <a:lnTo>
                  <a:pt x="4660801" y="245605"/>
                </a:lnTo>
                <a:lnTo>
                  <a:pt x="4670732" y="233096"/>
                </a:lnTo>
                <a:lnTo>
                  <a:pt x="4680663" y="215531"/>
                </a:lnTo>
                <a:lnTo>
                  <a:pt x="4690595" y="182950"/>
                </a:lnTo>
                <a:lnTo>
                  <a:pt x="4700526" y="151967"/>
                </a:lnTo>
                <a:lnTo>
                  <a:pt x="4710457" y="132237"/>
                </a:lnTo>
                <a:lnTo>
                  <a:pt x="4720389" y="108531"/>
                </a:lnTo>
                <a:lnTo>
                  <a:pt x="4730320" y="81123"/>
                </a:lnTo>
                <a:lnTo>
                  <a:pt x="4740251" y="70376"/>
                </a:lnTo>
                <a:lnTo>
                  <a:pt x="4750183" y="70058"/>
                </a:lnTo>
                <a:lnTo>
                  <a:pt x="4760114" y="54653"/>
                </a:lnTo>
                <a:lnTo>
                  <a:pt x="4770045" y="30420"/>
                </a:lnTo>
                <a:lnTo>
                  <a:pt x="4779977" y="22860"/>
                </a:lnTo>
                <a:lnTo>
                  <a:pt x="4789908" y="30539"/>
                </a:lnTo>
                <a:lnTo>
                  <a:pt x="4799839" y="40217"/>
                </a:lnTo>
                <a:lnTo>
                  <a:pt x="4809771" y="57340"/>
                </a:lnTo>
                <a:lnTo>
                  <a:pt x="4819702" y="83658"/>
                </a:lnTo>
                <a:lnTo>
                  <a:pt x="4829634" y="104679"/>
                </a:lnTo>
                <a:lnTo>
                  <a:pt x="4839565" y="121282"/>
                </a:lnTo>
                <a:lnTo>
                  <a:pt x="4849496" y="146919"/>
                </a:lnTo>
                <a:lnTo>
                  <a:pt x="4859428" y="171150"/>
                </a:lnTo>
                <a:lnTo>
                  <a:pt x="4869359" y="178664"/>
                </a:lnTo>
                <a:lnTo>
                  <a:pt x="4879290" y="188449"/>
                </a:lnTo>
                <a:lnTo>
                  <a:pt x="4889222" y="219186"/>
                </a:lnTo>
                <a:lnTo>
                  <a:pt x="4899153" y="247200"/>
                </a:lnTo>
                <a:lnTo>
                  <a:pt x="4909084" y="250210"/>
                </a:lnTo>
                <a:lnTo>
                  <a:pt x="4919016" y="248622"/>
                </a:lnTo>
                <a:lnTo>
                  <a:pt x="4928947" y="260764"/>
                </a:lnTo>
                <a:lnTo>
                  <a:pt x="4938878" y="270745"/>
                </a:lnTo>
                <a:lnTo>
                  <a:pt x="4948810" y="269258"/>
                </a:lnTo>
                <a:lnTo>
                  <a:pt x="4958741" y="265957"/>
                </a:lnTo>
                <a:lnTo>
                  <a:pt x="4968672" y="251414"/>
                </a:lnTo>
                <a:lnTo>
                  <a:pt x="4978604" y="212806"/>
                </a:lnTo>
                <a:lnTo>
                  <a:pt x="4988535" y="178766"/>
                </a:lnTo>
                <a:lnTo>
                  <a:pt x="4998466" y="179893"/>
                </a:lnTo>
                <a:lnTo>
                  <a:pt x="5008398" y="189715"/>
                </a:lnTo>
                <a:lnTo>
                  <a:pt x="5018329" y="170178"/>
                </a:lnTo>
                <a:lnTo>
                  <a:pt x="5028261" y="134875"/>
                </a:lnTo>
                <a:lnTo>
                  <a:pt x="5038192" y="109881"/>
                </a:lnTo>
                <a:lnTo>
                  <a:pt x="5048123" y="88243"/>
                </a:lnTo>
                <a:lnTo>
                  <a:pt x="5058055" y="70188"/>
                </a:lnTo>
                <a:lnTo>
                  <a:pt x="5067986" y="78826"/>
                </a:lnTo>
                <a:lnTo>
                  <a:pt x="5077917" y="100949"/>
                </a:lnTo>
                <a:lnTo>
                  <a:pt x="5087849" y="91860"/>
                </a:lnTo>
                <a:lnTo>
                  <a:pt x="5097780" y="60904"/>
                </a:lnTo>
              </a:path>
            </a:pathLst>
          </a:custGeom>
          <a:solidFill>
            <a:srgbClr val="FFFFFF">
              <a:alpha val="0"/>
            </a:srgbClr>
          </a:solidFill>
          <a:ln w="13335" cap="rnd">
            <a:solidFill>
              <a:srgbClr val="007C83"/>
            </a:solidFill>
            <a:prstDash val="dash"/>
          </a:ln>
        </p:spPr>
      </p:sp>
      <p:sp>
        <p:nvSpPr>
          <p:cNvPr id="29" name="Text 27"/>
          <p:cNvSpPr/>
          <p:nvPr/>
        </p:nvSpPr>
        <p:spPr>
          <a:xfrm>
            <a:off x="6007608" y="2999232"/>
            <a:ext cx="347472" cy="192024"/>
          </a:xfrm>
          <a:prstGeom prst="rect">
            <a:avLst/>
          </a:prstGeom>
          <a:noFill/>
          <a:ln/>
        </p:spPr>
        <p:txBody>
          <a:bodyPr wrap="square" lIns="0" tIns="0" rIns="0" bIns="0" rtlCol="0" anchor="t"/>
          <a:lstStyle/>
          <a:p>
            <a:pPr algn="r" indent="0" marL="0">
              <a:lnSpc>
                <a:spcPct val="100000"/>
              </a:lnSpc>
              <a:buNone/>
            </a:pPr>
            <a:r>
              <a:rPr lang="ko-KR" altLang="en-US" sz="850" dirty="0">
                <a:solidFill>
                  <a:srgbClr val="647986"/>
                </a:solidFill>
                <a:latin typeface="Pretendard" pitchFamily="34" charset="0"/>
                <a:ea typeface="Pretendard" pitchFamily="34" charset="-122"/>
                <a:cs typeface="Pretendard" pitchFamily="34" charset="-120"/>
              </a:rPr>
              <a:t>-4.5</a:t>
            </a:r>
            <a:endParaRPr lang="ko-KR" sz="850" dirty="0"/>
          </a:p>
        </p:txBody>
      </p:sp>
      <p:sp>
        <p:nvSpPr>
          <p:cNvPr id="30" name="Text 28"/>
          <p:cNvSpPr/>
          <p:nvPr/>
        </p:nvSpPr>
        <p:spPr>
          <a:xfrm>
            <a:off x="6007608" y="2816352"/>
            <a:ext cx="347472" cy="192024"/>
          </a:xfrm>
          <a:prstGeom prst="rect">
            <a:avLst/>
          </a:prstGeom>
          <a:noFill/>
          <a:ln/>
        </p:spPr>
        <p:txBody>
          <a:bodyPr wrap="square" lIns="0" tIns="0" rIns="0" bIns="0" rtlCol="0" anchor="t"/>
          <a:lstStyle/>
          <a:p>
            <a:pPr algn="r" indent="0" marL="0">
              <a:lnSpc>
                <a:spcPct val="100000"/>
              </a:lnSpc>
              <a:buNone/>
            </a:pPr>
            <a:r>
              <a:rPr lang="ko-KR" altLang="en-US" sz="850" dirty="0">
                <a:solidFill>
                  <a:srgbClr val="647986"/>
                </a:solidFill>
                <a:latin typeface="Pretendard" pitchFamily="34" charset="0"/>
                <a:ea typeface="Pretendard" pitchFamily="34" charset="-122"/>
                <a:cs typeface="Pretendard" pitchFamily="34" charset="-120"/>
              </a:rPr>
              <a:t>0.0</a:t>
            </a:r>
            <a:endParaRPr lang="ko-KR" sz="850" dirty="0"/>
          </a:p>
        </p:txBody>
      </p:sp>
      <p:sp>
        <p:nvSpPr>
          <p:cNvPr id="31" name="Text 29"/>
          <p:cNvSpPr/>
          <p:nvPr/>
        </p:nvSpPr>
        <p:spPr>
          <a:xfrm>
            <a:off x="6007608" y="2633472"/>
            <a:ext cx="347472" cy="192024"/>
          </a:xfrm>
          <a:prstGeom prst="rect">
            <a:avLst/>
          </a:prstGeom>
          <a:noFill/>
          <a:ln/>
        </p:spPr>
        <p:txBody>
          <a:bodyPr wrap="square" lIns="0" tIns="0" rIns="0" bIns="0" rtlCol="0" anchor="t"/>
          <a:lstStyle/>
          <a:p>
            <a:pPr algn="r" indent="0" marL="0">
              <a:lnSpc>
                <a:spcPct val="100000"/>
              </a:lnSpc>
              <a:buNone/>
            </a:pPr>
            <a:r>
              <a:rPr lang="ko-KR" altLang="en-US" sz="850" dirty="0">
                <a:solidFill>
                  <a:srgbClr val="647986"/>
                </a:solidFill>
                <a:latin typeface="Pretendard" pitchFamily="34" charset="0"/>
                <a:ea typeface="Pretendard" pitchFamily="34" charset="-122"/>
                <a:cs typeface="Pretendard" pitchFamily="34" charset="-120"/>
              </a:rPr>
              <a:t>4.5</a:t>
            </a:r>
            <a:endParaRPr lang="ko-KR" sz="850" dirty="0"/>
          </a:p>
        </p:txBody>
      </p:sp>
      <p:sp>
        <p:nvSpPr>
          <p:cNvPr id="32" name="Shape 30"/>
          <p:cNvSpPr/>
          <p:nvPr/>
        </p:nvSpPr>
        <p:spPr>
          <a:xfrm>
            <a:off x="6428232" y="3182112"/>
            <a:ext cx="5074920" cy="164592"/>
          </a:xfrm>
          <a:prstGeom prst="rect">
            <a:avLst>
              <a:gd name="adj" fmla="val 55556"/>
            </a:avLst>
          </a:prstGeom>
          <a:solidFill>
            <a:srgbClr val="FFFFFF"/>
          </a:solidFill>
          <a:ln w="12700">
            <a:solidFill>
              <a:srgbClr val="DAE3E7"/>
            </a:solidFill>
            <a:prstDash val="solid"/>
          </a:ln>
        </p:spPr>
      </p:sp>
      <p:sp>
        <p:nvSpPr>
          <p:cNvPr id="33" name="Shape 31"/>
          <p:cNvSpPr/>
          <p:nvPr/>
        </p:nvSpPr>
        <p:spPr>
          <a:xfrm>
            <a:off x="6428232" y="3264408"/>
            <a:ext cx="5074920" cy="0"/>
          </a:xfrm>
          <a:prstGeom prst="line">
            <a:avLst/>
          </a:prstGeom>
          <a:noFill/>
          <a:ln w="8255">
            <a:solidFill>
              <a:srgbClr val="DAE3E7"/>
            </a:solidFill>
            <a:prstDash val="solid"/>
          </a:ln>
        </p:spPr>
      </p:sp>
      <p:sp>
        <p:nvSpPr>
          <p:cNvPr id="34" name="wave_5"/>
          <p:cNvSpPr/>
          <p:nvPr/>
        </p:nvSpPr>
        <p:spPr>
          <a:xfrm>
            <a:off x="6405372" y="3227652"/>
            <a:ext cx="5120640" cy="74012"/>
          </a:xfrm>
          <a:custGeom>
            <a:avLst/>
            <a:gdLst/>
            <a:ahLst/>
            <a:cxnLst/>
            <a:rect l="l" t="t" r="r" b="b"/>
            <a:pathLst>
              <a:path w="5120640" h="74012" fill="none" stroke="1" extrusionOk="0">
                <a:moveTo>
                  <a:pt x="22860" y="33230"/>
                </a:moveTo>
                <a:lnTo>
                  <a:pt x="32791" y="39813"/>
                </a:lnTo>
                <a:lnTo>
                  <a:pt x="42723" y="44334"/>
                </a:lnTo>
                <a:lnTo>
                  <a:pt x="52654" y="45276"/>
                </a:lnTo>
                <a:lnTo>
                  <a:pt x="62585" y="43371"/>
                </a:lnTo>
                <a:lnTo>
                  <a:pt x="72517" y="39637"/>
                </a:lnTo>
                <a:lnTo>
                  <a:pt x="82448" y="35602"/>
                </a:lnTo>
                <a:lnTo>
                  <a:pt x="92379" y="32725"/>
                </a:lnTo>
                <a:lnTo>
                  <a:pt x="102311" y="31353"/>
                </a:lnTo>
                <a:lnTo>
                  <a:pt x="112242" y="32161"/>
                </a:lnTo>
                <a:lnTo>
                  <a:pt x="122174" y="36558"/>
                </a:lnTo>
                <a:lnTo>
                  <a:pt x="132105" y="42711"/>
                </a:lnTo>
                <a:lnTo>
                  <a:pt x="142036" y="44444"/>
                </a:lnTo>
                <a:lnTo>
                  <a:pt x="151968" y="38721"/>
                </a:lnTo>
                <a:lnTo>
                  <a:pt x="161899" y="31340"/>
                </a:lnTo>
                <a:lnTo>
                  <a:pt x="171830" y="29966"/>
                </a:lnTo>
                <a:lnTo>
                  <a:pt x="181762" y="34070"/>
                </a:lnTo>
                <a:lnTo>
                  <a:pt x="191693" y="37316"/>
                </a:lnTo>
                <a:lnTo>
                  <a:pt x="201624" y="37294"/>
                </a:lnTo>
                <a:lnTo>
                  <a:pt x="211556" y="36579"/>
                </a:lnTo>
                <a:lnTo>
                  <a:pt x="221487" y="36099"/>
                </a:lnTo>
                <a:lnTo>
                  <a:pt x="231418" y="34220"/>
                </a:lnTo>
                <a:lnTo>
                  <a:pt x="241350" y="31788"/>
                </a:lnTo>
                <a:lnTo>
                  <a:pt x="251281" y="32056"/>
                </a:lnTo>
                <a:lnTo>
                  <a:pt x="261212" y="35335"/>
                </a:lnTo>
                <a:lnTo>
                  <a:pt x="271144" y="38229"/>
                </a:lnTo>
                <a:lnTo>
                  <a:pt x="281075" y="38320"/>
                </a:lnTo>
                <a:lnTo>
                  <a:pt x="291006" y="36317"/>
                </a:lnTo>
                <a:lnTo>
                  <a:pt x="300938" y="34113"/>
                </a:lnTo>
                <a:lnTo>
                  <a:pt x="310869" y="33420"/>
                </a:lnTo>
                <a:lnTo>
                  <a:pt x="320801" y="35397"/>
                </a:lnTo>
                <a:lnTo>
                  <a:pt x="330732" y="39216"/>
                </a:lnTo>
                <a:lnTo>
                  <a:pt x="340663" y="41915"/>
                </a:lnTo>
                <a:lnTo>
                  <a:pt x="350595" y="41505"/>
                </a:lnTo>
                <a:lnTo>
                  <a:pt x="360526" y="39239"/>
                </a:lnTo>
                <a:lnTo>
                  <a:pt x="370457" y="37468"/>
                </a:lnTo>
                <a:lnTo>
                  <a:pt x="380389" y="36492"/>
                </a:lnTo>
                <a:lnTo>
                  <a:pt x="390320" y="35083"/>
                </a:lnTo>
                <a:lnTo>
                  <a:pt x="400251" y="33285"/>
                </a:lnTo>
                <a:lnTo>
                  <a:pt x="410183" y="32868"/>
                </a:lnTo>
                <a:lnTo>
                  <a:pt x="420114" y="34778"/>
                </a:lnTo>
                <a:lnTo>
                  <a:pt x="430045" y="37560"/>
                </a:lnTo>
                <a:lnTo>
                  <a:pt x="439977" y="39320"/>
                </a:lnTo>
                <a:lnTo>
                  <a:pt x="449908" y="40128"/>
                </a:lnTo>
                <a:lnTo>
                  <a:pt x="459839" y="40784"/>
                </a:lnTo>
                <a:lnTo>
                  <a:pt x="469771" y="40406"/>
                </a:lnTo>
                <a:lnTo>
                  <a:pt x="479702" y="38093"/>
                </a:lnTo>
                <a:lnTo>
                  <a:pt x="489633" y="36072"/>
                </a:lnTo>
                <a:lnTo>
                  <a:pt x="499565" y="37290"/>
                </a:lnTo>
                <a:lnTo>
                  <a:pt x="509496" y="40268"/>
                </a:lnTo>
                <a:lnTo>
                  <a:pt x="519428" y="40933"/>
                </a:lnTo>
                <a:lnTo>
                  <a:pt x="529359" y="39284"/>
                </a:lnTo>
                <a:lnTo>
                  <a:pt x="539290" y="38786"/>
                </a:lnTo>
                <a:lnTo>
                  <a:pt x="549222" y="39280"/>
                </a:lnTo>
                <a:lnTo>
                  <a:pt x="559153" y="37080"/>
                </a:lnTo>
                <a:lnTo>
                  <a:pt x="569084" y="32600"/>
                </a:lnTo>
                <a:lnTo>
                  <a:pt x="579016" y="30702"/>
                </a:lnTo>
                <a:lnTo>
                  <a:pt x="588947" y="32426"/>
                </a:lnTo>
                <a:lnTo>
                  <a:pt x="598878" y="33803"/>
                </a:lnTo>
                <a:lnTo>
                  <a:pt x="608810" y="33974"/>
                </a:lnTo>
                <a:lnTo>
                  <a:pt x="618741" y="36352"/>
                </a:lnTo>
                <a:lnTo>
                  <a:pt x="628672" y="40296"/>
                </a:lnTo>
                <a:lnTo>
                  <a:pt x="638604" y="40270"/>
                </a:lnTo>
                <a:lnTo>
                  <a:pt x="648535" y="35628"/>
                </a:lnTo>
                <a:lnTo>
                  <a:pt x="658466" y="32780"/>
                </a:lnTo>
                <a:lnTo>
                  <a:pt x="668398" y="34959"/>
                </a:lnTo>
                <a:lnTo>
                  <a:pt x="678329" y="37900"/>
                </a:lnTo>
                <a:lnTo>
                  <a:pt x="688260" y="38404"/>
                </a:lnTo>
                <a:lnTo>
                  <a:pt x="698192" y="38968"/>
                </a:lnTo>
                <a:lnTo>
                  <a:pt x="708123" y="40528"/>
                </a:lnTo>
                <a:lnTo>
                  <a:pt x="718055" y="38743"/>
                </a:lnTo>
                <a:lnTo>
                  <a:pt x="727986" y="32284"/>
                </a:lnTo>
                <a:lnTo>
                  <a:pt x="737917" y="27771"/>
                </a:lnTo>
                <a:lnTo>
                  <a:pt x="747849" y="30761"/>
                </a:lnTo>
                <a:lnTo>
                  <a:pt x="757780" y="37239"/>
                </a:lnTo>
                <a:lnTo>
                  <a:pt x="767711" y="40088"/>
                </a:lnTo>
                <a:lnTo>
                  <a:pt x="777643" y="39493"/>
                </a:lnTo>
                <a:lnTo>
                  <a:pt x="787574" y="40203"/>
                </a:lnTo>
                <a:lnTo>
                  <a:pt x="797505" y="42001"/>
                </a:lnTo>
                <a:lnTo>
                  <a:pt x="807437" y="40665"/>
                </a:lnTo>
                <a:lnTo>
                  <a:pt x="817368" y="36482"/>
                </a:lnTo>
                <a:lnTo>
                  <a:pt x="827299" y="33952"/>
                </a:lnTo>
                <a:lnTo>
                  <a:pt x="837231" y="33953"/>
                </a:lnTo>
                <a:lnTo>
                  <a:pt x="847162" y="33646"/>
                </a:lnTo>
                <a:lnTo>
                  <a:pt x="857093" y="33070"/>
                </a:lnTo>
                <a:lnTo>
                  <a:pt x="867025" y="34413"/>
                </a:lnTo>
                <a:lnTo>
                  <a:pt x="876956" y="36336"/>
                </a:lnTo>
                <a:lnTo>
                  <a:pt x="886887" y="36389"/>
                </a:lnTo>
                <a:lnTo>
                  <a:pt x="896819" y="36390"/>
                </a:lnTo>
                <a:lnTo>
                  <a:pt x="906750" y="38339"/>
                </a:lnTo>
                <a:lnTo>
                  <a:pt x="916682" y="39366"/>
                </a:lnTo>
                <a:lnTo>
                  <a:pt x="926613" y="37751"/>
                </a:lnTo>
                <a:lnTo>
                  <a:pt x="936544" y="37693"/>
                </a:lnTo>
                <a:lnTo>
                  <a:pt x="946476" y="41200"/>
                </a:lnTo>
                <a:lnTo>
                  <a:pt x="956407" y="43196"/>
                </a:lnTo>
                <a:lnTo>
                  <a:pt x="966338" y="41051"/>
                </a:lnTo>
                <a:lnTo>
                  <a:pt x="976270" y="39247"/>
                </a:lnTo>
                <a:lnTo>
                  <a:pt x="986201" y="39200"/>
                </a:lnTo>
                <a:lnTo>
                  <a:pt x="996132" y="36008"/>
                </a:lnTo>
                <a:lnTo>
                  <a:pt x="1006064" y="29929"/>
                </a:lnTo>
                <a:lnTo>
                  <a:pt x="1015995" y="28473"/>
                </a:lnTo>
                <a:lnTo>
                  <a:pt x="1025926" y="33356"/>
                </a:lnTo>
                <a:lnTo>
                  <a:pt x="1035858" y="37840"/>
                </a:lnTo>
                <a:lnTo>
                  <a:pt x="1045789" y="38714"/>
                </a:lnTo>
                <a:lnTo>
                  <a:pt x="1055720" y="38828"/>
                </a:lnTo>
                <a:lnTo>
                  <a:pt x="1065652" y="38543"/>
                </a:lnTo>
                <a:lnTo>
                  <a:pt x="1075583" y="36408"/>
                </a:lnTo>
                <a:lnTo>
                  <a:pt x="1085514" y="35527"/>
                </a:lnTo>
                <a:lnTo>
                  <a:pt x="1095446" y="38812"/>
                </a:lnTo>
                <a:lnTo>
                  <a:pt x="1105377" y="42692"/>
                </a:lnTo>
                <a:lnTo>
                  <a:pt x="1115309" y="43840"/>
                </a:lnTo>
                <a:lnTo>
                  <a:pt x="1125240" y="44685"/>
                </a:lnTo>
                <a:lnTo>
                  <a:pt x="1135171" y="45752"/>
                </a:lnTo>
                <a:lnTo>
                  <a:pt x="1145103" y="42488"/>
                </a:lnTo>
                <a:lnTo>
                  <a:pt x="1155034" y="35200"/>
                </a:lnTo>
                <a:lnTo>
                  <a:pt x="1164965" y="31073"/>
                </a:lnTo>
                <a:lnTo>
                  <a:pt x="1174897" y="31950"/>
                </a:lnTo>
                <a:lnTo>
                  <a:pt x="1184828" y="31382"/>
                </a:lnTo>
                <a:lnTo>
                  <a:pt x="1194759" y="26932"/>
                </a:lnTo>
                <a:lnTo>
                  <a:pt x="1204691" y="24436"/>
                </a:lnTo>
                <a:lnTo>
                  <a:pt x="1214622" y="27756"/>
                </a:lnTo>
                <a:lnTo>
                  <a:pt x="1224553" y="33844"/>
                </a:lnTo>
                <a:lnTo>
                  <a:pt x="1234485" y="39188"/>
                </a:lnTo>
                <a:lnTo>
                  <a:pt x="1244416" y="43140"/>
                </a:lnTo>
                <a:lnTo>
                  <a:pt x="1254347" y="44564"/>
                </a:lnTo>
                <a:lnTo>
                  <a:pt x="1264279" y="41999"/>
                </a:lnTo>
                <a:lnTo>
                  <a:pt x="1274210" y="37502"/>
                </a:lnTo>
                <a:lnTo>
                  <a:pt x="1284141" y="35349"/>
                </a:lnTo>
                <a:lnTo>
                  <a:pt x="1294073" y="36492"/>
                </a:lnTo>
                <a:lnTo>
                  <a:pt x="1304004" y="37695"/>
                </a:lnTo>
                <a:lnTo>
                  <a:pt x="1313936" y="36782"/>
                </a:lnTo>
                <a:lnTo>
                  <a:pt x="1323867" y="35955"/>
                </a:lnTo>
                <a:lnTo>
                  <a:pt x="1333798" y="38010"/>
                </a:lnTo>
                <a:lnTo>
                  <a:pt x="1343730" y="41143"/>
                </a:lnTo>
                <a:lnTo>
                  <a:pt x="1353661" y="41021"/>
                </a:lnTo>
                <a:lnTo>
                  <a:pt x="1363592" y="37433"/>
                </a:lnTo>
                <a:lnTo>
                  <a:pt x="1373524" y="34615"/>
                </a:lnTo>
                <a:lnTo>
                  <a:pt x="1383455" y="34571"/>
                </a:lnTo>
                <a:lnTo>
                  <a:pt x="1393386" y="34491"/>
                </a:lnTo>
                <a:lnTo>
                  <a:pt x="1403318" y="31676"/>
                </a:lnTo>
                <a:lnTo>
                  <a:pt x="1413249" y="27374"/>
                </a:lnTo>
                <a:lnTo>
                  <a:pt x="1423180" y="25156"/>
                </a:lnTo>
                <a:lnTo>
                  <a:pt x="1433112" y="27668"/>
                </a:lnTo>
                <a:lnTo>
                  <a:pt x="1443043" y="34262"/>
                </a:lnTo>
                <a:lnTo>
                  <a:pt x="1452974" y="41013"/>
                </a:lnTo>
                <a:lnTo>
                  <a:pt x="1462906" y="45114"/>
                </a:lnTo>
                <a:lnTo>
                  <a:pt x="1472837" y="48140"/>
                </a:lnTo>
                <a:lnTo>
                  <a:pt x="1482768" y="51152"/>
                </a:lnTo>
                <a:lnTo>
                  <a:pt x="1492700" y="49819"/>
                </a:lnTo>
                <a:lnTo>
                  <a:pt x="1502631" y="40970"/>
                </a:lnTo>
                <a:lnTo>
                  <a:pt x="1512563" y="30283"/>
                </a:lnTo>
                <a:lnTo>
                  <a:pt x="1522494" y="25712"/>
                </a:lnTo>
                <a:lnTo>
                  <a:pt x="1532425" y="27101"/>
                </a:lnTo>
                <a:lnTo>
                  <a:pt x="1542357" y="29745"/>
                </a:lnTo>
                <a:lnTo>
                  <a:pt x="1552288" y="33213"/>
                </a:lnTo>
                <a:lnTo>
                  <a:pt x="1562219" y="39053"/>
                </a:lnTo>
                <a:lnTo>
                  <a:pt x="1572151" y="44668"/>
                </a:lnTo>
                <a:lnTo>
                  <a:pt x="1582082" y="45996"/>
                </a:lnTo>
                <a:lnTo>
                  <a:pt x="1592013" y="42259"/>
                </a:lnTo>
                <a:lnTo>
                  <a:pt x="1601945" y="34879"/>
                </a:lnTo>
                <a:lnTo>
                  <a:pt x="1611876" y="26704"/>
                </a:lnTo>
                <a:lnTo>
                  <a:pt x="1621807" y="22860"/>
                </a:lnTo>
                <a:lnTo>
                  <a:pt x="1631739" y="26289"/>
                </a:lnTo>
                <a:lnTo>
                  <a:pt x="1641670" y="33351"/>
                </a:lnTo>
                <a:lnTo>
                  <a:pt x="1651601" y="39334"/>
                </a:lnTo>
                <a:lnTo>
                  <a:pt x="1661533" y="44673"/>
                </a:lnTo>
                <a:lnTo>
                  <a:pt x="1671464" y="49954"/>
                </a:lnTo>
                <a:lnTo>
                  <a:pt x="1681395" y="50670"/>
                </a:lnTo>
                <a:lnTo>
                  <a:pt x="1691327" y="43828"/>
                </a:lnTo>
                <a:lnTo>
                  <a:pt x="1701258" y="34131"/>
                </a:lnTo>
                <a:lnTo>
                  <a:pt x="1711190" y="27743"/>
                </a:lnTo>
                <a:lnTo>
                  <a:pt x="1721121" y="25528"/>
                </a:lnTo>
                <a:lnTo>
                  <a:pt x="1731052" y="26367"/>
                </a:lnTo>
                <a:lnTo>
                  <a:pt x="1740984" y="30551"/>
                </a:lnTo>
                <a:lnTo>
                  <a:pt x="1750915" y="36502"/>
                </a:lnTo>
                <a:lnTo>
                  <a:pt x="1760846" y="40194"/>
                </a:lnTo>
                <a:lnTo>
                  <a:pt x="1770778" y="40137"/>
                </a:lnTo>
                <a:lnTo>
                  <a:pt x="1780709" y="38326"/>
                </a:lnTo>
                <a:lnTo>
                  <a:pt x="1790640" y="36449"/>
                </a:lnTo>
                <a:lnTo>
                  <a:pt x="1800572" y="35507"/>
                </a:lnTo>
                <a:lnTo>
                  <a:pt x="1810503" y="37134"/>
                </a:lnTo>
                <a:lnTo>
                  <a:pt x="1820434" y="40808"/>
                </a:lnTo>
                <a:lnTo>
                  <a:pt x="1830366" y="42592"/>
                </a:lnTo>
                <a:lnTo>
                  <a:pt x="1840297" y="40397"/>
                </a:lnTo>
                <a:lnTo>
                  <a:pt x="1850228" y="36842"/>
                </a:lnTo>
                <a:lnTo>
                  <a:pt x="1860160" y="34346"/>
                </a:lnTo>
                <a:lnTo>
                  <a:pt x="1870091" y="32492"/>
                </a:lnTo>
                <a:lnTo>
                  <a:pt x="1880023" y="32173"/>
                </a:lnTo>
                <a:lnTo>
                  <a:pt x="1889954" y="35692"/>
                </a:lnTo>
                <a:lnTo>
                  <a:pt x="1899885" y="40435"/>
                </a:lnTo>
                <a:lnTo>
                  <a:pt x="1909817" y="39684"/>
                </a:lnTo>
                <a:lnTo>
                  <a:pt x="1919748" y="32531"/>
                </a:lnTo>
                <a:lnTo>
                  <a:pt x="1929679" y="26303"/>
                </a:lnTo>
                <a:lnTo>
                  <a:pt x="1939611" y="26777"/>
                </a:lnTo>
                <a:lnTo>
                  <a:pt x="1949542" y="32243"/>
                </a:lnTo>
                <a:lnTo>
                  <a:pt x="1959473" y="38725"/>
                </a:lnTo>
                <a:lnTo>
                  <a:pt x="1969405" y="44519"/>
                </a:lnTo>
                <a:lnTo>
                  <a:pt x="1979336" y="47994"/>
                </a:lnTo>
                <a:lnTo>
                  <a:pt x="1989267" y="46838"/>
                </a:lnTo>
                <a:lnTo>
                  <a:pt x="1999199" y="41257"/>
                </a:lnTo>
                <a:lnTo>
                  <a:pt x="2009130" y="34287"/>
                </a:lnTo>
                <a:lnTo>
                  <a:pt x="2019061" y="29112"/>
                </a:lnTo>
                <a:lnTo>
                  <a:pt x="2028993" y="28420"/>
                </a:lnTo>
                <a:lnTo>
                  <a:pt x="2038924" y="33514"/>
                </a:lnTo>
                <a:lnTo>
                  <a:pt x="2048855" y="41070"/>
                </a:lnTo>
                <a:lnTo>
                  <a:pt x="2058787" y="44403"/>
                </a:lnTo>
                <a:lnTo>
                  <a:pt x="2068718" y="40726"/>
                </a:lnTo>
                <a:lnTo>
                  <a:pt x="2078650" y="33620"/>
                </a:lnTo>
                <a:lnTo>
                  <a:pt x="2088581" y="27523"/>
                </a:lnTo>
                <a:lnTo>
                  <a:pt x="2098512" y="24785"/>
                </a:lnTo>
                <a:lnTo>
                  <a:pt x="2108444" y="27607"/>
                </a:lnTo>
                <a:lnTo>
                  <a:pt x="2118375" y="35953"/>
                </a:lnTo>
                <a:lnTo>
                  <a:pt x="2128306" y="43689"/>
                </a:lnTo>
                <a:lnTo>
                  <a:pt x="2138238" y="43818"/>
                </a:lnTo>
                <a:lnTo>
                  <a:pt x="2148169" y="37369"/>
                </a:lnTo>
                <a:lnTo>
                  <a:pt x="2158100" y="31307"/>
                </a:lnTo>
                <a:lnTo>
                  <a:pt x="2168032" y="29501"/>
                </a:lnTo>
                <a:lnTo>
                  <a:pt x="2177963" y="31411"/>
                </a:lnTo>
                <a:lnTo>
                  <a:pt x="2187894" y="36445"/>
                </a:lnTo>
                <a:lnTo>
                  <a:pt x="2197826" y="43223"/>
                </a:lnTo>
                <a:lnTo>
                  <a:pt x="2207757" y="47049"/>
                </a:lnTo>
                <a:lnTo>
                  <a:pt x="2217688" y="43834"/>
                </a:lnTo>
                <a:lnTo>
                  <a:pt x="2227620" y="35264"/>
                </a:lnTo>
                <a:lnTo>
                  <a:pt x="2237551" y="27049"/>
                </a:lnTo>
                <a:lnTo>
                  <a:pt x="2247482" y="23824"/>
                </a:lnTo>
                <a:lnTo>
                  <a:pt x="2257414" y="26952"/>
                </a:lnTo>
                <a:lnTo>
                  <a:pt x="2267345" y="34474"/>
                </a:lnTo>
                <a:lnTo>
                  <a:pt x="2277277" y="41856"/>
                </a:lnTo>
                <a:lnTo>
                  <a:pt x="2287208" y="44601"/>
                </a:lnTo>
                <a:lnTo>
                  <a:pt x="2297139" y="41266"/>
                </a:lnTo>
                <a:lnTo>
                  <a:pt x="2307071" y="34361"/>
                </a:lnTo>
                <a:lnTo>
                  <a:pt x="2317002" y="29070"/>
                </a:lnTo>
                <a:lnTo>
                  <a:pt x="2326933" y="29773"/>
                </a:lnTo>
                <a:lnTo>
                  <a:pt x="2336865" y="35820"/>
                </a:lnTo>
                <a:lnTo>
                  <a:pt x="2346796" y="42123"/>
                </a:lnTo>
                <a:lnTo>
                  <a:pt x="2356727" y="45122"/>
                </a:lnTo>
                <a:lnTo>
                  <a:pt x="2366659" y="45129"/>
                </a:lnTo>
                <a:lnTo>
                  <a:pt x="2376590" y="42244"/>
                </a:lnTo>
                <a:lnTo>
                  <a:pt x="2386521" y="35653"/>
                </a:lnTo>
                <a:lnTo>
                  <a:pt x="2396453" y="28394"/>
                </a:lnTo>
                <a:lnTo>
                  <a:pt x="2406384" y="26089"/>
                </a:lnTo>
                <a:lnTo>
                  <a:pt x="2416315" y="29083"/>
                </a:lnTo>
                <a:lnTo>
                  <a:pt x="2426247" y="32383"/>
                </a:lnTo>
                <a:lnTo>
                  <a:pt x="2436178" y="34092"/>
                </a:lnTo>
                <a:lnTo>
                  <a:pt x="2446109" y="36569"/>
                </a:lnTo>
                <a:lnTo>
                  <a:pt x="2456041" y="39345"/>
                </a:lnTo>
                <a:lnTo>
                  <a:pt x="2465972" y="39110"/>
                </a:lnTo>
                <a:lnTo>
                  <a:pt x="2475904" y="36772"/>
                </a:lnTo>
                <a:lnTo>
                  <a:pt x="2485835" y="36763"/>
                </a:lnTo>
                <a:lnTo>
                  <a:pt x="2495766" y="39503"/>
                </a:lnTo>
                <a:lnTo>
                  <a:pt x="2505698" y="41294"/>
                </a:lnTo>
                <a:lnTo>
                  <a:pt x="2515629" y="40864"/>
                </a:lnTo>
                <a:lnTo>
                  <a:pt x="2525560" y="40069"/>
                </a:lnTo>
                <a:lnTo>
                  <a:pt x="2535492" y="39250"/>
                </a:lnTo>
                <a:lnTo>
                  <a:pt x="2545423" y="36817"/>
                </a:lnTo>
                <a:lnTo>
                  <a:pt x="2555354" y="32558"/>
                </a:lnTo>
                <a:lnTo>
                  <a:pt x="2565286" y="28370"/>
                </a:lnTo>
                <a:lnTo>
                  <a:pt x="2575217" y="26754"/>
                </a:lnTo>
                <a:lnTo>
                  <a:pt x="2585148" y="29320"/>
                </a:lnTo>
                <a:lnTo>
                  <a:pt x="2595080" y="34658"/>
                </a:lnTo>
                <a:lnTo>
                  <a:pt x="2605011" y="38268"/>
                </a:lnTo>
                <a:lnTo>
                  <a:pt x="2614942" y="37514"/>
                </a:lnTo>
                <a:lnTo>
                  <a:pt x="2624874" y="35284"/>
                </a:lnTo>
                <a:lnTo>
                  <a:pt x="2634805" y="35605"/>
                </a:lnTo>
                <a:lnTo>
                  <a:pt x="2644736" y="37866"/>
                </a:lnTo>
                <a:lnTo>
                  <a:pt x="2654668" y="38989"/>
                </a:lnTo>
                <a:lnTo>
                  <a:pt x="2664599" y="38714"/>
                </a:lnTo>
                <a:lnTo>
                  <a:pt x="2674531" y="38651"/>
                </a:lnTo>
                <a:lnTo>
                  <a:pt x="2684462" y="38332"/>
                </a:lnTo>
                <a:lnTo>
                  <a:pt x="2694393" y="36176"/>
                </a:lnTo>
                <a:lnTo>
                  <a:pt x="2704325" y="32954"/>
                </a:lnTo>
                <a:lnTo>
                  <a:pt x="2714256" y="31063"/>
                </a:lnTo>
                <a:lnTo>
                  <a:pt x="2724187" y="31238"/>
                </a:lnTo>
                <a:lnTo>
                  <a:pt x="2734119" y="32231"/>
                </a:lnTo>
                <a:lnTo>
                  <a:pt x="2744050" y="33136"/>
                </a:lnTo>
                <a:lnTo>
                  <a:pt x="2753981" y="34389"/>
                </a:lnTo>
                <a:lnTo>
                  <a:pt x="2763913" y="36623"/>
                </a:lnTo>
                <a:lnTo>
                  <a:pt x="2773844" y="39481"/>
                </a:lnTo>
                <a:lnTo>
                  <a:pt x="2783775" y="41857"/>
                </a:lnTo>
                <a:lnTo>
                  <a:pt x="2793707" y="43036"/>
                </a:lnTo>
                <a:lnTo>
                  <a:pt x="2803638" y="43039"/>
                </a:lnTo>
                <a:lnTo>
                  <a:pt x="2813569" y="41794"/>
                </a:lnTo>
                <a:lnTo>
                  <a:pt x="2823501" y="38925"/>
                </a:lnTo>
                <a:lnTo>
                  <a:pt x="2833432" y="34848"/>
                </a:lnTo>
                <a:lnTo>
                  <a:pt x="2843363" y="31016"/>
                </a:lnTo>
                <a:lnTo>
                  <a:pt x="2853295" y="28585"/>
                </a:lnTo>
                <a:lnTo>
                  <a:pt x="2863226" y="27945"/>
                </a:lnTo>
                <a:lnTo>
                  <a:pt x="2873158" y="29693"/>
                </a:lnTo>
                <a:lnTo>
                  <a:pt x="2883089" y="34273"/>
                </a:lnTo>
                <a:lnTo>
                  <a:pt x="2893020" y="40258"/>
                </a:lnTo>
                <a:lnTo>
                  <a:pt x="2902952" y="44719"/>
                </a:lnTo>
                <a:lnTo>
                  <a:pt x="2912883" y="45814"/>
                </a:lnTo>
                <a:lnTo>
                  <a:pt x="2922814" y="43887"/>
                </a:lnTo>
                <a:lnTo>
                  <a:pt x="2932746" y="40322"/>
                </a:lnTo>
                <a:lnTo>
                  <a:pt x="2942677" y="36567"/>
                </a:lnTo>
                <a:lnTo>
                  <a:pt x="2952608" y="33701"/>
                </a:lnTo>
                <a:lnTo>
                  <a:pt x="2962540" y="31838"/>
                </a:lnTo>
                <a:lnTo>
                  <a:pt x="2972471" y="30764"/>
                </a:lnTo>
                <a:lnTo>
                  <a:pt x="2982402" y="31585"/>
                </a:lnTo>
                <a:lnTo>
                  <a:pt x="2992334" y="35712"/>
                </a:lnTo>
                <a:lnTo>
                  <a:pt x="3002265" y="41277"/>
                </a:lnTo>
                <a:lnTo>
                  <a:pt x="3012196" y="43280"/>
                </a:lnTo>
                <a:lnTo>
                  <a:pt x="3022128" y="39542"/>
                </a:lnTo>
                <a:lnTo>
                  <a:pt x="3032059" y="34491"/>
                </a:lnTo>
                <a:lnTo>
                  <a:pt x="3041990" y="34126"/>
                </a:lnTo>
                <a:lnTo>
                  <a:pt x="3051922" y="38287"/>
                </a:lnTo>
                <a:lnTo>
                  <a:pt x="3061853" y="41297"/>
                </a:lnTo>
                <a:lnTo>
                  <a:pt x="3071785" y="40245"/>
                </a:lnTo>
                <a:lnTo>
                  <a:pt x="3081716" y="38477"/>
                </a:lnTo>
                <a:lnTo>
                  <a:pt x="3091647" y="39039"/>
                </a:lnTo>
                <a:lnTo>
                  <a:pt x="3101579" y="39216"/>
                </a:lnTo>
                <a:lnTo>
                  <a:pt x="3111510" y="35728"/>
                </a:lnTo>
                <a:lnTo>
                  <a:pt x="3121441" y="31480"/>
                </a:lnTo>
                <a:lnTo>
                  <a:pt x="3131373" y="31312"/>
                </a:lnTo>
                <a:lnTo>
                  <a:pt x="3141304" y="34018"/>
                </a:lnTo>
                <a:lnTo>
                  <a:pt x="3151235" y="35152"/>
                </a:lnTo>
                <a:lnTo>
                  <a:pt x="3161167" y="35173"/>
                </a:lnTo>
                <a:lnTo>
                  <a:pt x="3171098" y="37510"/>
                </a:lnTo>
                <a:lnTo>
                  <a:pt x="3181029" y="40804"/>
                </a:lnTo>
                <a:lnTo>
                  <a:pt x="3190961" y="40793"/>
                </a:lnTo>
                <a:lnTo>
                  <a:pt x="3200892" y="38046"/>
                </a:lnTo>
                <a:lnTo>
                  <a:pt x="3210823" y="36351"/>
                </a:lnTo>
                <a:lnTo>
                  <a:pt x="3220755" y="35529"/>
                </a:lnTo>
                <a:lnTo>
                  <a:pt x="3230686" y="33381"/>
                </a:lnTo>
                <a:lnTo>
                  <a:pt x="3240617" y="32472"/>
                </a:lnTo>
                <a:lnTo>
                  <a:pt x="3250549" y="37052"/>
                </a:lnTo>
                <a:lnTo>
                  <a:pt x="3260480" y="44572"/>
                </a:lnTo>
                <a:lnTo>
                  <a:pt x="3270412" y="47640"/>
                </a:lnTo>
                <a:lnTo>
                  <a:pt x="3280343" y="44029"/>
                </a:lnTo>
                <a:lnTo>
                  <a:pt x="3290274" y="38684"/>
                </a:lnTo>
                <a:lnTo>
                  <a:pt x="3300206" y="35758"/>
                </a:lnTo>
                <a:lnTo>
                  <a:pt x="3310137" y="33940"/>
                </a:lnTo>
                <a:lnTo>
                  <a:pt x="3320068" y="30801"/>
                </a:lnTo>
                <a:lnTo>
                  <a:pt x="3330000" y="27868"/>
                </a:lnTo>
                <a:lnTo>
                  <a:pt x="3339931" y="28898"/>
                </a:lnTo>
                <a:lnTo>
                  <a:pt x="3349862" y="34493"/>
                </a:lnTo>
                <a:lnTo>
                  <a:pt x="3359794" y="40712"/>
                </a:lnTo>
                <a:lnTo>
                  <a:pt x="3369725" y="43340"/>
                </a:lnTo>
                <a:lnTo>
                  <a:pt x="3379656" y="42080"/>
                </a:lnTo>
                <a:lnTo>
                  <a:pt x="3389588" y="39736"/>
                </a:lnTo>
                <a:lnTo>
                  <a:pt x="3399519" y="38523"/>
                </a:lnTo>
                <a:lnTo>
                  <a:pt x="3409450" y="38421"/>
                </a:lnTo>
                <a:lnTo>
                  <a:pt x="3419382" y="38372"/>
                </a:lnTo>
                <a:lnTo>
                  <a:pt x="3429313" y="37832"/>
                </a:lnTo>
                <a:lnTo>
                  <a:pt x="3439245" y="37072"/>
                </a:lnTo>
                <a:lnTo>
                  <a:pt x="3449176" y="36321"/>
                </a:lnTo>
                <a:lnTo>
                  <a:pt x="3459107" y="35241"/>
                </a:lnTo>
                <a:lnTo>
                  <a:pt x="3469039" y="34024"/>
                </a:lnTo>
                <a:lnTo>
                  <a:pt x="3478970" y="34200"/>
                </a:lnTo>
                <a:lnTo>
                  <a:pt x="3488901" y="36398"/>
                </a:lnTo>
                <a:lnTo>
                  <a:pt x="3498833" y="38101"/>
                </a:lnTo>
                <a:lnTo>
                  <a:pt x="3508764" y="36496"/>
                </a:lnTo>
                <a:lnTo>
                  <a:pt x="3518695" y="32952"/>
                </a:lnTo>
                <a:lnTo>
                  <a:pt x="3528627" y="31395"/>
                </a:lnTo>
                <a:lnTo>
                  <a:pt x="3538558" y="32979"/>
                </a:lnTo>
                <a:lnTo>
                  <a:pt x="3548489" y="35771"/>
                </a:lnTo>
                <a:lnTo>
                  <a:pt x="3558421" y="38644"/>
                </a:lnTo>
                <a:lnTo>
                  <a:pt x="3568352" y="41695"/>
                </a:lnTo>
                <a:lnTo>
                  <a:pt x="3578283" y="43711"/>
                </a:lnTo>
                <a:lnTo>
                  <a:pt x="3588215" y="42853"/>
                </a:lnTo>
                <a:lnTo>
                  <a:pt x="3598146" y="39574"/>
                </a:lnTo>
                <a:lnTo>
                  <a:pt x="3608077" y="36335"/>
                </a:lnTo>
                <a:lnTo>
                  <a:pt x="3618009" y="34603"/>
                </a:lnTo>
                <a:lnTo>
                  <a:pt x="3627940" y="33720"/>
                </a:lnTo>
                <a:lnTo>
                  <a:pt x="3637872" y="32789"/>
                </a:lnTo>
                <a:lnTo>
                  <a:pt x="3647803" y="32752"/>
                </a:lnTo>
                <a:lnTo>
                  <a:pt x="3657734" y="35424"/>
                </a:lnTo>
                <a:lnTo>
                  <a:pt x="3667666" y="39892"/>
                </a:lnTo>
                <a:lnTo>
                  <a:pt x="3677597" y="41939"/>
                </a:lnTo>
                <a:lnTo>
                  <a:pt x="3687528" y="39327"/>
                </a:lnTo>
                <a:lnTo>
                  <a:pt x="3697460" y="35263"/>
                </a:lnTo>
                <a:lnTo>
                  <a:pt x="3707391" y="33528"/>
                </a:lnTo>
                <a:lnTo>
                  <a:pt x="3717322" y="33288"/>
                </a:lnTo>
                <a:lnTo>
                  <a:pt x="3727254" y="32535"/>
                </a:lnTo>
                <a:lnTo>
                  <a:pt x="3737185" y="32883"/>
                </a:lnTo>
                <a:lnTo>
                  <a:pt x="3747116" y="36500"/>
                </a:lnTo>
                <a:lnTo>
                  <a:pt x="3757048" y="41759"/>
                </a:lnTo>
                <a:lnTo>
                  <a:pt x="3766979" y="45483"/>
                </a:lnTo>
                <a:lnTo>
                  <a:pt x="3776910" y="46070"/>
                </a:lnTo>
                <a:lnTo>
                  <a:pt x="3786842" y="42744"/>
                </a:lnTo>
                <a:lnTo>
                  <a:pt x="3796773" y="36227"/>
                </a:lnTo>
                <a:lnTo>
                  <a:pt x="3806704" y="30615"/>
                </a:lnTo>
                <a:lnTo>
                  <a:pt x="3816636" y="29723"/>
                </a:lnTo>
                <a:lnTo>
                  <a:pt x="3826567" y="32218"/>
                </a:lnTo>
                <a:lnTo>
                  <a:pt x="3836499" y="34524"/>
                </a:lnTo>
                <a:lnTo>
                  <a:pt x="3846430" y="35774"/>
                </a:lnTo>
                <a:lnTo>
                  <a:pt x="3856361" y="36046"/>
                </a:lnTo>
                <a:lnTo>
                  <a:pt x="3866293" y="34357"/>
                </a:lnTo>
                <a:lnTo>
                  <a:pt x="3876224" y="31985"/>
                </a:lnTo>
                <a:lnTo>
                  <a:pt x="3886155" y="32375"/>
                </a:lnTo>
                <a:lnTo>
                  <a:pt x="3896087" y="35548"/>
                </a:lnTo>
                <a:lnTo>
                  <a:pt x="3906018" y="38451"/>
                </a:lnTo>
                <a:lnTo>
                  <a:pt x="3915949" y="40550"/>
                </a:lnTo>
                <a:lnTo>
                  <a:pt x="3925881" y="42391"/>
                </a:lnTo>
                <a:lnTo>
                  <a:pt x="3935812" y="41309"/>
                </a:lnTo>
                <a:lnTo>
                  <a:pt x="3945743" y="36179"/>
                </a:lnTo>
                <a:lnTo>
                  <a:pt x="3955675" y="32035"/>
                </a:lnTo>
                <a:lnTo>
                  <a:pt x="3965606" y="32624"/>
                </a:lnTo>
                <a:lnTo>
                  <a:pt x="3975537" y="34613"/>
                </a:lnTo>
                <a:lnTo>
                  <a:pt x="3985469" y="35350"/>
                </a:lnTo>
                <a:lnTo>
                  <a:pt x="3995400" y="37608"/>
                </a:lnTo>
                <a:lnTo>
                  <a:pt x="4005331" y="41149"/>
                </a:lnTo>
                <a:lnTo>
                  <a:pt x="4015263" y="40212"/>
                </a:lnTo>
                <a:lnTo>
                  <a:pt x="4025194" y="34358"/>
                </a:lnTo>
                <a:lnTo>
                  <a:pt x="4035126" y="30703"/>
                </a:lnTo>
                <a:lnTo>
                  <a:pt x="4045057" y="31956"/>
                </a:lnTo>
                <a:lnTo>
                  <a:pt x="4054988" y="33635"/>
                </a:lnTo>
                <a:lnTo>
                  <a:pt x="4064920" y="34750"/>
                </a:lnTo>
                <a:lnTo>
                  <a:pt x="4074851" y="39346"/>
                </a:lnTo>
                <a:lnTo>
                  <a:pt x="4084782" y="46355"/>
                </a:lnTo>
                <a:lnTo>
                  <a:pt x="4094714" y="48841"/>
                </a:lnTo>
                <a:lnTo>
                  <a:pt x="4104645" y="44194"/>
                </a:lnTo>
                <a:lnTo>
                  <a:pt x="4114576" y="36823"/>
                </a:lnTo>
                <a:lnTo>
                  <a:pt x="4124508" y="31196"/>
                </a:lnTo>
                <a:lnTo>
                  <a:pt x="4134439" y="28238"/>
                </a:lnTo>
                <a:lnTo>
                  <a:pt x="4144370" y="27521"/>
                </a:lnTo>
                <a:lnTo>
                  <a:pt x="4154302" y="29012"/>
                </a:lnTo>
                <a:lnTo>
                  <a:pt x="4164233" y="32999"/>
                </a:lnTo>
                <a:lnTo>
                  <a:pt x="4174164" y="38775"/>
                </a:lnTo>
                <a:lnTo>
                  <a:pt x="4184096" y="43234"/>
                </a:lnTo>
                <a:lnTo>
                  <a:pt x="4194027" y="43516"/>
                </a:lnTo>
                <a:lnTo>
                  <a:pt x="4203958" y="41367"/>
                </a:lnTo>
                <a:lnTo>
                  <a:pt x="4213890" y="40336"/>
                </a:lnTo>
                <a:lnTo>
                  <a:pt x="4223821" y="39539"/>
                </a:lnTo>
                <a:lnTo>
                  <a:pt x="4233753" y="36629"/>
                </a:lnTo>
                <a:lnTo>
                  <a:pt x="4243684" y="34443"/>
                </a:lnTo>
                <a:lnTo>
                  <a:pt x="4253615" y="36359"/>
                </a:lnTo>
                <a:lnTo>
                  <a:pt x="4263547" y="38550"/>
                </a:lnTo>
                <a:lnTo>
                  <a:pt x="4273478" y="35974"/>
                </a:lnTo>
                <a:lnTo>
                  <a:pt x="4283409" y="31511"/>
                </a:lnTo>
                <a:lnTo>
                  <a:pt x="4293341" y="30244"/>
                </a:lnTo>
                <a:lnTo>
                  <a:pt x="4303272" y="30767"/>
                </a:lnTo>
                <a:lnTo>
                  <a:pt x="4313203" y="30761"/>
                </a:lnTo>
                <a:lnTo>
                  <a:pt x="4323135" y="33672"/>
                </a:lnTo>
                <a:lnTo>
                  <a:pt x="4333066" y="41217"/>
                </a:lnTo>
                <a:lnTo>
                  <a:pt x="4342997" y="46750"/>
                </a:lnTo>
                <a:lnTo>
                  <a:pt x="4352929" y="44121"/>
                </a:lnTo>
                <a:lnTo>
                  <a:pt x="4362860" y="36779"/>
                </a:lnTo>
                <a:lnTo>
                  <a:pt x="4372791" y="32002"/>
                </a:lnTo>
                <a:lnTo>
                  <a:pt x="4382723" y="31523"/>
                </a:lnTo>
                <a:lnTo>
                  <a:pt x="4392654" y="32340"/>
                </a:lnTo>
                <a:lnTo>
                  <a:pt x="4402585" y="32702"/>
                </a:lnTo>
                <a:lnTo>
                  <a:pt x="4412517" y="34050"/>
                </a:lnTo>
                <a:lnTo>
                  <a:pt x="4422448" y="38318"/>
                </a:lnTo>
                <a:lnTo>
                  <a:pt x="4432380" y="44123"/>
                </a:lnTo>
                <a:lnTo>
                  <a:pt x="4442311" y="46507"/>
                </a:lnTo>
                <a:lnTo>
                  <a:pt x="4452242" y="42422"/>
                </a:lnTo>
                <a:lnTo>
                  <a:pt x="4462174" y="35036"/>
                </a:lnTo>
                <a:lnTo>
                  <a:pt x="4472105" y="29786"/>
                </a:lnTo>
                <a:lnTo>
                  <a:pt x="4482036" y="28366"/>
                </a:lnTo>
                <a:lnTo>
                  <a:pt x="4491968" y="29492"/>
                </a:lnTo>
                <a:lnTo>
                  <a:pt x="4501899" y="32414"/>
                </a:lnTo>
                <a:lnTo>
                  <a:pt x="4511830" y="36493"/>
                </a:lnTo>
                <a:lnTo>
                  <a:pt x="4521762" y="40014"/>
                </a:lnTo>
                <a:lnTo>
                  <a:pt x="4531693" y="41463"/>
                </a:lnTo>
                <a:lnTo>
                  <a:pt x="4541624" y="40176"/>
                </a:lnTo>
                <a:lnTo>
                  <a:pt x="4551556" y="36295"/>
                </a:lnTo>
                <a:lnTo>
                  <a:pt x="4561487" y="32091"/>
                </a:lnTo>
                <a:lnTo>
                  <a:pt x="4571418" y="31048"/>
                </a:lnTo>
                <a:lnTo>
                  <a:pt x="4581350" y="33505"/>
                </a:lnTo>
                <a:lnTo>
                  <a:pt x="4591281" y="36090"/>
                </a:lnTo>
                <a:lnTo>
                  <a:pt x="4601212" y="36443"/>
                </a:lnTo>
                <a:lnTo>
                  <a:pt x="4611144" y="35253"/>
                </a:lnTo>
                <a:lnTo>
                  <a:pt x="4621075" y="34250"/>
                </a:lnTo>
                <a:lnTo>
                  <a:pt x="4631007" y="35314"/>
                </a:lnTo>
                <a:lnTo>
                  <a:pt x="4640938" y="39098"/>
                </a:lnTo>
                <a:lnTo>
                  <a:pt x="4650869" y="42385"/>
                </a:lnTo>
                <a:lnTo>
                  <a:pt x="4660801" y="41511"/>
                </a:lnTo>
                <a:lnTo>
                  <a:pt x="4670732" y="38980"/>
                </a:lnTo>
                <a:lnTo>
                  <a:pt x="4680663" y="39450"/>
                </a:lnTo>
                <a:lnTo>
                  <a:pt x="4690595" y="40511"/>
                </a:lnTo>
                <a:lnTo>
                  <a:pt x="4700526" y="37225"/>
                </a:lnTo>
                <a:lnTo>
                  <a:pt x="4710457" y="32843"/>
                </a:lnTo>
                <a:lnTo>
                  <a:pt x="4720389" y="33505"/>
                </a:lnTo>
                <a:lnTo>
                  <a:pt x="4730320" y="36739"/>
                </a:lnTo>
                <a:lnTo>
                  <a:pt x="4740251" y="36955"/>
                </a:lnTo>
                <a:lnTo>
                  <a:pt x="4750183" y="35914"/>
                </a:lnTo>
                <a:lnTo>
                  <a:pt x="4760114" y="36719"/>
                </a:lnTo>
                <a:lnTo>
                  <a:pt x="4770045" y="36235"/>
                </a:lnTo>
                <a:lnTo>
                  <a:pt x="4779977" y="33277"/>
                </a:lnTo>
                <a:lnTo>
                  <a:pt x="4789908" y="33540"/>
                </a:lnTo>
                <a:lnTo>
                  <a:pt x="4799839" y="38536"/>
                </a:lnTo>
                <a:lnTo>
                  <a:pt x="4809771" y="41850"/>
                </a:lnTo>
                <a:lnTo>
                  <a:pt x="4819702" y="41406"/>
                </a:lnTo>
                <a:lnTo>
                  <a:pt x="4829634" y="41962"/>
                </a:lnTo>
                <a:lnTo>
                  <a:pt x="4839565" y="43272"/>
                </a:lnTo>
                <a:lnTo>
                  <a:pt x="4849496" y="40002"/>
                </a:lnTo>
                <a:lnTo>
                  <a:pt x="4859428" y="33255"/>
                </a:lnTo>
                <a:lnTo>
                  <a:pt x="4869359" y="29124"/>
                </a:lnTo>
                <a:lnTo>
                  <a:pt x="4879290" y="28748"/>
                </a:lnTo>
                <a:lnTo>
                  <a:pt x="4889222" y="30692"/>
                </a:lnTo>
                <a:lnTo>
                  <a:pt x="4899153" y="36563"/>
                </a:lnTo>
                <a:lnTo>
                  <a:pt x="4909084" y="45013"/>
                </a:lnTo>
                <a:lnTo>
                  <a:pt x="4919016" y="49021"/>
                </a:lnTo>
                <a:lnTo>
                  <a:pt x="4928947" y="45918"/>
                </a:lnTo>
                <a:lnTo>
                  <a:pt x="4938878" y="40186"/>
                </a:lnTo>
                <a:lnTo>
                  <a:pt x="4948810" y="33893"/>
                </a:lnTo>
                <a:lnTo>
                  <a:pt x="4958741" y="26504"/>
                </a:lnTo>
                <a:lnTo>
                  <a:pt x="4968672" y="23251"/>
                </a:lnTo>
                <a:lnTo>
                  <a:pt x="4978604" y="29568"/>
                </a:lnTo>
                <a:lnTo>
                  <a:pt x="4988535" y="39792"/>
                </a:lnTo>
                <a:lnTo>
                  <a:pt x="4998466" y="44715"/>
                </a:lnTo>
                <a:lnTo>
                  <a:pt x="5008398" y="45173"/>
                </a:lnTo>
                <a:lnTo>
                  <a:pt x="5018329" y="45998"/>
                </a:lnTo>
                <a:lnTo>
                  <a:pt x="5028261" y="44714"/>
                </a:lnTo>
                <a:lnTo>
                  <a:pt x="5038192" y="38251"/>
                </a:lnTo>
                <a:lnTo>
                  <a:pt x="5048123" y="31824"/>
                </a:lnTo>
                <a:lnTo>
                  <a:pt x="5058055" y="30620"/>
                </a:lnTo>
                <a:lnTo>
                  <a:pt x="5067986" y="31803"/>
                </a:lnTo>
                <a:lnTo>
                  <a:pt x="5077917" y="32355"/>
                </a:lnTo>
                <a:lnTo>
                  <a:pt x="5087849" y="34734"/>
                </a:lnTo>
                <a:lnTo>
                  <a:pt x="5097780" y="39111"/>
                </a:lnTo>
              </a:path>
            </a:pathLst>
          </a:custGeom>
          <a:solidFill>
            <a:srgbClr val="FFFFFF">
              <a:alpha val="0"/>
            </a:srgbClr>
          </a:solidFill>
          <a:ln w="10922" cap="rnd">
            <a:solidFill>
              <a:srgbClr val="BA4A00"/>
            </a:solidFill>
            <a:prstDash val="solid"/>
          </a:ln>
        </p:spPr>
      </p:sp>
      <p:sp>
        <p:nvSpPr>
          <p:cNvPr id="35" name="Text 33"/>
          <p:cNvSpPr/>
          <p:nvPr/>
        </p:nvSpPr>
        <p:spPr>
          <a:xfrm>
            <a:off x="6007608" y="3191256"/>
            <a:ext cx="347472" cy="192024"/>
          </a:xfrm>
          <a:prstGeom prst="rect">
            <a:avLst/>
          </a:prstGeom>
          <a:noFill/>
          <a:ln/>
        </p:spPr>
        <p:txBody>
          <a:bodyPr wrap="square" lIns="0" tIns="0" rIns="0" bIns="0" rtlCol="0" anchor="t"/>
          <a:lstStyle/>
          <a:p>
            <a:pPr algn="r" indent="0" marL="0">
              <a:lnSpc>
                <a:spcPct val="100000"/>
              </a:lnSpc>
              <a:buNone/>
            </a:pPr>
            <a:r>
              <a:rPr lang="ko-KR" altLang="en-US" sz="850" dirty="0">
                <a:solidFill>
                  <a:srgbClr val="647986"/>
                </a:solidFill>
                <a:latin typeface="Pretendard" pitchFamily="34" charset="0"/>
                <a:ea typeface="Pretendard" pitchFamily="34" charset="-122"/>
                <a:cs typeface="Pretendard" pitchFamily="34" charset="-120"/>
              </a:rPr>
              <a:t>0.0</a:t>
            </a:r>
            <a:endParaRPr lang="ko-KR" sz="850" dirty="0"/>
          </a:p>
        </p:txBody>
      </p:sp>
      <p:sp>
        <p:nvSpPr>
          <p:cNvPr id="36" name="Text 34"/>
          <p:cNvSpPr/>
          <p:nvPr/>
        </p:nvSpPr>
        <p:spPr>
          <a:xfrm>
            <a:off x="10588752" y="3200400"/>
            <a:ext cx="841248" cy="164592"/>
          </a:xfrm>
          <a:prstGeom prst="rect">
            <a:avLst/>
          </a:prstGeom>
          <a:noFill/>
          <a:ln/>
        </p:spPr>
        <p:txBody>
          <a:bodyPr wrap="square" lIns="0" tIns="0" rIns="0" bIns="0" rtlCol="0" anchor="t"/>
          <a:lstStyle/>
          <a:p>
            <a:pPr algn="r" indent="0" marL="0">
              <a:lnSpc>
                <a:spcPct val="100000"/>
              </a:lnSpc>
              <a:buNone/>
            </a:pPr>
            <a:r>
              <a:rPr lang="ko-KR" altLang="en-US" sz="870" dirty="0">
                <a:solidFill>
                  <a:srgbClr val="BA4A00"/>
                </a:solidFill>
                <a:latin typeface="Pretendard" pitchFamily="34" charset="0"/>
                <a:ea typeface="Pretendard" pitchFamily="34" charset="-122"/>
                <a:cs typeface="Pretendard" pitchFamily="34" charset="-120"/>
              </a:rPr>
              <a:t>남은 오차</a:t>
            </a:r>
            <a:endParaRPr lang="ko-KR" sz="870" dirty="0"/>
          </a:p>
        </p:txBody>
      </p:sp>
      <p:sp>
        <p:nvSpPr>
          <p:cNvPr id="37" name="Text 35"/>
          <p:cNvSpPr/>
          <p:nvPr/>
        </p:nvSpPr>
        <p:spPr>
          <a:xfrm>
            <a:off x="905256" y="3429000"/>
            <a:ext cx="5074920" cy="269875"/>
          </a:xfrm>
          <a:prstGeom prst="rect">
            <a:avLst/>
          </a:prstGeom>
          <a:noFill/>
          <a:ln/>
        </p:spPr>
        <p:txBody>
          <a:bodyPr wrap="square" lIns="0" tIns="0" rIns="0" bIns="0" rtlCol="0" anchor="t"/>
          <a:lstStyle/>
          <a:p>
            <a:pPr algn="l" indent="0" marL="0">
              <a:lnSpc>
                <a:spcPct val="100000"/>
              </a:lnSpc>
              <a:buNone/>
            </a:pPr>
            <a:r>
              <a:rPr lang="ko-KR" altLang="en-US" sz="1700" b="1" dirty="0">
                <a:solidFill>
                  <a:srgbClr val="17313B"/>
                </a:solidFill>
                <a:latin typeface="Pretendard" pitchFamily="34" charset="0"/>
                <a:ea typeface="Pretendard" pitchFamily="34" charset="-122"/>
                <a:cs typeface="Pretendard" pitchFamily="34" charset="-120"/>
              </a:rPr>
              <a:t>FPV COMBO · 실수부 I</a:t>
            </a:r>
            <a:endParaRPr lang="ko-KR" sz="1700" dirty="0"/>
          </a:p>
        </p:txBody>
      </p:sp>
      <p:sp>
        <p:nvSpPr>
          <p:cNvPr id="38" name="Shape 36"/>
          <p:cNvSpPr/>
          <p:nvPr/>
        </p:nvSpPr>
        <p:spPr>
          <a:xfrm>
            <a:off x="905256" y="3749040"/>
            <a:ext cx="5074920" cy="365760"/>
          </a:xfrm>
          <a:prstGeom prst="rect">
            <a:avLst>
              <a:gd name="adj" fmla="val 25000"/>
            </a:avLst>
          </a:prstGeom>
          <a:solidFill>
            <a:srgbClr val="FFFFFF"/>
          </a:solidFill>
          <a:ln w="12700">
            <a:solidFill>
              <a:srgbClr val="DAE3E7"/>
            </a:solidFill>
            <a:prstDash val="solid"/>
          </a:ln>
        </p:spPr>
      </p:sp>
      <p:sp>
        <p:nvSpPr>
          <p:cNvPr id="39" name="Shape 37"/>
          <p:cNvSpPr/>
          <p:nvPr/>
        </p:nvSpPr>
        <p:spPr>
          <a:xfrm>
            <a:off x="905256" y="3931920"/>
            <a:ext cx="5074920" cy="0"/>
          </a:xfrm>
          <a:prstGeom prst="line">
            <a:avLst/>
          </a:prstGeom>
          <a:noFill/>
          <a:ln w="8255">
            <a:solidFill>
              <a:srgbClr val="DAE3E7"/>
            </a:solidFill>
            <a:prstDash val="solid"/>
          </a:ln>
        </p:spPr>
      </p:sp>
      <p:sp>
        <p:nvSpPr>
          <p:cNvPr id="40" name="wave_6"/>
          <p:cNvSpPr/>
          <p:nvPr/>
        </p:nvSpPr>
        <p:spPr>
          <a:xfrm>
            <a:off x="882396" y="3761060"/>
            <a:ext cx="5120640" cy="356000"/>
          </a:xfrm>
          <a:custGeom>
            <a:avLst/>
            <a:gdLst/>
            <a:ahLst/>
            <a:cxnLst/>
            <a:rect l="l" t="t" r="r" b="b"/>
            <a:pathLst>
              <a:path w="5120640" h="356000" fill="none" stroke="1" extrusionOk="0">
                <a:moveTo>
                  <a:pt x="22860" y="122790"/>
                </a:moveTo>
                <a:lnTo>
                  <a:pt x="32791" y="67063"/>
                </a:lnTo>
                <a:lnTo>
                  <a:pt x="42723" y="45928"/>
                </a:lnTo>
                <a:lnTo>
                  <a:pt x="52654" y="59857"/>
                </a:lnTo>
                <a:lnTo>
                  <a:pt x="62585" y="99369"/>
                </a:lnTo>
                <a:lnTo>
                  <a:pt x="72517" y="154371"/>
                </a:lnTo>
                <a:lnTo>
                  <a:pt x="82448" y="211333"/>
                </a:lnTo>
                <a:lnTo>
                  <a:pt x="92379" y="252674"/>
                </a:lnTo>
                <a:lnTo>
                  <a:pt x="102311" y="266505"/>
                </a:lnTo>
                <a:lnTo>
                  <a:pt x="112242" y="252420"/>
                </a:lnTo>
                <a:lnTo>
                  <a:pt x="122174" y="216334"/>
                </a:lnTo>
                <a:lnTo>
                  <a:pt x="132105" y="166813"/>
                </a:lnTo>
                <a:lnTo>
                  <a:pt x="142036" y="118575"/>
                </a:lnTo>
                <a:lnTo>
                  <a:pt x="151968" y="91503"/>
                </a:lnTo>
                <a:lnTo>
                  <a:pt x="161899" y="98811"/>
                </a:lnTo>
                <a:lnTo>
                  <a:pt x="171830" y="136563"/>
                </a:lnTo>
                <a:lnTo>
                  <a:pt x="181762" y="187383"/>
                </a:lnTo>
                <a:lnTo>
                  <a:pt x="191693" y="232609"/>
                </a:lnTo>
                <a:lnTo>
                  <a:pt x="201624" y="258186"/>
                </a:lnTo>
                <a:lnTo>
                  <a:pt x="211556" y="253961"/>
                </a:lnTo>
                <a:lnTo>
                  <a:pt x="221487" y="217654"/>
                </a:lnTo>
                <a:lnTo>
                  <a:pt x="231418" y="161338"/>
                </a:lnTo>
                <a:lnTo>
                  <a:pt x="241350" y="106422"/>
                </a:lnTo>
                <a:lnTo>
                  <a:pt x="251281" y="70342"/>
                </a:lnTo>
                <a:lnTo>
                  <a:pt x="261212" y="62254"/>
                </a:lnTo>
                <a:lnTo>
                  <a:pt x="271144" y="85901"/>
                </a:lnTo>
                <a:lnTo>
                  <a:pt x="281075" y="135527"/>
                </a:lnTo>
                <a:lnTo>
                  <a:pt x="291006" y="192866"/>
                </a:lnTo>
                <a:lnTo>
                  <a:pt x="300938" y="239197"/>
                </a:lnTo>
                <a:lnTo>
                  <a:pt x="310869" y="266460"/>
                </a:lnTo>
                <a:lnTo>
                  <a:pt x="320801" y="270402"/>
                </a:lnTo>
                <a:lnTo>
                  <a:pt x="330732" y="245729"/>
                </a:lnTo>
                <a:lnTo>
                  <a:pt x="340663" y="199116"/>
                </a:lnTo>
                <a:lnTo>
                  <a:pt x="350595" y="153557"/>
                </a:lnTo>
                <a:lnTo>
                  <a:pt x="360526" y="127667"/>
                </a:lnTo>
                <a:lnTo>
                  <a:pt x="370457" y="121400"/>
                </a:lnTo>
                <a:lnTo>
                  <a:pt x="380389" y="127371"/>
                </a:lnTo>
                <a:lnTo>
                  <a:pt x="390320" y="140630"/>
                </a:lnTo>
                <a:lnTo>
                  <a:pt x="400251" y="153551"/>
                </a:lnTo>
                <a:lnTo>
                  <a:pt x="410183" y="158722"/>
                </a:lnTo>
                <a:lnTo>
                  <a:pt x="420114" y="160336"/>
                </a:lnTo>
                <a:lnTo>
                  <a:pt x="430045" y="168236"/>
                </a:lnTo>
                <a:lnTo>
                  <a:pt x="439977" y="182177"/>
                </a:lnTo>
                <a:lnTo>
                  <a:pt x="449908" y="195029"/>
                </a:lnTo>
                <a:lnTo>
                  <a:pt x="459839" y="204811"/>
                </a:lnTo>
                <a:lnTo>
                  <a:pt x="469771" y="210040"/>
                </a:lnTo>
                <a:lnTo>
                  <a:pt x="479702" y="202138"/>
                </a:lnTo>
                <a:lnTo>
                  <a:pt x="489633" y="176026"/>
                </a:lnTo>
                <a:lnTo>
                  <a:pt x="499565" y="141370"/>
                </a:lnTo>
                <a:lnTo>
                  <a:pt x="509496" y="114740"/>
                </a:lnTo>
                <a:lnTo>
                  <a:pt x="519428" y="106807"/>
                </a:lnTo>
                <a:lnTo>
                  <a:pt x="529359" y="119801"/>
                </a:lnTo>
                <a:lnTo>
                  <a:pt x="539290" y="149493"/>
                </a:lnTo>
                <a:lnTo>
                  <a:pt x="549222" y="187742"/>
                </a:lnTo>
                <a:lnTo>
                  <a:pt x="559153" y="225879"/>
                </a:lnTo>
                <a:lnTo>
                  <a:pt x="569084" y="252817"/>
                </a:lnTo>
                <a:lnTo>
                  <a:pt x="579016" y="253376"/>
                </a:lnTo>
                <a:lnTo>
                  <a:pt x="588947" y="221500"/>
                </a:lnTo>
                <a:lnTo>
                  <a:pt x="598878" y="173853"/>
                </a:lnTo>
                <a:lnTo>
                  <a:pt x="608810" y="135907"/>
                </a:lnTo>
                <a:lnTo>
                  <a:pt x="618741" y="117321"/>
                </a:lnTo>
                <a:lnTo>
                  <a:pt x="628672" y="114417"/>
                </a:lnTo>
                <a:lnTo>
                  <a:pt x="638604" y="127175"/>
                </a:lnTo>
                <a:lnTo>
                  <a:pt x="648535" y="153822"/>
                </a:lnTo>
                <a:lnTo>
                  <a:pt x="658466" y="176738"/>
                </a:lnTo>
                <a:lnTo>
                  <a:pt x="668398" y="175667"/>
                </a:lnTo>
                <a:lnTo>
                  <a:pt x="678329" y="152953"/>
                </a:lnTo>
                <a:lnTo>
                  <a:pt x="688260" y="131150"/>
                </a:lnTo>
                <a:lnTo>
                  <a:pt x="698192" y="128564"/>
                </a:lnTo>
                <a:lnTo>
                  <a:pt x="708123" y="146975"/>
                </a:lnTo>
                <a:lnTo>
                  <a:pt x="718055" y="178285"/>
                </a:lnTo>
                <a:lnTo>
                  <a:pt x="727986" y="212522"/>
                </a:lnTo>
                <a:lnTo>
                  <a:pt x="737917" y="239292"/>
                </a:lnTo>
                <a:lnTo>
                  <a:pt x="747849" y="248811"/>
                </a:lnTo>
                <a:lnTo>
                  <a:pt x="757780" y="237485"/>
                </a:lnTo>
                <a:lnTo>
                  <a:pt x="767711" y="212783"/>
                </a:lnTo>
                <a:lnTo>
                  <a:pt x="777643" y="187299"/>
                </a:lnTo>
                <a:lnTo>
                  <a:pt x="787574" y="166011"/>
                </a:lnTo>
                <a:lnTo>
                  <a:pt x="797505" y="144824"/>
                </a:lnTo>
                <a:lnTo>
                  <a:pt x="807437" y="121510"/>
                </a:lnTo>
                <a:lnTo>
                  <a:pt x="817368" y="99258"/>
                </a:lnTo>
                <a:lnTo>
                  <a:pt x="827299" y="81230"/>
                </a:lnTo>
                <a:lnTo>
                  <a:pt x="837231" y="73761"/>
                </a:lnTo>
                <a:lnTo>
                  <a:pt x="847162" y="91203"/>
                </a:lnTo>
                <a:lnTo>
                  <a:pt x="857093" y="141571"/>
                </a:lnTo>
                <a:lnTo>
                  <a:pt x="867025" y="209308"/>
                </a:lnTo>
                <a:lnTo>
                  <a:pt x="876956" y="264933"/>
                </a:lnTo>
                <a:lnTo>
                  <a:pt x="886887" y="287035"/>
                </a:lnTo>
                <a:lnTo>
                  <a:pt x="896819" y="268082"/>
                </a:lnTo>
                <a:lnTo>
                  <a:pt x="906750" y="214562"/>
                </a:lnTo>
                <a:lnTo>
                  <a:pt x="916682" y="153144"/>
                </a:lnTo>
                <a:lnTo>
                  <a:pt x="926613" y="119424"/>
                </a:lnTo>
                <a:lnTo>
                  <a:pt x="936544" y="126963"/>
                </a:lnTo>
                <a:lnTo>
                  <a:pt x="946476" y="158532"/>
                </a:lnTo>
                <a:lnTo>
                  <a:pt x="956407" y="190257"/>
                </a:lnTo>
                <a:lnTo>
                  <a:pt x="966338" y="208238"/>
                </a:lnTo>
                <a:lnTo>
                  <a:pt x="976270" y="204446"/>
                </a:lnTo>
                <a:lnTo>
                  <a:pt x="986201" y="179118"/>
                </a:lnTo>
                <a:lnTo>
                  <a:pt x="996132" y="148322"/>
                </a:lnTo>
                <a:lnTo>
                  <a:pt x="1006064" y="131671"/>
                </a:lnTo>
                <a:lnTo>
                  <a:pt x="1015995" y="132690"/>
                </a:lnTo>
                <a:lnTo>
                  <a:pt x="1025926" y="140464"/>
                </a:lnTo>
                <a:lnTo>
                  <a:pt x="1035858" y="143324"/>
                </a:lnTo>
                <a:lnTo>
                  <a:pt x="1045789" y="135238"/>
                </a:lnTo>
                <a:lnTo>
                  <a:pt x="1055720" y="121224"/>
                </a:lnTo>
                <a:lnTo>
                  <a:pt x="1065652" y="120647"/>
                </a:lnTo>
                <a:lnTo>
                  <a:pt x="1075583" y="151175"/>
                </a:lnTo>
                <a:lnTo>
                  <a:pt x="1085514" y="206421"/>
                </a:lnTo>
                <a:lnTo>
                  <a:pt x="1095446" y="259712"/>
                </a:lnTo>
                <a:lnTo>
                  <a:pt x="1105377" y="286728"/>
                </a:lnTo>
                <a:lnTo>
                  <a:pt x="1115309" y="276510"/>
                </a:lnTo>
                <a:lnTo>
                  <a:pt x="1125240" y="232319"/>
                </a:lnTo>
                <a:lnTo>
                  <a:pt x="1135171" y="174839"/>
                </a:lnTo>
                <a:lnTo>
                  <a:pt x="1145103" y="133670"/>
                </a:lnTo>
                <a:lnTo>
                  <a:pt x="1155034" y="123192"/>
                </a:lnTo>
                <a:lnTo>
                  <a:pt x="1164965" y="132949"/>
                </a:lnTo>
                <a:lnTo>
                  <a:pt x="1174897" y="144184"/>
                </a:lnTo>
                <a:lnTo>
                  <a:pt x="1184828" y="144548"/>
                </a:lnTo>
                <a:lnTo>
                  <a:pt x="1194759" y="128314"/>
                </a:lnTo>
                <a:lnTo>
                  <a:pt x="1204691" y="99754"/>
                </a:lnTo>
                <a:lnTo>
                  <a:pt x="1214622" y="79299"/>
                </a:lnTo>
                <a:lnTo>
                  <a:pt x="1224553" y="91936"/>
                </a:lnTo>
                <a:lnTo>
                  <a:pt x="1234485" y="143771"/>
                </a:lnTo>
                <a:lnTo>
                  <a:pt x="1244416" y="214685"/>
                </a:lnTo>
                <a:lnTo>
                  <a:pt x="1254347" y="272862"/>
                </a:lnTo>
                <a:lnTo>
                  <a:pt x="1264279" y="294055"/>
                </a:lnTo>
                <a:lnTo>
                  <a:pt x="1274210" y="273878"/>
                </a:lnTo>
                <a:lnTo>
                  <a:pt x="1284141" y="229253"/>
                </a:lnTo>
                <a:lnTo>
                  <a:pt x="1294073" y="186456"/>
                </a:lnTo>
                <a:lnTo>
                  <a:pt x="1304004" y="162865"/>
                </a:lnTo>
                <a:lnTo>
                  <a:pt x="1313936" y="157454"/>
                </a:lnTo>
                <a:lnTo>
                  <a:pt x="1323867" y="156063"/>
                </a:lnTo>
                <a:lnTo>
                  <a:pt x="1333798" y="144410"/>
                </a:lnTo>
                <a:lnTo>
                  <a:pt x="1343730" y="118800"/>
                </a:lnTo>
                <a:lnTo>
                  <a:pt x="1353661" y="88481"/>
                </a:lnTo>
                <a:lnTo>
                  <a:pt x="1363592" y="70391"/>
                </a:lnTo>
                <a:lnTo>
                  <a:pt x="1373524" y="80758"/>
                </a:lnTo>
                <a:lnTo>
                  <a:pt x="1383455" y="124997"/>
                </a:lnTo>
                <a:lnTo>
                  <a:pt x="1393386" y="189101"/>
                </a:lnTo>
                <a:lnTo>
                  <a:pt x="1403318" y="244420"/>
                </a:lnTo>
                <a:lnTo>
                  <a:pt x="1413249" y="268639"/>
                </a:lnTo>
                <a:lnTo>
                  <a:pt x="1423180" y="261314"/>
                </a:lnTo>
                <a:lnTo>
                  <a:pt x="1433112" y="236355"/>
                </a:lnTo>
                <a:lnTo>
                  <a:pt x="1443043" y="206355"/>
                </a:lnTo>
                <a:lnTo>
                  <a:pt x="1452974" y="178744"/>
                </a:lnTo>
                <a:lnTo>
                  <a:pt x="1462906" y="157472"/>
                </a:lnTo>
                <a:lnTo>
                  <a:pt x="1472837" y="140624"/>
                </a:lnTo>
                <a:lnTo>
                  <a:pt x="1482768" y="123282"/>
                </a:lnTo>
                <a:lnTo>
                  <a:pt x="1492700" y="107864"/>
                </a:lnTo>
                <a:lnTo>
                  <a:pt x="1502631" y="105232"/>
                </a:lnTo>
                <a:lnTo>
                  <a:pt x="1512563" y="122941"/>
                </a:lnTo>
                <a:lnTo>
                  <a:pt x="1522494" y="157574"/>
                </a:lnTo>
                <a:lnTo>
                  <a:pt x="1532425" y="197064"/>
                </a:lnTo>
                <a:lnTo>
                  <a:pt x="1542357" y="224704"/>
                </a:lnTo>
                <a:lnTo>
                  <a:pt x="1552288" y="225973"/>
                </a:lnTo>
                <a:lnTo>
                  <a:pt x="1562219" y="200576"/>
                </a:lnTo>
                <a:lnTo>
                  <a:pt x="1572151" y="166295"/>
                </a:lnTo>
                <a:lnTo>
                  <a:pt x="1582082" y="146105"/>
                </a:lnTo>
                <a:lnTo>
                  <a:pt x="1592013" y="152259"/>
                </a:lnTo>
                <a:lnTo>
                  <a:pt x="1601945" y="180465"/>
                </a:lnTo>
                <a:lnTo>
                  <a:pt x="1611876" y="212444"/>
                </a:lnTo>
                <a:lnTo>
                  <a:pt x="1621807" y="225647"/>
                </a:lnTo>
                <a:lnTo>
                  <a:pt x="1631739" y="208737"/>
                </a:lnTo>
                <a:lnTo>
                  <a:pt x="1641670" y="169161"/>
                </a:lnTo>
                <a:lnTo>
                  <a:pt x="1651601" y="124856"/>
                </a:lnTo>
                <a:lnTo>
                  <a:pt x="1661533" y="93426"/>
                </a:lnTo>
                <a:lnTo>
                  <a:pt x="1671464" y="88071"/>
                </a:lnTo>
                <a:lnTo>
                  <a:pt x="1681395" y="111861"/>
                </a:lnTo>
                <a:lnTo>
                  <a:pt x="1691327" y="152166"/>
                </a:lnTo>
                <a:lnTo>
                  <a:pt x="1701258" y="190265"/>
                </a:lnTo>
                <a:lnTo>
                  <a:pt x="1711190" y="218619"/>
                </a:lnTo>
                <a:lnTo>
                  <a:pt x="1721121" y="240912"/>
                </a:lnTo>
                <a:lnTo>
                  <a:pt x="1731052" y="257245"/>
                </a:lnTo>
                <a:lnTo>
                  <a:pt x="1740984" y="259575"/>
                </a:lnTo>
                <a:lnTo>
                  <a:pt x="1750915" y="240875"/>
                </a:lnTo>
                <a:lnTo>
                  <a:pt x="1760846" y="201372"/>
                </a:lnTo>
                <a:lnTo>
                  <a:pt x="1770778" y="148525"/>
                </a:lnTo>
                <a:lnTo>
                  <a:pt x="1780709" y="96984"/>
                </a:lnTo>
                <a:lnTo>
                  <a:pt x="1790640" y="65034"/>
                </a:lnTo>
                <a:lnTo>
                  <a:pt x="1800572" y="65017"/>
                </a:lnTo>
                <a:lnTo>
                  <a:pt x="1810503" y="96232"/>
                </a:lnTo>
                <a:lnTo>
                  <a:pt x="1820434" y="145216"/>
                </a:lnTo>
                <a:lnTo>
                  <a:pt x="1830366" y="190859"/>
                </a:lnTo>
                <a:lnTo>
                  <a:pt x="1840297" y="214940"/>
                </a:lnTo>
                <a:lnTo>
                  <a:pt x="1850228" y="214771"/>
                </a:lnTo>
                <a:lnTo>
                  <a:pt x="1860160" y="204255"/>
                </a:lnTo>
                <a:lnTo>
                  <a:pt x="1870091" y="199801"/>
                </a:lnTo>
                <a:lnTo>
                  <a:pt x="1880023" y="206961"/>
                </a:lnTo>
                <a:lnTo>
                  <a:pt x="1889954" y="218645"/>
                </a:lnTo>
                <a:lnTo>
                  <a:pt x="1899885" y="220100"/>
                </a:lnTo>
                <a:lnTo>
                  <a:pt x="1909817" y="197822"/>
                </a:lnTo>
                <a:lnTo>
                  <a:pt x="1919748" y="152259"/>
                </a:lnTo>
                <a:lnTo>
                  <a:pt x="1929679" y="103256"/>
                </a:lnTo>
                <a:lnTo>
                  <a:pt x="1939611" y="78614"/>
                </a:lnTo>
                <a:lnTo>
                  <a:pt x="1949542" y="95457"/>
                </a:lnTo>
                <a:lnTo>
                  <a:pt x="1959473" y="149189"/>
                </a:lnTo>
                <a:lnTo>
                  <a:pt x="1969405" y="213913"/>
                </a:lnTo>
                <a:lnTo>
                  <a:pt x="1979336" y="254991"/>
                </a:lnTo>
                <a:lnTo>
                  <a:pt x="1989267" y="250795"/>
                </a:lnTo>
                <a:lnTo>
                  <a:pt x="1999199" y="206849"/>
                </a:lnTo>
                <a:lnTo>
                  <a:pt x="2009130" y="148811"/>
                </a:lnTo>
                <a:lnTo>
                  <a:pt x="2019061" y="105257"/>
                </a:lnTo>
                <a:lnTo>
                  <a:pt x="2028993" y="95806"/>
                </a:lnTo>
                <a:lnTo>
                  <a:pt x="2038924" y="122674"/>
                </a:lnTo>
                <a:lnTo>
                  <a:pt x="2048855" y="165661"/>
                </a:lnTo>
                <a:lnTo>
                  <a:pt x="2058787" y="193917"/>
                </a:lnTo>
                <a:lnTo>
                  <a:pt x="2068718" y="191453"/>
                </a:lnTo>
                <a:lnTo>
                  <a:pt x="2078650" y="169514"/>
                </a:lnTo>
                <a:lnTo>
                  <a:pt x="2088581" y="153749"/>
                </a:lnTo>
                <a:lnTo>
                  <a:pt x="2098512" y="163477"/>
                </a:lnTo>
                <a:lnTo>
                  <a:pt x="2108444" y="199570"/>
                </a:lnTo>
                <a:lnTo>
                  <a:pt x="2118375" y="242969"/>
                </a:lnTo>
                <a:lnTo>
                  <a:pt x="2128306" y="264642"/>
                </a:lnTo>
                <a:lnTo>
                  <a:pt x="2138238" y="244648"/>
                </a:lnTo>
                <a:lnTo>
                  <a:pt x="2148169" y="186699"/>
                </a:lnTo>
                <a:lnTo>
                  <a:pt x="2158100" y="116973"/>
                </a:lnTo>
                <a:lnTo>
                  <a:pt x="2168032" y="69958"/>
                </a:lnTo>
                <a:lnTo>
                  <a:pt x="2177963" y="69494"/>
                </a:lnTo>
                <a:lnTo>
                  <a:pt x="2187894" y="113993"/>
                </a:lnTo>
                <a:lnTo>
                  <a:pt x="2197826" y="176670"/>
                </a:lnTo>
                <a:lnTo>
                  <a:pt x="2207757" y="221882"/>
                </a:lnTo>
                <a:lnTo>
                  <a:pt x="2217688" y="224652"/>
                </a:lnTo>
                <a:lnTo>
                  <a:pt x="2227620" y="183529"/>
                </a:lnTo>
                <a:lnTo>
                  <a:pt x="2237551" y="124217"/>
                </a:lnTo>
                <a:lnTo>
                  <a:pt x="2247482" y="87104"/>
                </a:lnTo>
                <a:lnTo>
                  <a:pt x="2257414" y="99591"/>
                </a:lnTo>
                <a:lnTo>
                  <a:pt x="2267345" y="157287"/>
                </a:lnTo>
                <a:lnTo>
                  <a:pt x="2277277" y="232417"/>
                </a:lnTo>
                <a:lnTo>
                  <a:pt x="2287208" y="293426"/>
                </a:lnTo>
                <a:lnTo>
                  <a:pt x="2297139" y="315406"/>
                </a:lnTo>
                <a:lnTo>
                  <a:pt x="2307071" y="287008"/>
                </a:lnTo>
                <a:lnTo>
                  <a:pt x="2317002" y="218627"/>
                </a:lnTo>
                <a:lnTo>
                  <a:pt x="2326933" y="137527"/>
                </a:lnTo>
                <a:lnTo>
                  <a:pt x="2336865" y="69776"/>
                </a:lnTo>
                <a:lnTo>
                  <a:pt x="2346796" y="31447"/>
                </a:lnTo>
                <a:lnTo>
                  <a:pt x="2356727" y="32791"/>
                </a:lnTo>
                <a:lnTo>
                  <a:pt x="2366659" y="76061"/>
                </a:lnTo>
                <a:lnTo>
                  <a:pt x="2376590" y="147268"/>
                </a:lnTo>
                <a:lnTo>
                  <a:pt x="2386521" y="220557"/>
                </a:lnTo>
                <a:lnTo>
                  <a:pt x="2396453" y="272085"/>
                </a:lnTo>
                <a:lnTo>
                  <a:pt x="2406384" y="285540"/>
                </a:lnTo>
                <a:lnTo>
                  <a:pt x="2416315" y="253014"/>
                </a:lnTo>
                <a:lnTo>
                  <a:pt x="2426247" y="183652"/>
                </a:lnTo>
                <a:lnTo>
                  <a:pt x="2436178" y="108825"/>
                </a:lnTo>
                <a:lnTo>
                  <a:pt x="2446109" y="66810"/>
                </a:lnTo>
                <a:lnTo>
                  <a:pt x="2456041" y="77712"/>
                </a:lnTo>
                <a:lnTo>
                  <a:pt x="2465972" y="133043"/>
                </a:lnTo>
                <a:lnTo>
                  <a:pt x="2475904" y="204962"/>
                </a:lnTo>
                <a:lnTo>
                  <a:pt x="2485835" y="261730"/>
                </a:lnTo>
                <a:lnTo>
                  <a:pt x="2495766" y="279588"/>
                </a:lnTo>
                <a:lnTo>
                  <a:pt x="2505698" y="251445"/>
                </a:lnTo>
                <a:lnTo>
                  <a:pt x="2515629" y="192231"/>
                </a:lnTo>
                <a:lnTo>
                  <a:pt x="2525560" y="133823"/>
                </a:lnTo>
                <a:lnTo>
                  <a:pt x="2535492" y="105994"/>
                </a:lnTo>
                <a:lnTo>
                  <a:pt x="2545423" y="116628"/>
                </a:lnTo>
                <a:lnTo>
                  <a:pt x="2555354" y="149566"/>
                </a:lnTo>
                <a:lnTo>
                  <a:pt x="2565286" y="179276"/>
                </a:lnTo>
                <a:lnTo>
                  <a:pt x="2575217" y="186169"/>
                </a:lnTo>
                <a:lnTo>
                  <a:pt x="2585148" y="165351"/>
                </a:lnTo>
                <a:lnTo>
                  <a:pt x="2595080" y="130273"/>
                </a:lnTo>
                <a:lnTo>
                  <a:pt x="2605011" y="106284"/>
                </a:lnTo>
                <a:lnTo>
                  <a:pt x="2614942" y="112774"/>
                </a:lnTo>
                <a:lnTo>
                  <a:pt x="2624874" y="149330"/>
                </a:lnTo>
                <a:lnTo>
                  <a:pt x="2634805" y="198464"/>
                </a:lnTo>
                <a:lnTo>
                  <a:pt x="2644736" y="237507"/>
                </a:lnTo>
                <a:lnTo>
                  <a:pt x="2654668" y="249347"/>
                </a:lnTo>
                <a:lnTo>
                  <a:pt x="2664599" y="231100"/>
                </a:lnTo>
                <a:lnTo>
                  <a:pt x="2674531" y="196538"/>
                </a:lnTo>
                <a:lnTo>
                  <a:pt x="2684462" y="166309"/>
                </a:lnTo>
                <a:lnTo>
                  <a:pt x="2694393" y="153865"/>
                </a:lnTo>
                <a:lnTo>
                  <a:pt x="2704325" y="159679"/>
                </a:lnTo>
                <a:lnTo>
                  <a:pt x="2714256" y="173436"/>
                </a:lnTo>
                <a:lnTo>
                  <a:pt x="2724187" y="180486"/>
                </a:lnTo>
                <a:lnTo>
                  <a:pt x="2734119" y="172882"/>
                </a:lnTo>
                <a:lnTo>
                  <a:pt x="2744050" y="156097"/>
                </a:lnTo>
                <a:lnTo>
                  <a:pt x="2753981" y="140396"/>
                </a:lnTo>
                <a:lnTo>
                  <a:pt x="2763913" y="128413"/>
                </a:lnTo>
                <a:lnTo>
                  <a:pt x="2773844" y="117470"/>
                </a:lnTo>
                <a:lnTo>
                  <a:pt x="2783775" y="108684"/>
                </a:lnTo>
                <a:lnTo>
                  <a:pt x="2793707" y="105936"/>
                </a:lnTo>
                <a:lnTo>
                  <a:pt x="2803638" y="111921"/>
                </a:lnTo>
                <a:lnTo>
                  <a:pt x="2813569" y="132327"/>
                </a:lnTo>
                <a:lnTo>
                  <a:pt x="2823501" y="175686"/>
                </a:lnTo>
                <a:lnTo>
                  <a:pt x="2833432" y="239746"/>
                </a:lnTo>
                <a:lnTo>
                  <a:pt x="2843363" y="302471"/>
                </a:lnTo>
                <a:lnTo>
                  <a:pt x="2853295" y="333140"/>
                </a:lnTo>
                <a:lnTo>
                  <a:pt x="2863226" y="312037"/>
                </a:lnTo>
                <a:lnTo>
                  <a:pt x="2873158" y="241871"/>
                </a:lnTo>
                <a:lnTo>
                  <a:pt x="2883089" y="147162"/>
                </a:lnTo>
                <a:lnTo>
                  <a:pt x="2893020" y="63689"/>
                </a:lnTo>
                <a:lnTo>
                  <a:pt x="2902952" y="22860"/>
                </a:lnTo>
                <a:lnTo>
                  <a:pt x="2912883" y="38832"/>
                </a:lnTo>
                <a:lnTo>
                  <a:pt x="2922814" y="101294"/>
                </a:lnTo>
                <a:lnTo>
                  <a:pt x="2932746" y="176054"/>
                </a:lnTo>
                <a:lnTo>
                  <a:pt x="2942677" y="222114"/>
                </a:lnTo>
                <a:lnTo>
                  <a:pt x="2952608" y="220420"/>
                </a:lnTo>
                <a:lnTo>
                  <a:pt x="2962540" y="185687"/>
                </a:lnTo>
                <a:lnTo>
                  <a:pt x="2972471" y="148094"/>
                </a:lnTo>
                <a:lnTo>
                  <a:pt x="2982402" y="130526"/>
                </a:lnTo>
                <a:lnTo>
                  <a:pt x="2992334" y="142891"/>
                </a:lnTo>
                <a:lnTo>
                  <a:pt x="3002265" y="181617"/>
                </a:lnTo>
                <a:lnTo>
                  <a:pt x="3012196" y="226288"/>
                </a:lnTo>
                <a:lnTo>
                  <a:pt x="3022128" y="249082"/>
                </a:lnTo>
                <a:lnTo>
                  <a:pt x="3032059" y="237325"/>
                </a:lnTo>
                <a:lnTo>
                  <a:pt x="3041990" y="202709"/>
                </a:lnTo>
                <a:lnTo>
                  <a:pt x="3051922" y="167119"/>
                </a:lnTo>
                <a:lnTo>
                  <a:pt x="3061853" y="145028"/>
                </a:lnTo>
                <a:lnTo>
                  <a:pt x="3071785" y="137901"/>
                </a:lnTo>
                <a:lnTo>
                  <a:pt x="3081716" y="137908"/>
                </a:lnTo>
                <a:lnTo>
                  <a:pt x="3091647" y="135882"/>
                </a:lnTo>
                <a:lnTo>
                  <a:pt x="3101579" y="129571"/>
                </a:lnTo>
                <a:lnTo>
                  <a:pt x="3111510" y="126127"/>
                </a:lnTo>
                <a:lnTo>
                  <a:pt x="3121441" y="137313"/>
                </a:lnTo>
                <a:lnTo>
                  <a:pt x="3131373" y="170255"/>
                </a:lnTo>
                <a:lnTo>
                  <a:pt x="3141304" y="217091"/>
                </a:lnTo>
                <a:lnTo>
                  <a:pt x="3151235" y="253421"/>
                </a:lnTo>
                <a:lnTo>
                  <a:pt x="3161167" y="254282"/>
                </a:lnTo>
                <a:lnTo>
                  <a:pt x="3171098" y="214288"/>
                </a:lnTo>
                <a:lnTo>
                  <a:pt x="3181029" y="150150"/>
                </a:lnTo>
                <a:lnTo>
                  <a:pt x="3190961" y="89172"/>
                </a:lnTo>
                <a:lnTo>
                  <a:pt x="3200892" y="59909"/>
                </a:lnTo>
                <a:lnTo>
                  <a:pt x="3210823" y="81542"/>
                </a:lnTo>
                <a:lnTo>
                  <a:pt x="3220755" y="147690"/>
                </a:lnTo>
                <a:lnTo>
                  <a:pt x="3230686" y="224398"/>
                </a:lnTo>
                <a:lnTo>
                  <a:pt x="3240617" y="272844"/>
                </a:lnTo>
                <a:lnTo>
                  <a:pt x="3250549" y="273226"/>
                </a:lnTo>
                <a:lnTo>
                  <a:pt x="3260480" y="230490"/>
                </a:lnTo>
                <a:lnTo>
                  <a:pt x="3270412" y="169475"/>
                </a:lnTo>
                <a:lnTo>
                  <a:pt x="3280343" y="123388"/>
                </a:lnTo>
                <a:lnTo>
                  <a:pt x="3290274" y="112460"/>
                </a:lnTo>
                <a:lnTo>
                  <a:pt x="3300206" y="130599"/>
                </a:lnTo>
                <a:lnTo>
                  <a:pt x="3310137" y="157573"/>
                </a:lnTo>
                <a:lnTo>
                  <a:pt x="3320068" y="178139"/>
                </a:lnTo>
                <a:lnTo>
                  <a:pt x="3330000" y="185581"/>
                </a:lnTo>
                <a:lnTo>
                  <a:pt x="3339931" y="179933"/>
                </a:lnTo>
                <a:lnTo>
                  <a:pt x="3349862" y="170172"/>
                </a:lnTo>
                <a:lnTo>
                  <a:pt x="3359794" y="166608"/>
                </a:lnTo>
                <a:lnTo>
                  <a:pt x="3369725" y="167100"/>
                </a:lnTo>
                <a:lnTo>
                  <a:pt x="3379656" y="161698"/>
                </a:lnTo>
                <a:lnTo>
                  <a:pt x="3389588" y="149454"/>
                </a:lnTo>
                <a:lnTo>
                  <a:pt x="3399519" y="138572"/>
                </a:lnTo>
                <a:lnTo>
                  <a:pt x="3409450" y="135169"/>
                </a:lnTo>
                <a:lnTo>
                  <a:pt x="3419382" y="143973"/>
                </a:lnTo>
                <a:lnTo>
                  <a:pt x="3429313" y="171418"/>
                </a:lnTo>
                <a:lnTo>
                  <a:pt x="3439245" y="214984"/>
                </a:lnTo>
                <a:lnTo>
                  <a:pt x="3449176" y="257006"/>
                </a:lnTo>
                <a:lnTo>
                  <a:pt x="3459107" y="278189"/>
                </a:lnTo>
                <a:lnTo>
                  <a:pt x="3469039" y="270721"/>
                </a:lnTo>
                <a:lnTo>
                  <a:pt x="3478970" y="236726"/>
                </a:lnTo>
                <a:lnTo>
                  <a:pt x="3488901" y="184992"/>
                </a:lnTo>
                <a:lnTo>
                  <a:pt x="3498833" y="129849"/>
                </a:lnTo>
                <a:lnTo>
                  <a:pt x="3508764" y="83857"/>
                </a:lnTo>
                <a:lnTo>
                  <a:pt x="3518695" y="53167"/>
                </a:lnTo>
                <a:lnTo>
                  <a:pt x="3528627" y="43699"/>
                </a:lnTo>
                <a:lnTo>
                  <a:pt x="3538558" y="62171"/>
                </a:lnTo>
                <a:lnTo>
                  <a:pt x="3548489" y="106581"/>
                </a:lnTo>
                <a:lnTo>
                  <a:pt x="3558421" y="166100"/>
                </a:lnTo>
                <a:lnTo>
                  <a:pt x="3568352" y="230144"/>
                </a:lnTo>
                <a:lnTo>
                  <a:pt x="3578283" y="285050"/>
                </a:lnTo>
                <a:lnTo>
                  <a:pt x="3588215" y="308276"/>
                </a:lnTo>
                <a:lnTo>
                  <a:pt x="3598146" y="285019"/>
                </a:lnTo>
                <a:lnTo>
                  <a:pt x="3608077" y="227374"/>
                </a:lnTo>
                <a:lnTo>
                  <a:pt x="3618009" y="163666"/>
                </a:lnTo>
                <a:lnTo>
                  <a:pt x="3627940" y="117105"/>
                </a:lnTo>
                <a:lnTo>
                  <a:pt x="3637872" y="102917"/>
                </a:lnTo>
                <a:lnTo>
                  <a:pt x="3647803" y="126361"/>
                </a:lnTo>
                <a:lnTo>
                  <a:pt x="3657734" y="168695"/>
                </a:lnTo>
                <a:lnTo>
                  <a:pt x="3667666" y="193631"/>
                </a:lnTo>
                <a:lnTo>
                  <a:pt x="3677597" y="182581"/>
                </a:lnTo>
                <a:lnTo>
                  <a:pt x="3687528" y="150431"/>
                </a:lnTo>
                <a:lnTo>
                  <a:pt x="3697460" y="122192"/>
                </a:lnTo>
                <a:lnTo>
                  <a:pt x="3707391" y="112230"/>
                </a:lnTo>
                <a:lnTo>
                  <a:pt x="3717322" y="126993"/>
                </a:lnTo>
                <a:lnTo>
                  <a:pt x="3727254" y="164453"/>
                </a:lnTo>
                <a:lnTo>
                  <a:pt x="3737185" y="205679"/>
                </a:lnTo>
                <a:lnTo>
                  <a:pt x="3747116" y="225327"/>
                </a:lnTo>
                <a:lnTo>
                  <a:pt x="3757048" y="215399"/>
                </a:lnTo>
                <a:lnTo>
                  <a:pt x="3766979" y="189324"/>
                </a:lnTo>
                <a:lnTo>
                  <a:pt x="3776910" y="166014"/>
                </a:lnTo>
                <a:lnTo>
                  <a:pt x="3786842" y="158221"/>
                </a:lnTo>
                <a:lnTo>
                  <a:pt x="3796773" y="168691"/>
                </a:lnTo>
                <a:lnTo>
                  <a:pt x="3806704" y="187659"/>
                </a:lnTo>
                <a:lnTo>
                  <a:pt x="3816636" y="199208"/>
                </a:lnTo>
                <a:lnTo>
                  <a:pt x="3826567" y="195927"/>
                </a:lnTo>
                <a:lnTo>
                  <a:pt x="3836499" y="183487"/>
                </a:lnTo>
                <a:lnTo>
                  <a:pt x="3846430" y="171188"/>
                </a:lnTo>
                <a:lnTo>
                  <a:pt x="3856361" y="164290"/>
                </a:lnTo>
                <a:lnTo>
                  <a:pt x="3866293" y="162727"/>
                </a:lnTo>
                <a:lnTo>
                  <a:pt x="3876224" y="159670"/>
                </a:lnTo>
                <a:lnTo>
                  <a:pt x="3886155" y="145147"/>
                </a:lnTo>
                <a:lnTo>
                  <a:pt x="3896087" y="119244"/>
                </a:lnTo>
                <a:lnTo>
                  <a:pt x="3906018" y="99146"/>
                </a:lnTo>
                <a:lnTo>
                  <a:pt x="3915949" y="106714"/>
                </a:lnTo>
                <a:lnTo>
                  <a:pt x="3925881" y="149414"/>
                </a:lnTo>
                <a:lnTo>
                  <a:pt x="3935812" y="213231"/>
                </a:lnTo>
                <a:lnTo>
                  <a:pt x="3945743" y="269108"/>
                </a:lnTo>
                <a:lnTo>
                  <a:pt x="3955675" y="286754"/>
                </a:lnTo>
                <a:lnTo>
                  <a:pt x="3965606" y="251582"/>
                </a:lnTo>
                <a:lnTo>
                  <a:pt x="3975537" y="176085"/>
                </a:lnTo>
                <a:lnTo>
                  <a:pt x="3985469" y="96309"/>
                </a:lnTo>
                <a:lnTo>
                  <a:pt x="3995400" y="54798"/>
                </a:lnTo>
                <a:lnTo>
                  <a:pt x="4005331" y="78143"/>
                </a:lnTo>
                <a:lnTo>
                  <a:pt x="4015263" y="157937"/>
                </a:lnTo>
                <a:lnTo>
                  <a:pt x="4025194" y="249215"/>
                </a:lnTo>
                <a:lnTo>
                  <a:pt x="4035126" y="296758"/>
                </a:lnTo>
                <a:lnTo>
                  <a:pt x="4045057" y="273295"/>
                </a:lnTo>
                <a:lnTo>
                  <a:pt x="4054988" y="195718"/>
                </a:lnTo>
                <a:lnTo>
                  <a:pt x="4064920" y="107836"/>
                </a:lnTo>
                <a:lnTo>
                  <a:pt x="4074851" y="52080"/>
                </a:lnTo>
                <a:lnTo>
                  <a:pt x="4084782" y="52008"/>
                </a:lnTo>
                <a:lnTo>
                  <a:pt x="4094714" y="104946"/>
                </a:lnTo>
                <a:lnTo>
                  <a:pt x="4104645" y="180923"/>
                </a:lnTo>
                <a:lnTo>
                  <a:pt x="4114576" y="236379"/>
                </a:lnTo>
                <a:lnTo>
                  <a:pt x="4124508" y="243282"/>
                </a:lnTo>
                <a:lnTo>
                  <a:pt x="4134439" y="210102"/>
                </a:lnTo>
                <a:lnTo>
                  <a:pt x="4144370" y="171294"/>
                </a:lnTo>
                <a:lnTo>
                  <a:pt x="4154302" y="155303"/>
                </a:lnTo>
                <a:lnTo>
                  <a:pt x="4164233" y="164325"/>
                </a:lnTo>
                <a:lnTo>
                  <a:pt x="4174164" y="181444"/>
                </a:lnTo>
                <a:lnTo>
                  <a:pt x="4184096" y="189404"/>
                </a:lnTo>
                <a:lnTo>
                  <a:pt x="4194027" y="181225"/>
                </a:lnTo>
                <a:lnTo>
                  <a:pt x="4203958" y="161231"/>
                </a:lnTo>
                <a:lnTo>
                  <a:pt x="4213890" y="143074"/>
                </a:lnTo>
                <a:lnTo>
                  <a:pt x="4223821" y="143502"/>
                </a:lnTo>
                <a:lnTo>
                  <a:pt x="4233753" y="169628"/>
                </a:lnTo>
                <a:lnTo>
                  <a:pt x="4243684" y="208692"/>
                </a:lnTo>
                <a:lnTo>
                  <a:pt x="4253615" y="233164"/>
                </a:lnTo>
                <a:lnTo>
                  <a:pt x="4263547" y="220323"/>
                </a:lnTo>
                <a:lnTo>
                  <a:pt x="4273478" y="170141"/>
                </a:lnTo>
                <a:lnTo>
                  <a:pt x="4283409" y="106498"/>
                </a:lnTo>
                <a:lnTo>
                  <a:pt x="4293341" y="61720"/>
                </a:lnTo>
                <a:lnTo>
                  <a:pt x="4303272" y="56911"/>
                </a:lnTo>
                <a:lnTo>
                  <a:pt x="4313203" y="91558"/>
                </a:lnTo>
                <a:lnTo>
                  <a:pt x="4323135" y="148169"/>
                </a:lnTo>
                <a:lnTo>
                  <a:pt x="4333066" y="206291"/>
                </a:lnTo>
                <a:lnTo>
                  <a:pt x="4342997" y="252504"/>
                </a:lnTo>
                <a:lnTo>
                  <a:pt x="4352929" y="279295"/>
                </a:lnTo>
                <a:lnTo>
                  <a:pt x="4362860" y="281601"/>
                </a:lnTo>
                <a:lnTo>
                  <a:pt x="4372791" y="260853"/>
                </a:lnTo>
                <a:lnTo>
                  <a:pt x="4382723" y="227918"/>
                </a:lnTo>
                <a:lnTo>
                  <a:pt x="4392654" y="193056"/>
                </a:lnTo>
                <a:lnTo>
                  <a:pt x="4402585" y="155478"/>
                </a:lnTo>
                <a:lnTo>
                  <a:pt x="4412517" y="112364"/>
                </a:lnTo>
                <a:lnTo>
                  <a:pt x="4422448" y="74754"/>
                </a:lnTo>
                <a:lnTo>
                  <a:pt x="4432380" y="61289"/>
                </a:lnTo>
                <a:lnTo>
                  <a:pt x="4442311" y="76641"/>
                </a:lnTo>
                <a:lnTo>
                  <a:pt x="4452242" y="108472"/>
                </a:lnTo>
                <a:lnTo>
                  <a:pt x="4462174" y="144723"/>
                </a:lnTo>
                <a:lnTo>
                  <a:pt x="4472105" y="180628"/>
                </a:lnTo>
                <a:lnTo>
                  <a:pt x="4482036" y="209971"/>
                </a:lnTo>
                <a:lnTo>
                  <a:pt x="4491968" y="225067"/>
                </a:lnTo>
                <a:lnTo>
                  <a:pt x="4501899" y="227591"/>
                </a:lnTo>
                <a:lnTo>
                  <a:pt x="4511830" y="226757"/>
                </a:lnTo>
                <a:lnTo>
                  <a:pt x="4521762" y="225024"/>
                </a:lnTo>
                <a:lnTo>
                  <a:pt x="4531693" y="216271"/>
                </a:lnTo>
                <a:lnTo>
                  <a:pt x="4541624" y="198182"/>
                </a:lnTo>
                <a:lnTo>
                  <a:pt x="4551556" y="176203"/>
                </a:lnTo>
                <a:lnTo>
                  <a:pt x="4561487" y="155740"/>
                </a:lnTo>
                <a:lnTo>
                  <a:pt x="4571418" y="139871"/>
                </a:lnTo>
                <a:lnTo>
                  <a:pt x="4581350" y="133146"/>
                </a:lnTo>
                <a:lnTo>
                  <a:pt x="4591281" y="137371"/>
                </a:lnTo>
                <a:lnTo>
                  <a:pt x="4601212" y="144052"/>
                </a:lnTo>
                <a:lnTo>
                  <a:pt x="4611144" y="140896"/>
                </a:lnTo>
                <a:lnTo>
                  <a:pt x="4621075" y="127752"/>
                </a:lnTo>
                <a:lnTo>
                  <a:pt x="4631007" y="119307"/>
                </a:lnTo>
                <a:lnTo>
                  <a:pt x="4640938" y="130251"/>
                </a:lnTo>
                <a:lnTo>
                  <a:pt x="4650869" y="162218"/>
                </a:lnTo>
                <a:lnTo>
                  <a:pt x="4660801" y="204949"/>
                </a:lnTo>
                <a:lnTo>
                  <a:pt x="4670732" y="243659"/>
                </a:lnTo>
                <a:lnTo>
                  <a:pt x="4680663" y="263099"/>
                </a:lnTo>
                <a:lnTo>
                  <a:pt x="4690595" y="251697"/>
                </a:lnTo>
                <a:lnTo>
                  <a:pt x="4700526" y="210229"/>
                </a:lnTo>
                <a:lnTo>
                  <a:pt x="4710457" y="157381"/>
                </a:lnTo>
                <a:lnTo>
                  <a:pt x="4720389" y="121264"/>
                </a:lnTo>
                <a:lnTo>
                  <a:pt x="4730320" y="120304"/>
                </a:lnTo>
                <a:lnTo>
                  <a:pt x="4740251" y="150085"/>
                </a:lnTo>
                <a:lnTo>
                  <a:pt x="4750183" y="187191"/>
                </a:lnTo>
                <a:lnTo>
                  <a:pt x="4760114" y="205099"/>
                </a:lnTo>
                <a:lnTo>
                  <a:pt x="4770045" y="189641"/>
                </a:lnTo>
                <a:lnTo>
                  <a:pt x="4779977" y="146079"/>
                </a:lnTo>
                <a:lnTo>
                  <a:pt x="4789908" y="96411"/>
                </a:lnTo>
                <a:lnTo>
                  <a:pt x="4799839" y="68871"/>
                </a:lnTo>
                <a:lnTo>
                  <a:pt x="4809771" y="83465"/>
                </a:lnTo>
                <a:lnTo>
                  <a:pt x="4819702" y="139677"/>
                </a:lnTo>
                <a:lnTo>
                  <a:pt x="4829634" y="214030"/>
                </a:lnTo>
                <a:lnTo>
                  <a:pt x="4839565" y="272036"/>
                </a:lnTo>
                <a:lnTo>
                  <a:pt x="4849496" y="288802"/>
                </a:lnTo>
                <a:lnTo>
                  <a:pt x="4859428" y="262888"/>
                </a:lnTo>
                <a:lnTo>
                  <a:pt x="4869359" y="212624"/>
                </a:lnTo>
                <a:lnTo>
                  <a:pt x="4879290" y="160963"/>
                </a:lnTo>
                <a:lnTo>
                  <a:pt x="4889222" y="124086"/>
                </a:lnTo>
                <a:lnTo>
                  <a:pt x="4899153" y="109947"/>
                </a:lnTo>
                <a:lnTo>
                  <a:pt x="4909084" y="120043"/>
                </a:lnTo>
                <a:lnTo>
                  <a:pt x="4919016" y="147924"/>
                </a:lnTo>
                <a:lnTo>
                  <a:pt x="4928947" y="178181"/>
                </a:lnTo>
                <a:lnTo>
                  <a:pt x="4938878" y="193292"/>
                </a:lnTo>
                <a:lnTo>
                  <a:pt x="4948810" y="185834"/>
                </a:lnTo>
                <a:lnTo>
                  <a:pt x="4958741" y="162976"/>
                </a:lnTo>
                <a:lnTo>
                  <a:pt x="4968672" y="137506"/>
                </a:lnTo>
                <a:lnTo>
                  <a:pt x="4978604" y="118053"/>
                </a:lnTo>
                <a:lnTo>
                  <a:pt x="4988535" y="111268"/>
                </a:lnTo>
                <a:lnTo>
                  <a:pt x="4998466" y="126713"/>
                </a:lnTo>
                <a:lnTo>
                  <a:pt x="5008398" y="169083"/>
                </a:lnTo>
                <a:lnTo>
                  <a:pt x="5018329" y="226624"/>
                </a:lnTo>
                <a:lnTo>
                  <a:pt x="5028261" y="275975"/>
                </a:lnTo>
                <a:lnTo>
                  <a:pt x="5038192" y="298331"/>
                </a:lnTo>
                <a:lnTo>
                  <a:pt x="5048123" y="285414"/>
                </a:lnTo>
                <a:lnTo>
                  <a:pt x="5058055" y="236193"/>
                </a:lnTo>
                <a:lnTo>
                  <a:pt x="5067986" y="160649"/>
                </a:lnTo>
                <a:lnTo>
                  <a:pt x="5077917" y="84297"/>
                </a:lnTo>
                <a:lnTo>
                  <a:pt x="5087849" y="35958"/>
                </a:lnTo>
                <a:lnTo>
                  <a:pt x="5097780" y="29214"/>
                </a:lnTo>
              </a:path>
            </a:pathLst>
          </a:custGeom>
          <a:solidFill>
            <a:srgbClr val="FFFFFF">
              <a:alpha val="0"/>
            </a:srgbClr>
          </a:solidFill>
          <a:ln w="13335" cap="rnd">
            <a:solidFill>
              <a:srgbClr val="17313B"/>
            </a:solidFill>
            <a:prstDash val="solid"/>
          </a:ln>
        </p:spPr>
      </p:sp>
      <p:sp>
        <p:nvSpPr>
          <p:cNvPr id="41" name="wave_7"/>
          <p:cNvSpPr/>
          <p:nvPr/>
        </p:nvSpPr>
        <p:spPr>
          <a:xfrm>
            <a:off x="882396" y="3773629"/>
            <a:ext cx="5120640" cy="334345"/>
          </a:xfrm>
          <a:custGeom>
            <a:avLst/>
            <a:gdLst/>
            <a:ahLst/>
            <a:cxnLst/>
            <a:rect l="l" t="t" r="r" b="b"/>
            <a:pathLst>
              <a:path w="5120640" h="334345" fill="none" stroke="1" extrusionOk="0">
                <a:moveTo>
                  <a:pt x="22860" y="116677"/>
                </a:moveTo>
                <a:lnTo>
                  <a:pt x="32791" y="68985"/>
                </a:lnTo>
                <a:lnTo>
                  <a:pt x="42723" y="49290"/>
                </a:lnTo>
                <a:lnTo>
                  <a:pt x="52654" y="59859"/>
                </a:lnTo>
                <a:lnTo>
                  <a:pt x="62585" y="93300"/>
                </a:lnTo>
                <a:lnTo>
                  <a:pt x="72517" y="140465"/>
                </a:lnTo>
                <a:lnTo>
                  <a:pt x="82448" y="191548"/>
                </a:lnTo>
                <a:lnTo>
                  <a:pt x="92379" y="231780"/>
                </a:lnTo>
                <a:lnTo>
                  <a:pt x="102311" y="246032"/>
                </a:lnTo>
                <a:lnTo>
                  <a:pt x="112242" y="229450"/>
                </a:lnTo>
                <a:lnTo>
                  <a:pt x="122174" y="189281"/>
                </a:lnTo>
                <a:lnTo>
                  <a:pt x="132105" y="139328"/>
                </a:lnTo>
                <a:lnTo>
                  <a:pt x="142036" y="97330"/>
                </a:lnTo>
                <a:lnTo>
                  <a:pt x="151968" y="81550"/>
                </a:lnTo>
                <a:lnTo>
                  <a:pt x="161899" y="100520"/>
                </a:lnTo>
                <a:lnTo>
                  <a:pt x="171830" y="145664"/>
                </a:lnTo>
                <a:lnTo>
                  <a:pt x="181762" y="196766"/>
                </a:lnTo>
                <a:lnTo>
                  <a:pt x="191693" y="233647"/>
                </a:lnTo>
                <a:lnTo>
                  <a:pt x="201624" y="243829"/>
                </a:lnTo>
                <a:lnTo>
                  <a:pt x="211556" y="225421"/>
                </a:lnTo>
                <a:lnTo>
                  <a:pt x="221487" y="186510"/>
                </a:lnTo>
                <a:lnTo>
                  <a:pt x="231418" y="140553"/>
                </a:lnTo>
                <a:lnTo>
                  <a:pt x="241350" y="100762"/>
                </a:lnTo>
                <a:lnTo>
                  <a:pt x="251281" y="77138"/>
                </a:lnTo>
                <a:lnTo>
                  <a:pt x="261212" y="75082"/>
                </a:lnTo>
                <a:lnTo>
                  <a:pt x="271144" y="94524"/>
                </a:lnTo>
                <a:lnTo>
                  <a:pt x="281075" y="130932"/>
                </a:lnTo>
                <a:lnTo>
                  <a:pt x="291006" y="176244"/>
                </a:lnTo>
                <a:lnTo>
                  <a:pt x="300938" y="217843"/>
                </a:lnTo>
                <a:lnTo>
                  <a:pt x="310869" y="240577"/>
                </a:lnTo>
                <a:lnTo>
                  <a:pt x="320801" y="235279"/>
                </a:lnTo>
                <a:lnTo>
                  <a:pt x="330732" y="205591"/>
                </a:lnTo>
                <a:lnTo>
                  <a:pt x="340663" y="165096"/>
                </a:lnTo>
                <a:lnTo>
                  <a:pt x="350595" y="129660"/>
                </a:lnTo>
                <a:lnTo>
                  <a:pt x="360526" y="112039"/>
                </a:lnTo>
                <a:lnTo>
                  <a:pt x="370457" y="117137"/>
                </a:lnTo>
                <a:lnTo>
                  <a:pt x="380389" y="137764"/>
                </a:lnTo>
                <a:lnTo>
                  <a:pt x="390320" y="158297"/>
                </a:lnTo>
                <a:lnTo>
                  <a:pt x="400251" y="166572"/>
                </a:lnTo>
                <a:lnTo>
                  <a:pt x="410183" y="162071"/>
                </a:lnTo>
                <a:lnTo>
                  <a:pt x="420114" y="153373"/>
                </a:lnTo>
                <a:lnTo>
                  <a:pt x="430045" y="150927"/>
                </a:lnTo>
                <a:lnTo>
                  <a:pt x="439977" y="161292"/>
                </a:lnTo>
                <a:lnTo>
                  <a:pt x="449908" y="182722"/>
                </a:lnTo>
                <a:lnTo>
                  <a:pt x="459839" y="204100"/>
                </a:lnTo>
                <a:lnTo>
                  <a:pt x="469771" y="210859"/>
                </a:lnTo>
                <a:lnTo>
                  <a:pt x="479702" y="194357"/>
                </a:lnTo>
                <a:lnTo>
                  <a:pt x="489633" y="156977"/>
                </a:lnTo>
                <a:lnTo>
                  <a:pt x="499565" y="111316"/>
                </a:lnTo>
                <a:lnTo>
                  <a:pt x="509496" y="75643"/>
                </a:lnTo>
                <a:lnTo>
                  <a:pt x="519428" y="66004"/>
                </a:lnTo>
                <a:lnTo>
                  <a:pt x="529359" y="87831"/>
                </a:lnTo>
                <a:lnTo>
                  <a:pt x="539290" y="133791"/>
                </a:lnTo>
                <a:lnTo>
                  <a:pt x="549222" y="189033"/>
                </a:lnTo>
                <a:lnTo>
                  <a:pt x="559153" y="237188"/>
                </a:lnTo>
                <a:lnTo>
                  <a:pt x="569084" y="263828"/>
                </a:lnTo>
                <a:lnTo>
                  <a:pt x="579016" y="260393"/>
                </a:lnTo>
                <a:lnTo>
                  <a:pt x="588947" y="228613"/>
                </a:lnTo>
                <a:lnTo>
                  <a:pt x="598878" y="180466"/>
                </a:lnTo>
                <a:lnTo>
                  <a:pt x="608810" y="132482"/>
                </a:lnTo>
                <a:lnTo>
                  <a:pt x="618741" y="99102"/>
                </a:lnTo>
                <a:lnTo>
                  <a:pt x="628672" y="88817"/>
                </a:lnTo>
                <a:lnTo>
                  <a:pt x="638604" y="102311"/>
                </a:lnTo>
                <a:lnTo>
                  <a:pt x="648535" y="131050"/>
                </a:lnTo>
                <a:lnTo>
                  <a:pt x="658466" y="158750"/>
                </a:lnTo>
                <a:lnTo>
                  <a:pt x="668398" y="169636"/>
                </a:lnTo>
                <a:lnTo>
                  <a:pt x="678329" y="159754"/>
                </a:lnTo>
                <a:lnTo>
                  <a:pt x="688260" y="139622"/>
                </a:lnTo>
                <a:lnTo>
                  <a:pt x="698192" y="125010"/>
                </a:lnTo>
                <a:lnTo>
                  <a:pt x="708123" y="127293"/>
                </a:lnTo>
                <a:lnTo>
                  <a:pt x="718055" y="150542"/>
                </a:lnTo>
                <a:lnTo>
                  <a:pt x="727986" y="189200"/>
                </a:lnTo>
                <a:lnTo>
                  <a:pt x="737917" y="226406"/>
                </a:lnTo>
                <a:lnTo>
                  <a:pt x="747849" y="243424"/>
                </a:lnTo>
                <a:lnTo>
                  <a:pt x="757780" y="234684"/>
                </a:lnTo>
                <a:lnTo>
                  <a:pt x="767711" y="208458"/>
                </a:lnTo>
                <a:lnTo>
                  <a:pt x="777643" y="174852"/>
                </a:lnTo>
                <a:lnTo>
                  <a:pt x="787574" y="141693"/>
                </a:lnTo>
                <a:lnTo>
                  <a:pt x="797505" y="117241"/>
                </a:lnTo>
                <a:lnTo>
                  <a:pt x="807437" y="104382"/>
                </a:lnTo>
                <a:lnTo>
                  <a:pt x="817368" y="96337"/>
                </a:lnTo>
                <a:lnTo>
                  <a:pt x="827299" y="89612"/>
                </a:lnTo>
                <a:lnTo>
                  <a:pt x="837231" y="94417"/>
                </a:lnTo>
                <a:lnTo>
                  <a:pt x="847162" y="120775"/>
                </a:lnTo>
                <a:lnTo>
                  <a:pt x="857093" y="162690"/>
                </a:lnTo>
                <a:lnTo>
                  <a:pt x="867025" y="205253"/>
                </a:lnTo>
                <a:lnTo>
                  <a:pt x="876956" y="236037"/>
                </a:lnTo>
                <a:lnTo>
                  <a:pt x="886887" y="242855"/>
                </a:lnTo>
                <a:lnTo>
                  <a:pt x="896819" y="217123"/>
                </a:lnTo>
                <a:lnTo>
                  <a:pt x="906750" y="169000"/>
                </a:lnTo>
                <a:lnTo>
                  <a:pt x="916682" y="125388"/>
                </a:lnTo>
                <a:lnTo>
                  <a:pt x="926613" y="106697"/>
                </a:lnTo>
                <a:lnTo>
                  <a:pt x="936544" y="115638"/>
                </a:lnTo>
                <a:lnTo>
                  <a:pt x="946476" y="144968"/>
                </a:lnTo>
                <a:lnTo>
                  <a:pt x="956407" y="180503"/>
                </a:lnTo>
                <a:lnTo>
                  <a:pt x="966338" y="202113"/>
                </a:lnTo>
                <a:lnTo>
                  <a:pt x="976270" y="199406"/>
                </a:lnTo>
                <a:lnTo>
                  <a:pt x="986201" y="182864"/>
                </a:lnTo>
                <a:lnTo>
                  <a:pt x="996132" y="168253"/>
                </a:lnTo>
                <a:lnTo>
                  <a:pt x="1006064" y="158407"/>
                </a:lnTo>
                <a:lnTo>
                  <a:pt x="1015995" y="148318"/>
                </a:lnTo>
                <a:lnTo>
                  <a:pt x="1025926" y="135196"/>
                </a:lnTo>
                <a:lnTo>
                  <a:pt x="1035858" y="116648"/>
                </a:lnTo>
                <a:lnTo>
                  <a:pt x="1045789" y="93496"/>
                </a:lnTo>
                <a:lnTo>
                  <a:pt x="1055720" y="79688"/>
                </a:lnTo>
                <a:lnTo>
                  <a:pt x="1065652" y="94875"/>
                </a:lnTo>
                <a:lnTo>
                  <a:pt x="1075583" y="142498"/>
                </a:lnTo>
                <a:lnTo>
                  <a:pt x="1085514" y="204373"/>
                </a:lnTo>
                <a:lnTo>
                  <a:pt x="1095446" y="254893"/>
                </a:lnTo>
                <a:lnTo>
                  <a:pt x="1105377" y="273192"/>
                </a:lnTo>
                <a:lnTo>
                  <a:pt x="1115309" y="251030"/>
                </a:lnTo>
                <a:lnTo>
                  <a:pt x="1125240" y="201353"/>
                </a:lnTo>
                <a:lnTo>
                  <a:pt x="1135171" y="153470"/>
                </a:lnTo>
                <a:lnTo>
                  <a:pt x="1145103" y="130888"/>
                </a:lnTo>
                <a:lnTo>
                  <a:pt x="1155034" y="135934"/>
                </a:lnTo>
                <a:lnTo>
                  <a:pt x="1164965" y="153812"/>
                </a:lnTo>
                <a:lnTo>
                  <a:pt x="1174897" y="162754"/>
                </a:lnTo>
                <a:lnTo>
                  <a:pt x="1184828" y="145129"/>
                </a:lnTo>
                <a:lnTo>
                  <a:pt x="1194759" y="103019"/>
                </a:lnTo>
                <a:lnTo>
                  <a:pt x="1204691" y="62710"/>
                </a:lnTo>
                <a:lnTo>
                  <a:pt x="1214622" y="54507"/>
                </a:lnTo>
                <a:lnTo>
                  <a:pt x="1224553" y="88874"/>
                </a:lnTo>
                <a:lnTo>
                  <a:pt x="1234485" y="153315"/>
                </a:lnTo>
                <a:lnTo>
                  <a:pt x="1244416" y="222132"/>
                </a:lnTo>
                <a:lnTo>
                  <a:pt x="1254347" y="265945"/>
                </a:lnTo>
                <a:lnTo>
                  <a:pt x="1264279" y="266262"/>
                </a:lnTo>
                <a:lnTo>
                  <a:pt x="1274210" y="230687"/>
                </a:lnTo>
                <a:lnTo>
                  <a:pt x="1284141" y="187793"/>
                </a:lnTo>
                <a:lnTo>
                  <a:pt x="1294073" y="162970"/>
                </a:lnTo>
                <a:lnTo>
                  <a:pt x="1304004" y="162069"/>
                </a:lnTo>
                <a:lnTo>
                  <a:pt x="1313936" y="173581"/>
                </a:lnTo>
                <a:lnTo>
                  <a:pt x="1323867" y="177649"/>
                </a:lnTo>
                <a:lnTo>
                  <a:pt x="1333798" y="157402"/>
                </a:lnTo>
                <a:lnTo>
                  <a:pt x="1343730" y="113414"/>
                </a:lnTo>
                <a:lnTo>
                  <a:pt x="1353661" y="68340"/>
                </a:lnTo>
                <a:lnTo>
                  <a:pt x="1363592" y="51027"/>
                </a:lnTo>
                <a:lnTo>
                  <a:pt x="1373524" y="74343"/>
                </a:lnTo>
                <a:lnTo>
                  <a:pt x="1383455" y="127941"/>
                </a:lnTo>
                <a:lnTo>
                  <a:pt x="1393386" y="187391"/>
                </a:lnTo>
                <a:lnTo>
                  <a:pt x="1403318" y="228153"/>
                </a:lnTo>
                <a:lnTo>
                  <a:pt x="1413249" y="237385"/>
                </a:lnTo>
                <a:lnTo>
                  <a:pt x="1423180" y="220219"/>
                </a:lnTo>
                <a:lnTo>
                  <a:pt x="1433112" y="195597"/>
                </a:lnTo>
                <a:lnTo>
                  <a:pt x="1443043" y="181744"/>
                </a:lnTo>
                <a:lnTo>
                  <a:pt x="1452974" y="182000"/>
                </a:lnTo>
                <a:lnTo>
                  <a:pt x="1462906" y="184105"/>
                </a:lnTo>
                <a:lnTo>
                  <a:pt x="1472837" y="173365"/>
                </a:lnTo>
                <a:lnTo>
                  <a:pt x="1482768" y="145856"/>
                </a:lnTo>
                <a:lnTo>
                  <a:pt x="1492700" y="110792"/>
                </a:lnTo>
                <a:lnTo>
                  <a:pt x="1502631" y="85299"/>
                </a:lnTo>
                <a:lnTo>
                  <a:pt x="1512563" y="86705"/>
                </a:lnTo>
                <a:lnTo>
                  <a:pt x="1522494" y="120709"/>
                </a:lnTo>
                <a:lnTo>
                  <a:pt x="1532425" y="171531"/>
                </a:lnTo>
                <a:lnTo>
                  <a:pt x="1542357" y="209593"/>
                </a:lnTo>
                <a:lnTo>
                  <a:pt x="1552288" y="214671"/>
                </a:lnTo>
                <a:lnTo>
                  <a:pt x="1562219" y="189833"/>
                </a:lnTo>
                <a:lnTo>
                  <a:pt x="1572151" y="154514"/>
                </a:lnTo>
                <a:lnTo>
                  <a:pt x="1582082" y="131174"/>
                </a:lnTo>
                <a:lnTo>
                  <a:pt x="1592013" y="135676"/>
                </a:lnTo>
                <a:lnTo>
                  <a:pt x="1601945" y="167490"/>
                </a:lnTo>
                <a:lnTo>
                  <a:pt x="1611876" y="205661"/>
                </a:lnTo>
                <a:lnTo>
                  <a:pt x="1621807" y="222545"/>
                </a:lnTo>
                <a:lnTo>
                  <a:pt x="1631739" y="205079"/>
                </a:lnTo>
                <a:lnTo>
                  <a:pt x="1641670" y="161561"/>
                </a:lnTo>
                <a:lnTo>
                  <a:pt x="1651601" y="112972"/>
                </a:lnTo>
                <a:lnTo>
                  <a:pt x="1661533" y="81850"/>
                </a:lnTo>
                <a:lnTo>
                  <a:pt x="1671464" y="81725"/>
                </a:lnTo>
                <a:lnTo>
                  <a:pt x="1681395" y="108779"/>
                </a:lnTo>
                <a:lnTo>
                  <a:pt x="1691327" y="145715"/>
                </a:lnTo>
                <a:lnTo>
                  <a:pt x="1701258" y="176650"/>
                </a:lnTo>
                <a:lnTo>
                  <a:pt x="1711190" y="196342"/>
                </a:lnTo>
                <a:lnTo>
                  <a:pt x="1721121" y="207553"/>
                </a:lnTo>
                <a:lnTo>
                  <a:pt x="1731052" y="215289"/>
                </a:lnTo>
                <a:lnTo>
                  <a:pt x="1740984" y="221361"/>
                </a:lnTo>
                <a:lnTo>
                  <a:pt x="1750915" y="219623"/>
                </a:lnTo>
                <a:lnTo>
                  <a:pt x="1760846" y="199854"/>
                </a:lnTo>
                <a:lnTo>
                  <a:pt x="1770778" y="160265"/>
                </a:lnTo>
                <a:lnTo>
                  <a:pt x="1780709" y="112984"/>
                </a:lnTo>
                <a:lnTo>
                  <a:pt x="1790640" y="76708"/>
                </a:lnTo>
                <a:lnTo>
                  <a:pt x="1800572" y="67538"/>
                </a:lnTo>
                <a:lnTo>
                  <a:pt x="1810503" y="91742"/>
                </a:lnTo>
                <a:lnTo>
                  <a:pt x="1820434" y="138068"/>
                </a:lnTo>
                <a:lnTo>
                  <a:pt x="1830366" y="180758"/>
                </a:lnTo>
                <a:lnTo>
                  <a:pt x="1840297" y="199461"/>
                </a:lnTo>
                <a:lnTo>
                  <a:pt x="1850228" y="194540"/>
                </a:lnTo>
                <a:lnTo>
                  <a:pt x="1860160" y="180229"/>
                </a:lnTo>
                <a:lnTo>
                  <a:pt x="1870091" y="170812"/>
                </a:lnTo>
                <a:lnTo>
                  <a:pt x="1880023" y="175310"/>
                </a:lnTo>
                <a:lnTo>
                  <a:pt x="1889954" y="192622"/>
                </a:lnTo>
                <a:lnTo>
                  <a:pt x="1899885" y="206719"/>
                </a:lnTo>
                <a:lnTo>
                  <a:pt x="1909817" y="197525"/>
                </a:lnTo>
                <a:lnTo>
                  <a:pt x="1919748" y="161352"/>
                </a:lnTo>
                <a:lnTo>
                  <a:pt x="1929679" y="115294"/>
                </a:lnTo>
                <a:lnTo>
                  <a:pt x="1939611" y="84013"/>
                </a:lnTo>
                <a:lnTo>
                  <a:pt x="1949542" y="86986"/>
                </a:lnTo>
                <a:lnTo>
                  <a:pt x="1959473" y="128503"/>
                </a:lnTo>
                <a:lnTo>
                  <a:pt x="1969405" y="189012"/>
                </a:lnTo>
                <a:lnTo>
                  <a:pt x="1979336" y="233072"/>
                </a:lnTo>
                <a:lnTo>
                  <a:pt x="1989267" y="235716"/>
                </a:lnTo>
                <a:lnTo>
                  <a:pt x="1999199" y="199562"/>
                </a:lnTo>
                <a:lnTo>
                  <a:pt x="2009130" y="147691"/>
                </a:lnTo>
                <a:lnTo>
                  <a:pt x="2019061" y="108245"/>
                </a:lnTo>
                <a:lnTo>
                  <a:pt x="2028993" y="101494"/>
                </a:lnTo>
                <a:lnTo>
                  <a:pt x="2038924" y="126904"/>
                </a:lnTo>
                <a:lnTo>
                  <a:pt x="2048855" y="160901"/>
                </a:lnTo>
                <a:lnTo>
                  <a:pt x="2058787" y="176055"/>
                </a:lnTo>
                <a:lnTo>
                  <a:pt x="2068718" y="163456"/>
                </a:lnTo>
                <a:lnTo>
                  <a:pt x="2078650" y="135939"/>
                </a:lnTo>
                <a:lnTo>
                  <a:pt x="2088581" y="117405"/>
                </a:lnTo>
                <a:lnTo>
                  <a:pt x="2098512" y="129765"/>
                </a:lnTo>
                <a:lnTo>
                  <a:pt x="2108444" y="177297"/>
                </a:lnTo>
                <a:lnTo>
                  <a:pt x="2118375" y="237538"/>
                </a:lnTo>
                <a:lnTo>
                  <a:pt x="2128306" y="274484"/>
                </a:lnTo>
                <a:lnTo>
                  <a:pt x="2138238" y="264267"/>
                </a:lnTo>
                <a:lnTo>
                  <a:pt x="2148169" y="208524"/>
                </a:lnTo>
                <a:lnTo>
                  <a:pt x="2158100" y="131738"/>
                </a:lnTo>
                <a:lnTo>
                  <a:pt x="2168032" y="70891"/>
                </a:lnTo>
                <a:lnTo>
                  <a:pt x="2177963" y="56134"/>
                </a:lnTo>
                <a:lnTo>
                  <a:pt x="2187894" y="89437"/>
                </a:lnTo>
                <a:lnTo>
                  <a:pt x="2197826" y="143374"/>
                </a:lnTo>
                <a:lnTo>
                  <a:pt x="2207757" y="182799"/>
                </a:lnTo>
                <a:lnTo>
                  <a:pt x="2217688" y="186326"/>
                </a:lnTo>
                <a:lnTo>
                  <a:pt x="2227620" y="154820"/>
                </a:lnTo>
                <a:lnTo>
                  <a:pt x="2237551" y="110829"/>
                </a:lnTo>
                <a:lnTo>
                  <a:pt x="2247482" y="87162"/>
                </a:lnTo>
                <a:lnTo>
                  <a:pt x="2257414" y="105445"/>
                </a:lnTo>
                <a:lnTo>
                  <a:pt x="2267345" y="162284"/>
                </a:lnTo>
                <a:lnTo>
                  <a:pt x="2277277" y="234030"/>
                </a:lnTo>
                <a:lnTo>
                  <a:pt x="2287208" y="289923"/>
                </a:lnTo>
                <a:lnTo>
                  <a:pt x="2297139" y="305095"/>
                </a:lnTo>
                <a:lnTo>
                  <a:pt x="2307071" y="272914"/>
                </a:lnTo>
                <a:lnTo>
                  <a:pt x="2317002" y="207580"/>
                </a:lnTo>
                <a:lnTo>
                  <a:pt x="2326933" y="132020"/>
                </a:lnTo>
                <a:lnTo>
                  <a:pt x="2336865" y="66825"/>
                </a:lnTo>
                <a:lnTo>
                  <a:pt x="2346796" y="29625"/>
                </a:lnTo>
                <a:lnTo>
                  <a:pt x="2356727" y="31732"/>
                </a:lnTo>
                <a:lnTo>
                  <a:pt x="2366659" y="69548"/>
                </a:lnTo>
                <a:lnTo>
                  <a:pt x="2376590" y="127356"/>
                </a:lnTo>
                <a:lnTo>
                  <a:pt x="2386521" y="188593"/>
                </a:lnTo>
                <a:lnTo>
                  <a:pt x="2396453" y="236558"/>
                </a:lnTo>
                <a:lnTo>
                  <a:pt x="2406384" y="251756"/>
                </a:lnTo>
                <a:lnTo>
                  <a:pt x="2416315" y="224463"/>
                </a:lnTo>
                <a:lnTo>
                  <a:pt x="2426247" y="168256"/>
                </a:lnTo>
                <a:lnTo>
                  <a:pt x="2436178" y="111945"/>
                </a:lnTo>
                <a:lnTo>
                  <a:pt x="2446109" y="82005"/>
                </a:lnTo>
                <a:lnTo>
                  <a:pt x="2456041" y="94275"/>
                </a:lnTo>
                <a:lnTo>
                  <a:pt x="2465972" y="147584"/>
                </a:lnTo>
                <a:lnTo>
                  <a:pt x="2475904" y="217056"/>
                </a:lnTo>
                <a:lnTo>
                  <a:pt x="2485835" y="264942"/>
                </a:lnTo>
                <a:lnTo>
                  <a:pt x="2495766" y="266244"/>
                </a:lnTo>
                <a:lnTo>
                  <a:pt x="2505698" y="221870"/>
                </a:lnTo>
                <a:lnTo>
                  <a:pt x="2515629" y="153173"/>
                </a:lnTo>
                <a:lnTo>
                  <a:pt x="2525560" y="92523"/>
                </a:lnTo>
                <a:lnTo>
                  <a:pt x="2535492" y="69844"/>
                </a:lnTo>
                <a:lnTo>
                  <a:pt x="2545423" y="92981"/>
                </a:lnTo>
                <a:lnTo>
                  <a:pt x="2555354" y="141507"/>
                </a:lnTo>
                <a:lnTo>
                  <a:pt x="2565286" y="184148"/>
                </a:lnTo>
                <a:lnTo>
                  <a:pt x="2575217" y="198900"/>
                </a:lnTo>
                <a:lnTo>
                  <a:pt x="2585148" y="180403"/>
                </a:lnTo>
                <a:lnTo>
                  <a:pt x="2595080" y="141652"/>
                </a:lnTo>
                <a:lnTo>
                  <a:pt x="2605011" y="109223"/>
                </a:lnTo>
                <a:lnTo>
                  <a:pt x="2614942" y="104850"/>
                </a:lnTo>
                <a:lnTo>
                  <a:pt x="2624874" y="129118"/>
                </a:lnTo>
                <a:lnTo>
                  <a:pt x="2634805" y="166291"/>
                </a:lnTo>
                <a:lnTo>
                  <a:pt x="2644736" y="198719"/>
                </a:lnTo>
                <a:lnTo>
                  <a:pt x="2654668" y="213489"/>
                </a:lnTo>
                <a:lnTo>
                  <a:pt x="2664599" y="206862"/>
                </a:lnTo>
                <a:lnTo>
                  <a:pt x="2674531" y="188940"/>
                </a:lnTo>
                <a:lnTo>
                  <a:pt x="2684462" y="175570"/>
                </a:lnTo>
                <a:lnTo>
                  <a:pt x="2694393" y="172629"/>
                </a:lnTo>
                <a:lnTo>
                  <a:pt x="2704325" y="174707"/>
                </a:lnTo>
                <a:lnTo>
                  <a:pt x="2714256" y="175646"/>
                </a:lnTo>
                <a:lnTo>
                  <a:pt x="2724187" y="171426"/>
                </a:lnTo>
                <a:lnTo>
                  <a:pt x="2734119" y="158629"/>
                </a:lnTo>
                <a:lnTo>
                  <a:pt x="2744050" y="139730"/>
                </a:lnTo>
                <a:lnTo>
                  <a:pt x="2753981" y="123754"/>
                </a:lnTo>
                <a:lnTo>
                  <a:pt x="2763913" y="114803"/>
                </a:lnTo>
                <a:lnTo>
                  <a:pt x="2773844" y="107820"/>
                </a:lnTo>
                <a:lnTo>
                  <a:pt x="2783775" y="99954"/>
                </a:lnTo>
                <a:lnTo>
                  <a:pt x="2793707" y="96814"/>
                </a:lnTo>
                <a:lnTo>
                  <a:pt x="2803638" y="105659"/>
                </a:lnTo>
                <a:lnTo>
                  <a:pt x="2813569" y="131847"/>
                </a:lnTo>
                <a:lnTo>
                  <a:pt x="2823501" y="179339"/>
                </a:lnTo>
                <a:lnTo>
                  <a:pt x="2833432" y="241936"/>
                </a:lnTo>
                <a:lnTo>
                  <a:pt x="2843363" y="295633"/>
                </a:lnTo>
                <a:lnTo>
                  <a:pt x="2853295" y="311485"/>
                </a:lnTo>
                <a:lnTo>
                  <a:pt x="2863226" y="276845"/>
                </a:lnTo>
                <a:lnTo>
                  <a:pt x="2873158" y="201600"/>
                </a:lnTo>
                <a:lnTo>
                  <a:pt x="2883089" y="112387"/>
                </a:lnTo>
                <a:lnTo>
                  <a:pt x="2893020" y="44904"/>
                </a:lnTo>
                <a:lnTo>
                  <a:pt x="2902952" y="28444"/>
                </a:lnTo>
                <a:lnTo>
                  <a:pt x="2912883" y="65962"/>
                </a:lnTo>
                <a:lnTo>
                  <a:pt x="2922814" y="131536"/>
                </a:lnTo>
                <a:lnTo>
                  <a:pt x="2932746" y="189087"/>
                </a:lnTo>
                <a:lnTo>
                  <a:pt x="2942677" y="211668"/>
                </a:lnTo>
                <a:lnTo>
                  <a:pt x="2952608" y="191462"/>
                </a:lnTo>
                <a:lnTo>
                  <a:pt x="2962540" y="144607"/>
                </a:lnTo>
                <a:lnTo>
                  <a:pt x="2972471" y="104459"/>
                </a:lnTo>
                <a:lnTo>
                  <a:pt x="2982402" y="99086"/>
                </a:lnTo>
                <a:lnTo>
                  <a:pt x="2992334" y="132508"/>
                </a:lnTo>
                <a:lnTo>
                  <a:pt x="3002265" y="186880"/>
                </a:lnTo>
                <a:lnTo>
                  <a:pt x="3012196" y="235702"/>
                </a:lnTo>
                <a:lnTo>
                  <a:pt x="3022128" y="255390"/>
                </a:lnTo>
                <a:lnTo>
                  <a:pt x="3032059" y="237355"/>
                </a:lnTo>
                <a:lnTo>
                  <a:pt x="3041990" y="195211"/>
                </a:lnTo>
                <a:lnTo>
                  <a:pt x="3051922" y="153934"/>
                </a:lnTo>
                <a:lnTo>
                  <a:pt x="3061853" y="129704"/>
                </a:lnTo>
                <a:lnTo>
                  <a:pt x="3071785" y="122936"/>
                </a:lnTo>
                <a:lnTo>
                  <a:pt x="3081716" y="124970"/>
                </a:lnTo>
                <a:lnTo>
                  <a:pt x="3091647" y="124697"/>
                </a:lnTo>
                <a:lnTo>
                  <a:pt x="3101579" y="115687"/>
                </a:lnTo>
                <a:lnTo>
                  <a:pt x="3111510" y="105401"/>
                </a:lnTo>
                <a:lnTo>
                  <a:pt x="3121441" y="112376"/>
                </a:lnTo>
                <a:lnTo>
                  <a:pt x="3131373" y="147624"/>
                </a:lnTo>
                <a:lnTo>
                  <a:pt x="3141304" y="201446"/>
                </a:lnTo>
                <a:lnTo>
                  <a:pt x="3151235" y="248982"/>
                </a:lnTo>
                <a:lnTo>
                  <a:pt x="3161167" y="264081"/>
                </a:lnTo>
                <a:lnTo>
                  <a:pt x="3171098" y="232568"/>
                </a:lnTo>
                <a:lnTo>
                  <a:pt x="3181029" y="163786"/>
                </a:lnTo>
                <a:lnTo>
                  <a:pt x="3190961" y="90395"/>
                </a:lnTo>
                <a:lnTo>
                  <a:pt x="3200892" y="49522"/>
                </a:lnTo>
                <a:lnTo>
                  <a:pt x="3210823" y="60670"/>
                </a:lnTo>
                <a:lnTo>
                  <a:pt x="3220755" y="117518"/>
                </a:lnTo>
                <a:lnTo>
                  <a:pt x="3230686" y="191867"/>
                </a:lnTo>
                <a:lnTo>
                  <a:pt x="3240617" y="245789"/>
                </a:lnTo>
                <a:lnTo>
                  <a:pt x="3250549" y="252753"/>
                </a:lnTo>
                <a:lnTo>
                  <a:pt x="3260480" y="214768"/>
                </a:lnTo>
                <a:lnTo>
                  <a:pt x="3270412" y="158014"/>
                </a:lnTo>
                <a:lnTo>
                  <a:pt x="3280343" y="113512"/>
                </a:lnTo>
                <a:lnTo>
                  <a:pt x="3290274" y="101677"/>
                </a:lnTo>
                <a:lnTo>
                  <a:pt x="3300206" y="124290"/>
                </a:lnTo>
                <a:lnTo>
                  <a:pt x="3310137" y="163047"/>
                </a:lnTo>
                <a:lnTo>
                  <a:pt x="3320068" y="192049"/>
                </a:lnTo>
                <a:lnTo>
                  <a:pt x="3330000" y="197591"/>
                </a:lnTo>
                <a:lnTo>
                  <a:pt x="3339931" y="183707"/>
                </a:lnTo>
                <a:lnTo>
                  <a:pt x="3349862" y="161959"/>
                </a:lnTo>
                <a:lnTo>
                  <a:pt x="3359794" y="143418"/>
                </a:lnTo>
                <a:lnTo>
                  <a:pt x="3369725" y="135421"/>
                </a:lnTo>
                <a:lnTo>
                  <a:pt x="3379656" y="136064"/>
                </a:lnTo>
                <a:lnTo>
                  <a:pt x="3389588" y="135418"/>
                </a:lnTo>
                <a:lnTo>
                  <a:pt x="3399519" y="128557"/>
                </a:lnTo>
                <a:lnTo>
                  <a:pt x="3409450" y="122231"/>
                </a:lnTo>
                <a:lnTo>
                  <a:pt x="3419382" y="126288"/>
                </a:lnTo>
                <a:lnTo>
                  <a:pt x="3429313" y="146235"/>
                </a:lnTo>
                <a:lnTo>
                  <a:pt x="3439245" y="182676"/>
                </a:lnTo>
                <a:lnTo>
                  <a:pt x="3449176" y="226831"/>
                </a:lnTo>
                <a:lnTo>
                  <a:pt x="3459107" y="258913"/>
                </a:lnTo>
                <a:lnTo>
                  <a:pt x="3469039" y="262198"/>
                </a:lnTo>
                <a:lnTo>
                  <a:pt x="3478970" y="236104"/>
                </a:lnTo>
                <a:lnTo>
                  <a:pt x="3488901" y="189769"/>
                </a:lnTo>
                <a:lnTo>
                  <a:pt x="3498833" y="132792"/>
                </a:lnTo>
                <a:lnTo>
                  <a:pt x="3508764" y="78686"/>
                </a:lnTo>
                <a:lnTo>
                  <a:pt x="3518695" y="44342"/>
                </a:lnTo>
                <a:lnTo>
                  <a:pt x="3528627" y="38226"/>
                </a:lnTo>
                <a:lnTo>
                  <a:pt x="3538558" y="58366"/>
                </a:lnTo>
                <a:lnTo>
                  <a:pt x="3548489" y="101842"/>
                </a:lnTo>
                <a:lnTo>
                  <a:pt x="3558421" y="163093"/>
                </a:lnTo>
                <a:lnTo>
                  <a:pt x="3568352" y="224907"/>
                </a:lnTo>
                <a:lnTo>
                  <a:pt x="3578283" y="265177"/>
                </a:lnTo>
                <a:lnTo>
                  <a:pt x="3588215" y="271747"/>
                </a:lnTo>
                <a:lnTo>
                  <a:pt x="3598146" y="244330"/>
                </a:lnTo>
                <a:lnTo>
                  <a:pt x="3608077" y="191877"/>
                </a:lnTo>
                <a:lnTo>
                  <a:pt x="3618009" y="136081"/>
                </a:lnTo>
                <a:lnTo>
                  <a:pt x="3627940" y="104507"/>
                </a:lnTo>
                <a:lnTo>
                  <a:pt x="3637872" y="109280"/>
                </a:lnTo>
                <a:lnTo>
                  <a:pt x="3647803" y="138507"/>
                </a:lnTo>
                <a:lnTo>
                  <a:pt x="3657734" y="170007"/>
                </a:lnTo>
                <a:lnTo>
                  <a:pt x="3667666" y="185408"/>
                </a:lnTo>
                <a:lnTo>
                  <a:pt x="3677597" y="175918"/>
                </a:lnTo>
                <a:lnTo>
                  <a:pt x="3687528" y="148236"/>
                </a:lnTo>
                <a:lnTo>
                  <a:pt x="3697460" y="123119"/>
                </a:lnTo>
                <a:lnTo>
                  <a:pt x="3707391" y="118302"/>
                </a:lnTo>
                <a:lnTo>
                  <a:pt x="3717322" y="134250"/>
                </a:lnTo>
                <a:lnTo>
                  <a:pt x="3727254" y="158657"/>
                </a:lnTo>
                <a:lnTo>
                  <a:pt x="3737185" y="176905"/>
                </a:lnTo>
                <a:lnTo>
                  <a:pt x="3747116" y="177764"/>
                </a:lnTo>
                <a:lnTo>
                  <a:pt x="3757048" y="161042"/>
                </a:lnTo>
                <a:lnTo>
                  <a:pt x="3766979" y="142447"/>
                </a:lnTo>
                <a:lnTo>
                  <a:pt x="3776910" y="141470"/>
                </a:lnTo>
                <a:lnTo>
                  <a:pt x="3786842" y="162412"/>
                </a:lnTo>
                <a:lnTo>
                  <a:pt x="3796773" y="191623"/>
                </a:lnTo>
                <a:lnTo>
                  <a:pt x="3806704" y="210019"/>
                </a:lnTo>
                <a:lnTo>
                  <a:pt x="3816636" y="205221"/>
                </a:lnTo>
                <a:lnTo>
                  <a:pt x="3826567" y="178942"/>
                </a:lnTo>
                <a:lnTo>
                  <a:pt x="3836499" y="148053"/>
                </a:lnTo>
                <a:lnTo>
                  <a:pt x="3846430" y="133301"/>
                </a:lnTo>
                <a:lnTo>
                  <a:pt x="3856361" y="142308"/>
                </a:lnTo>
                <a:lnTo>
                  <a:pt x="3866293" y="163794"/>
                </a:lnTo>
                <a:lnTo>
                  <a:pt x="3876224" y="176362"/>
                </a:lnTo>
                <a:lnTo>
                  <a:pt x="3886155" y="162993"/>
                </a:lnTo>
                <a:lnTo>
                  <a:pt x="3896087" y="124592"/>
                </a:lnTo>
                <a:lnTo>
                  <a:pt x="3906018" y="84074"/>
                </a:lnTo>
                <a:lnTo>
                  <a:pt x="3915949" y="72365"/>
                </a:lnTo>
                <a:lnTo>
                  <a:pt x="3925881" y="105623"/>
                </a:lnTo>
                <a:lnTo>
                  <a:pt x="3935812" y="173752"/>
                </a:lnTo>
                <a:lnTo>
                  <a:pt x="3945743" y="245107"/>
                </a:lnTo>
                <a:lnTo>
                  <a:pt x="3955675" y="280875"/>
                </a:lnTo>
                <a:lnTo>
                  <a:pt x="3965606" y="257002"/>
                </a:lnTo>
                <a:lnTo>
                  <a:pt x="3975537" y="184049"/>
                </a:lnTo>
                <a:lnTo>
                  <a:pt x="3985469" y="104014"/>
                </a:lnTo>
                <a:lnTo>
                  <a:pt x="3995400" y="62413"/>
                </a:lnTo>
                <a:lnTo>
                  <a:pt x="4005331" y="80948"/>
                </a:lnTo>
                <a:lnTo>
                  <a:pt x="4015263" y="148045"/>
                </a:lnTo>
                <a:lnTo>
                  <a:pt x="4025194" y="224476"/>
                </a:lnTo>
                <a:lnTo>
                  <a:pt x="4035126" y="262895"/>
                </a:lnTo>
                <a:lnTo>
                  <a:pt x="4045057" y="238187"/>
                </a:lnTo>
                <a:lnTo>
                  <a:pt x="4054988" y="165877"/>
                </a:lnTo>
                <a:lnTo>
                  <a:pt x="4064920" y="89344"/>
                </a:lnTo>
                <a:lnTo>
                  <a:pt x="4074851" y="49713"/>
                </a:lnTo>
                <a:lnTo>
                  <a:pt x="4084782" y="64317"/>
                </a:lnTo>
                <a:lnTo>
                  <a:pt x="4094714" y="120668"/>
                </a:lnTo>
                <a:lnTo>
                  <a:pt x="4104645" y="183758"/>
                </a:lnTo>
                <a:lnTo>
                  <a:pt x="4114576" y="217492"/>
                </a:lnTo>
                <a:lnTo>
                  <a:pt x="4124508" y="209275"/>
                </a:lnTo>
                <a:lnTo>
                  <a:pt x="4134439" y="176155"/>
                </a:lnTo>
                <a:lnTo>
                  <a:pt x="4144370" y="148069"/>
                </a:lnTo>
                <a:lnTo>
                  <a:pt x="4154302" y="145750"/>
                </a:lnTo>
                <a:lnTo>
                  <a:pt x="4164233" y="168653"/>
                </a:lnTo>
                <a:lnTo>
                  <a:pt x="4174164" y="196291"/>
                </a:lnTo>
                <a:lnTo>
                  <a:pt x="4184096" y="202476"/>
                </a:lnTo>
                <a:lnTo>
                  <a:pt x="4194027" y="176097"/>
                </a:lnTo>
                <a:lnTo>
                  <a:pt x="4203958" y="132427"/>
                </a:lnTo>
                <a:lnTo>
                  <a:pt x="4213890" y="103080"/>
                </a:lnTo>
                <a:lnTo>
                  <a:pt x="4223821" y="111989"/>
                </a:lnTo>
                <a:lnTo>
                  <a:pt x="4233753" y="157543"/>
                </a:lnTo>
                <a:lnTo>
                  <a:pt x="4243684" y="213768"/>
                </a:lnTo>
                <a:lnTo>
                  <a:pt x="4253615" y="246328"/>
                </a:lnTo>
                <a:lnTo>
                  <a:pt x="4263547" y="231131"/>
                </a:lnTo>
                <a:lnTo>
                  <a:pt x="4273478" y="168154"/>
                </a:lnTo>
                <a:lnTo>
                  <a:pt x="4283409" y="85616"/>
                </a:lnTo>
                <a:lnTo>
                  <a:pt x="4293341" y="26882"/>
                </a:lnTo>
                <a:lnTo>
                  <a:pt x="4303272" y="22860"/>
                </a:lnTo>
                <a:lnTo>
                  <a:pt x="4313203" y="72438"/>
                </a:lnTo>
                <a:lnTo>
                  <a:pt x="4323135" y="148556"/>
                </a:lnTo>
                <a:lnTo>
                  <a:pt x="4333066" y="218419"/>
                </a:lnTo>
                <a:lnTo>
                  <a:pt x="4342997" y="258225"/>
                </a:lnTo>
                <a:lnTo>
                  <a:pt x="4352929" y="261043"/>
                </a:lnTo>
                <a:lnTo>
                  <a:pt x="4362860" y="239970"/>
                </a:lnTo>
                <a:lnTo>
                  <a:pt x="4372791" y="217630"/>
                </a:lnTo>
                <a:lnTo>
                  <a:pt x="4382723" y="205476"/>
                </a:lnTo>
                <a:lnTo>
                  <a:pt x="4392654" y="196145"/>
                </a:lnTo>
                <a:lnTo>
                  <a:pt x="4402585" y="176397"/>
                </a:lnTo>
                <a:lnTo>
                  <a:pt x="4412517" y="140945"/>
                </a:lnTo>
                <a:lnTo>
                  <a:pt x="4422448" y="95035"/>
                </a:lnTo>
                <a:lnTo>
                  <a:pt x="4432380" y="52968"/>
                </a:lnTo>
                <a:lnTo>
                  <a:pt x="4442311" y="33816"/>
                </a:lnTo>
                <a:lnTo>
                  <a:pt x="4452242" y="49547"/>
                </a:lnTo>
                <a:lnTo>
                  <a:pt x="4462174" y="95132"/>
                </a:lnTo>
                <a:lnTo>
                  <a:pt x="4472105" y="152807"/>
                </a:lnTo>
                <a:lnTo>
                  <a:pt x="4482036" y="203374"/>
                </a:lnTo>
                <a:lnTo>
                  <a:pt x="4491968" y="233347"/>
                </a:lnTo>
                <a:lnTo>
                  <a:pt x="4501899" y="239611"/>
                </a:lnTo>
                <a:lnTo>
                  <a:pt x="4511830" y="230968"/>
                </a:lnTo>
                <a:lnTo>
                  <a:pt x="4521762" y="219448"/>
                </a:lnTo>
                <a:lnTo>
                  <a:pt x="4531693" y="208664"/>
                </a:lnTo>
                <a:lnTo>
                  <a:pt x="4541624" y="194832"/>
                </a:lnTo>
                <a:lnTo>
                  <a:pt x="4551556" y="175917"/>
                </a:lnTo>
                <a:lnTo>
                  <a:pt x="4561487" y="153511"/>
                </a:lnTo>
                <a:lnTo>
                  <a:pt x="4571418" y="129943"/>
                </a:lnTo>
                <a:lnTo>
                  <a:pt x="4581350" y="109882"/>
                </a:lnTo>
                <a:lnTo>
                  <a:pt x="4591281" y="100179"/>
                </a:lnTo>
                <a:lnTo>
                  <a:pt x="4601212" y="102603"/>
                </a:lnTo>
                <a:lnTo>
                  <a:pt x="4611144" y="111172"/>
                </a:lnTo>
                <a:lnTo>
                  <a:pt x="4621075" y="120096"/>
                </a:lnTo>
                <a:lnTo>
                  <a:pt x="4631007" y="129996"/>
                </a:lnTo>
                <a:lnTo>
                  <a:pt x="4640938" y="145100"/>
                </a:lnTo>
                <a:lnTo>
                  <a:pt x="4650869" y="168465"/>
                </a:lnTo>
                <a:lnTo>
                  <a:pt x="4660801" y="198494"/>
                </a:lnTo>
                <a:lnTo>
                  <a:pt x="4670732" y="225327"/>
                </a:lnTo>
                <a:lnTo>
                  <a:pt x="4680663" y="233577"/>
                </a:lnTo>
                <a:lnTo>
                  <a:pt x="4690595" y="214530"/>
                </a:lnTo>
                <a:lnTo>
                  <a:pt x="4700526" y="175257"/>
                </a:lnTo>
                <a:lnTo>
                  <a:pt x="4710457" y="134533"/>
                </a:lnTo>
                <a:lnTo>
                  <a:pt x="4720389" y="112342"/>
                </a:lnTo>
                <a:lnTo>
                  <a:pt x="4730320" y="120589"/>
                </a:lnTo>
                <a:lnTo>
                  <a:pt x="4740251" y="155199"/>
                </a:lnTo>
                <a:lnTo>
                  <a:pt x="4750183" y="194695"/>
                </a:lnTo>
                <a:lnTo>
                  <a:pt x="4760114" y="212052"/>
                </a:lnTo>
                <a:lnTo>
                  <a:pt x="4770045" y="192125"/>
                </a:lnTo>
                <a:lnTo>
                  <a:pt x="4779977" y="140578"/>
                </a:lnTo>
                <a:lnTo>
                  <a:pt x="4789908" y="81499"/>
                </a:lnTo>
                <a:lnTo>
                  <a:pt x="4799839" y="46618"/>
                </a:lnTo>
                <a:lnTo>
                  <a:pt x="4809771" y="57769"/>
                </a:lnTo>
                <a:lnTo>
                  <a:pt x="4819702" y="112682"/>
                </a:lnTo>
                <a:lnTo>
                  <a:pt x="4829634" y="187539"/>
                </a:lnTo>
                <a:lnTo>
                  <a:pt x="4839565" y="251881"/>
                </a:lnTo>
                <a:lnTo>
                  <a:pt x="4849496" y="280910"/>
                </a:lnTo>
                <a:lnTo>
                  <a:pt x="4859428" y="263746"/>
                </a:lnTo>
                <a:lnTo>
                  <a:pt x="4869359" y="210948"/>
                </a:lnTo>
                <a:lnTo>
                  <a:pt x="4879290" y="150803"/>
                </a:lnTo>
                <a:lnTo>
                  <a:pt x="4889222" y="109933"/>
                </a:lnTo>
                <a:lnTo>
                  <a:pt x="4899153" y="98092"/>
                </a:lnTo>
                <a:lnTo>
                  <a:pt x="4909084" y="111370"/>
                </a:lnTo>
                <a:lnTo>
                  <a:pt x="4919016" y="139867"/>
                </a:lnTo>
                <a:lnTo>
                  <a:pt x="4928947" y="168296"/>
                </a:lnTo>
                <a:lnTo>
                  <a:pt x="4938878" y="180338"/>
                </a:lnTo>
                <a:lnTo>
                  <a:pt x="4948810" y="170283"/>
                </a:lnTo>
                <a:lnTo>
                  <a:pt x="4958741" y="145904"/>
                </a:lnTo>
                <a:lnTo>
                  <a:pt x="4968672" y="119164"/>
                </a:lnTo>
                <a:lnTo>
                  <a:pt x="4978604" y="100784"/>
                </a:lnTo>
                <a:lnTo>
                  <a:pt x="4988535" y="101505"/>
                </a:lnTo>
                <a:lnTo>
                  <a:pt x="4998466" y="127765"/>
                </a:lnTo>
                <a:lnTo>
                  <a:pt x="5008398" y="174261"/>
                </a:lnTo>
                <a:lnTo>
                  <a:pt x="5018329" y="226014"/>
                </a:lnTo>
                <a:lnTo>
                  <a:pt x="5028261" y="266106"/>
                </a:lnTo>
                <a:lnTo>
                  <a:pt x="5038192" y="278901"/>
                </a:lnTo>
                <a:lnTo>
                  <a:pt x="5048123" y="253876"/>
                </a:lnTo>
                <a:lnTo>
                  <a:pt x="5058055" y="194709"/>
                </a:lnTo>
                <a:lnTo>
                  <a:pt x="5067986" y="121746"/>
                </a:lnTo>
                <a:lnTo>
                  <a:pt x="5077917" y="60939"/>
                </a:lnTo>
                <a:lnTo>
                  <a:pt x="5087849" y="31372"/>
                </a:lnTo>
                <a:lnTo>
                  <a:pt x="5097780" y="40362"/>
                </a:lnTo>
              </a:path>
            </a:pathLst>
          </a:custGeom>
          <a:solidFill>
            <a:srgbClr val="FFFFFF">
              <a:alpha val="0"/>
            </a:srgbClr>
          </a:solidFill>
          <a:ln w="13335" cap="rnd">
            <a:solidFill>
              <a:srgbClr val="007C83"/>
            </a:solidFill>
            <a:prstDash val="dash"/>
          </a:ln>
        </p:spPr>
      </p:sp>
      <p:sp>
        <p:nvSpPr>
          <p:cNvPr id="42" name="Text 40"/>
          <p:cNvSpPr/>
          <p:nvPr/>
        </p:nvSpPr>
        <p:spPr>
          <a:xfrm>
            <a:off x="484632" y="4041648"/>
            <a:ext cx="347472" cy="192024"/>
          </a:xfrm>
          <a:prstGeom prst="rect">
            <a:avLst/>
          </a:prstGeom>
          <a:noFill/>
          <a:ln/>
        </p:spPr>
        <p:txBody>
          <a:bodyPr wrap="square" lIns="0" tIns="0" rIns="0" bIns="0" rtlCol="0" anchor="t"/>
          <a:lstStyle/>
          <a:p>
            <a:pPr algn="r" indent="0" marL="0">
              <a:lnSpc>
                <a:spcPct val="100000"/>
              </a:lnSpc>
              <a:buNone/>
            </a:pPr>
            <a:r>
              <a:rPr lang="ko-KR" altLang="en-US" sz="850" dirty="0">
                <a:solidFill>
                  <a:srgbClr val="647986"/>
                </a:solidFill>
                <a:latin typeface="Pretendard" pitchFamily="34" charset="0"/>
                <a:ea typeface="Pretendard" pitchFamily="34" charset="-122"/>
                <a:cs typeface="Pretendard" pitchFamily="34" charset="-120"/>
              </a:rPr>
              <a:t>-2.4</a:t>
            </a:r>
            <a:endParaRPr lang="ko-KR" sz="850" dirty="0"/>
          </a:p>
        </p:txBody>
      </p:sp>
      <p:sp>
        <p:nvSpPr>
          <p:cNvPr id="43" name="Text 41"/>
          <p:cNvSpPr/>
          <p:nvPr/>
        </p:nvSpPr>
        <p:spPr>
          <a:xfrm>
            <a:off x="484632" y="3858768"/>
            <a:ext cx="347472" cy="192024"/>
          </a:xfrm>
          <a:prstGeom prst="rect">
            <a:avLst/>
          </a:prstGeom>
          <a:noFill/>
          <a:ln/>
        </p:spPr>
        <p:txBody>
          <a:bodyPr wrap="square" lIns="0" tIns="0" rIns="0" bIns="0" rtlCol="0" anchor="t"/>
          <a:lstStyle/>
          <a:p>
            <a:pPr algn="r" indent="0" marL="0">
              <a:lnSpc>
                <a:spcPct val="100000"/>
              </a:lnSpc>
              <a:buNone/>
            </a:pPr>
            <a:r>
              <a:rPr lang="ko-KR" altLang="en-US" sz="850" dirty="0">
                <a:solidFill>
                  <a:srgbClr val="647986"/>
                </a:solidFill>
                <a:latin typeface="Pretendard" pitchFamily="34" charset="0"/>
                <a:ea typeface="Pretendard" pitchFamily="34" charset="-122"/>
                <a:cs typeface="Pretendard" pitchFamily="34" charset="-120"/>
              </a:rPr>
              <a:t>0.0</a:t>
            </a:r>
            <a:endParaRPr lang="ko-KR" sz="850" dirty="0"/>
          </a:p>
        </p:txBody>
      </p:sp>
      <p:sp>
        <p:nvSpPr>
          <p:cNvPr id="44" name="Text 42"/>
          <p:cNvSpPr/>
          <p:nvPr/>
        </p:nvSpPr>
        <p:spPr>
          <a:xfrm>
            <a:off x="484632" y="3675888"/>
            <a:ext cx="347472" cy="192024"/>
          </a:xfrm>
          <a:prstGeom prst="rect">
            <a:avLst/>
          </a:prstGeom>
          <a:noFill/>
          <a:ln/>
        </p:spPr>
        <p:txBody>
          <a:bodyPr wrap="square" lIns="0" tIns="0" rIns="0" bIns="0" rtlCol="0" anchor="t"/>
          <a:lstStyle/>
          <a:p>
            <a:pPr algn="r" indent="0" marL="0">
              <a:lnSpc>
                <a:spcPct val="100000"/>
              </a:lnSpc>
              <a:buNone/>
            </a:pPr>
            <a:r>
              <a:rPr lang="ko-KR" altLang="en-US" sz="850" dirty="0">
                <a:solidFill>
                  <a:srgbClr val="647986"/>
                </a:solidFill>
                <a:latin typeface="Pretendard" pitchFamily="34" charset="0"/>
                <a:ea typeface="Pretendard" pitchFamily="34" charset="-122"/>
                <a:cs typeface="Pretendard" pitchFamily="34" charset="-120"/>
              </a:rPr>
              <a:t>2.4</a:t>
            </a:r>
            <a:endParaRPr lang="ko-KR" sz="850" dirty="0"/>
          </a:p>
        </p:txBody>
      </p:sp>
      <p:sp>
        <p:nvSpPr>
          <p:cNvPr id="45" name="Shape 43"/>
          <p:cNvSpPr/>
          <p:nvPr/>
        </p:nvSpPr>
        <p:spPr>
          <a:xfrm>
            <a:off x="905256" y="4224528"/>
            <a:ext cx="5074920" cy="164592"/>
          </a:xfrm>
          <a:prstGeom prst="rect">
            <a:avLst>
              <a:gd name="adj" fmla="val 55556"/>
            </a:avLst>
          </a:prstGeom>
          <a:solidFill>
            <a:srgbClr val="FFFFFF"/>
          </a:solidFill>
          <a:ln w="12700">
            <a:solidFill>
              <a:srgbClr val="DAE3E7"/>
            </a:solidFill>
            <a:prstDash val="solid"/>
          </a:ln>
        </p:spPr>
      </p:sp>
      <p:sp>
        <p:nvSpPr>
          <p:cNvPr id="46" name="Shape 44"/>
          <p:cNvSpPr/>
          <p:nvPr/>
        </p:nvSpPr>
        <p:spPr>
          <a:xfrm>
            <a:off x="905256" y="4306824"/>
            <a:ext cx="5074920" cy="0"/>
          </a:xfrm>
          <a:prstGeom prst="line">
            <a:avLst/>
          </a:prstGeom>
          <a:noFill/>
          <a:ln w="8255">
            <a:solidFill>
              <a:srgbClr val="DAE3E7"/>
            </a:solidFill>
            <a:prstDash val="solid"/>
          </a:ln>
        </p:spPr>
      </p:sp>
      <p:sp>
        <p:nvSpPr>
          <p:cNvPr id="47" name="wave_8"/>
          <p:cNvSpPr/>
          <p:nvPr/>
        </p:nvSpPr>
        <p:spPr>
          <a:xfrm>
            <a:off x="882396" y="4263104"/>
            <a:ext cx="5120640" cy="86970"/>
          </a:xfrm>
          <a:custGeom>
            <a:avLst/>
            <a:gdLst/>
            <a:ahLst/>
            <a:cxnLst/>
            <a:rect l="l" t="t" r="r" b="b"/>
            <a:pathLst>
              <a:path w="5120640" h="86970" fill="none" stroke="1" extrusionOk="0">
                <a:moveTo>
                  <a:pt x="22860" y="46626"/>
                </a:moveTo>
                <a:lnTo>
                  <a:pt x="32791" y="50241"/>
                </a:lnTo>
                <a:lnTo>
                  <a:pt x="42723" y="50889"/>
                </a:lnTo>
                <a:lnTo>
                  <a:pt x="52654" y="49377"/>
                </a:lnTo>
                <a:lnTo>
                  <a:pt x="62585" y="46645"/>
                </a:lnTo>
                <a:lnTo>
                  <a:pt x="72517" y="43118"/>
                </a:lnTo>
                <a:lnTo>
                  <a:pt x="82448" y="40473"/>
                </a:lnTo>
                <a:lnTo>
                  <a:pt x="92379" y="39974"/>
                </a:lnTo>
                <a:lnTo>
                  <a:pt x="102311" y="40163"/>
                </a:lnTo>
                <a:lnTo>
                  <a:pt x="112242" y="39040"/>
                </a:lnTo>
                <a:lnTo>
                  <a:pt x="122174" y="37202"/>
                </a:lnTo>
                <a:lnTo>
                  <a:pt x="132105" y="37008"/>
                </a:lnTo>
                <a:lnTo>
                  <a:pt x="142036" y="39816"/>
                </a:lnTo>
                <a:lnTo>
                  <a:pt x="151968" y="44897"/>
                </a:lnTo>
                <a:lnTo>
                  <a:pt x="161899" y="50145"/>
                </a:lnTo>
                <a:lnTo>
                  <a:pt x="171830" y="53472"/>
                </a:lnTo>
                <a:lnTo>
                  <a:pt x="181762" y="53599"/>
                </a:lnTo>
                <a:lnTo>
                  <a:pt x="191693" y="49843"/>
                </a:lnTo>
                <a:lnTo>
                  <a:pt x="201624" y="42916"/>
                </a:lnTo>
                <a:lnTo>
                  <a:pt x="211556" y="36533"/>
                </a:lnTo>
                <a:lnTo>
                  <a:pt x="221487" y="35361"/>
                </a:lnTo>
                <a:lnTo>
                  <a:pt x="231418" y="40023"/>
                </a:lnTo>
                <a:lnTo>
                  <a:pt x="241350" y="46829"/>
                </a:lnTo>
                <a:lnTo>
                  <a:pt x="251281" y="52435"/>
                </a:lnTo>
                <a:lnTo>
                  <a:pt x="261212" y="55149"/>
                </a:lnTo>
                <a:lnTo>
                  <a:pt x="271144" y="53257"/>
                </a:lnTo>
                <a:lnTo>
                  <a:pt x="281075" y="47309"/>
                </a:lnTo>
                <a:lnTo>
                  <a:pt x="291006" y="41897"/>
                </a:lnTo>
                <a:lnTo>
                  <a:pt x="300938" y="39767"/>
                </a:lnTo>
                <a:lnTo>
                  <a:pt x="310869" y="37729"/>
                </a:lnTo>
                <a:lnTo>
                  <a:pt x="320801" y="33571"/>
                </a:lnTo>
                <a:lnTo>
                  <a:pt x="330732" y="31314"/>
                </a:lnTo>
                <a:lnTo>
                  <a:pt x="340663" y="34067"/>
                </a:lnTo>
                <a:lnTo>
                  <a:pt x="350595" y="38623"/>
                </a:lnTo>
                <a:lnTo>
                  <a:pt x="360526" y="42343"/>
                </a:lnTo>
                <a:lnTo>
                  <a:pt x="370457" y="47458"/>
                </a:lnTo>
                <a:lnTo>
                  <a:pt x="380389" y="54053"/>
                </a:lnTo>
                <a:lnTo>
                  <a:pt x="390320" y="57327"/>
                </a:lnTo>
                <a:lnTo>
                  <a:pt x="400251" y="55236"/>
                </a:lnTo>
                <a:lnTo>
                  <a:pt x="410183" y="50883"/>
                </a:lnTo>
                <a:lnTo>
                  <a:pt x="420114" y="46243"/>
                </a:lnTo>
                <a:lnTo>
                  <a:pt x="430045" y="41587"/>
                </a:lnTo>
                <a:lnTo>
                  <a:pt x="439977" y="39978"/>
                </a:lnTo>
                <a:lnTo>
                  <a:pt x="449908" y="43838"/>
                </a:lnTo>
                <a:lnTo>
                  <a:pt x="459839" y="49056"/>
                </a:lnTo>
                <a:lnTo>
                  <a:pt x="469771" y="49745"/>
                </a:lnTo>
                <a:lnTo>
                  <a:pt x="479702" y="45875"/>
                </a:lnTo>
                <a:lnTo>
                  <a:pt x="489633" y="40804"/>
                </a:lnTo>
                <a:lnTo>
                  <a:pt x="499565" y="35852"/>
                </a:lnTo>
                <a:lnTo>
                  <a:pt x="509496" y="31783"/>
                </a:lnTo>
                <a:lnTo>
                  <a:pt x="519428" y="31015"/>
                </a:lnTo>
                <a:lnTo>
                  <a:pt x="529359" y="34990"/>
                </a:lnTo>
                <a:lnTo>
                  <a:pt x="539290" y="42310"/>
                </a:lnTo>
                <a:lnTo>
                  <a:pt x="549222" y="49958"/>
                </a:lnTo>
                <a:lnTo>
                  <a:pt x="559153" y="54465"/>
                </a:lnTo>
                <a:lnTo>
                  <a:pt x="569084" y="54331"/>
                </a:lnTo>
                <a:lnTo>
                  <a:pt x="579016" y="52534"/>
                </a:lnTo>
                <a:lnTo>
                  <a:pt x="588947" y="52577"/>
                </a:lnTo>
                <a:lnTo>
                  <a:pt x="598878" y="52352"/>
                </a:lnTo>
                <a:lnTo>
                  <a:pt x="608810" y="47835"/>
                </a:lnTo>
                <a:lnTo>
                  <a:pt x="618741" y="41178"/>
                </a:lnTo>
                <a:lnTo>
                  <a:pt x="628672" y="37856"/>
                </a:lnTo>
                <a:lnTo>
                  <a:pt x="638604" y="38187"/>
                </a:lnTo>
                <a:lnTo>
                  <a:pt x="648535" y="39129"/>
                </a:lnTo>
                <a:lnTo>
                  <a:pt x="658466" y="41281"/>
                </a:lnTo>
                <a:lnTo>
                  <a:pt x="668398" y="46662"/>
                </a:lnTo>
                <a:lnTo>
                  <a:pt x="678329" y="52437"/>
                </a:lnTo>
                <a:lnTo>
                  <a:pt x="688260" y="53189"/>
                </a:lnTo>
                <a:lnTo>
                  <a:pt x="698192" y="47777"/>
                </a:lnTo>
                <a:lnTo>
                  <a:pt x="708123" y="40519"/>
                </a:lnTo>
                <a:lnTo>
                  <a:pt x="718055" y="36892"/>
                </a:lnTo>
                <a:lnTo>
                  <a:pt x="727986" y="38881"/>
                </a:lnTo>
                <a:lnTo>
                  <a:pt x="737917" y="43577"/>
                </a:lnTo>
                <a:lnTo>
                  <a:pt x="747849" y="46952"/>
                </a:lnTo>
                <a:lnTo>
                  <a:pt x="757780" y="48116"/>
                </a:lnTo>
                <a:lnTo>
                  <a:pt x="767711" y="47430"/>
                </a:lnTo>
                <a:lnTo>
                  <a:pt x="777643" y="43775"/>
                </a:lnTo>
                <a:lnTo>
                  <a:pt x="787574" y="38433"/>
                </a:lnTo>
                <a:lnTo>
                  <a:pt x="797505" y="36964"/>
                </a:lnTo>
                <a:lnTo>
                  <a:pt x="807437" y="41669"/>
                </a:lnTo>
                <a:lnTo>
                  <a:pt x="817368" y="48062"/>
                </a:lnTo>
                <a:lnTo>
                  <a:pt x="827299" y="53148"/>
                </a:lnTo>
                <a:lnTo>
                  <a:pt x="837231" y="58671"/>
                </a:lnTo>
                <a:lnTo>
                  <a:pt x="847162" y="62684"/>
                </a:lnTo>
                <a:lnTo>
                  <a:pt x="857093" y="58880"/>
                </a:lnTo>
                <a:lnTo>
                  <a:pt x="867025" y="47552"/>
                </a:lnTo>
                <a:lnTo>
                  <a:pt x="876956" y="36373"/>
                </a:lnTo>
                <a:lnTo>
                  <a:pt x="886887" y="29495"/>
                </a:lnTo>
                <a:lnTo>
                  <a:pt x="896819" y="26445"/>
                </a:lnTo>
                <a:lnTo>
                  <a:pt x="906750" y="28874"/>
                </a:lnTo>
                <a:lnTo>
                  <a:pt x="916682" y="36886"/>
                </a:lnTo>
                <a:lnTo>
                  <a:pt x="926613" y="43649"/>
                </a:lnTo>
                <a:lnTo>
                  <a:pt x="936544" y="44280"/>
                </a:lnTo>
                <a:lnTo>
                  <a:pt x="946476" y="43273"/>
                </a:lnTo>
                <a:lnTo>
                  <a:pt x="956407" y="44987"/>
                </a:lnTo>
                <a:lnTo>
                  <a:pt x="966338" y="46620"/>
                </a:lnTo>
                <a:lnTo>
                  <a:pt x="976270" y="47108"/>
                </a:lnTo>
                <a:lnTo>
                  <a:pt x="986201" y="51062"/>
                </a:lnTo>
                <a:lnTo>
                  <a:pt x="996132" y="58345"/>
                </a:lnTo>
                <a:lnTo>
                  <a:pt x="1006064" y="61408"/>
                </a:lnTo>
                <a:lnTo>
                  <a:pt x="1015995" y="56409"/>
                </a:lnTo>
                <a:lnTo>
                  <a:pt x="1025926" y="47006"/>
                </a:lnTo>
                <a:lnTo>
                  <a:pt x="1035858" y="37372"/>
                </a:lnTo>
                <a:lnTo>
                  <a:pt x="1045789" y="30592"/>
                </a:lnTo>
                <a:lnTo>
                  <a:pt x="1055720" y="30685"/>
                </a:lnTo>
                <a:lnTo>
                  <a:pt x="1065652" y="37779"/>
                </a:lnTo>
                <a:lnTo>
                  <a:pt x="1075583" y="45472"/>
                </a:lnTo>
                <a:lnTo>
                  <a:pt x="1085514" y="48455"/>
                </a:lnTo>
                <a:lnTo>
                  <a:pt x="1095446" y="47208"/>
                </a:lnTo>
                <a:lnTo>
                  <a:pt x="1105377" y="43285"/>
                </a:lnTo>
                <a:lnTo>
                  <a:pt x="1115309" y="37911"/>
                </a:lnTo>
                <a:lnTo>
                  <a:pt x="1125240" y="35442"/>
                </a:lnTo>
                <a:lnTo>
                  <a:pt x="1135171" y="39761"/>
                </a:lnTo>
                <a:lnTo>
                  <a:pt x="1145103" y="48124"/>
                </a:lnTo>
                <a:lnTo>
                  <a:pt x="1155034" y="55110"/>
                </a:lnTo>
                <a:lnTo>
                  <a:pt x="1164965" y="58765"/>
                </a:lnTo>
                <a:lnTo>
                  <a:pt x="1174897" y="57733"/>
                </a:lnTo>
                <a:lnTo>
                  <a:pt x="1184828" y="49638"/>
                </a:lnTo>
                <a:lnTo>
                  <a:pt x="1194759" y="37994"/>
                </a:lnTo>
                <a:lnTo>
                  <a:pt x="1204691" y="32706"/>
                </a:lnTo>
                <a:lnTo>
                  <a:pt x="1214622" y="38220"/>
                </a:lnTo>
                <a:lnTo>
                  <a:pt x="1224553" y="47998"/>
                </a:lnTo>
                <a:lnTo>
                  <a:pt x="1234485" y="53671"/>
                </a:lnTo>
                <a:lnTo>
                  <a:pt x="1244416" y="52728"/>
                </a:lnTo>
                <a:lnTo>
                  <a:pt x="1254347" y="46264"/>
                </a:lnTo>
                <a:lnTo>
                  <a:pt x="1264279" y="36869"/>
                </a:lnTo>
                <a:lnTo>
                  <a:pt x="1274210" y="29940"/>
                </a:lnTo>
                <a:lnTo>
                  <a:pt x="1284141" y="30719"/>
                </a:lnTo>
                <a:lnTo>
                  <a:pt x="1294073" y="38807"/>
                </a:lnTo>
                <a:lnTo>
                  <a:pt x="1304004" y="49018"/>
                </a:lnTo>
                <a:lnTo>
                  <a:pt x="1313936" y="56633"/>
                </a:lnTo>
                <a:lnTo>
                  <a:pt x="1323867" y="59090"/>
                </a:lnTo>
                <a:lnTo>
                  <a:pt x="1333798" y="55222"/>
                </a:lnTo>
                <a:lnTo>
                  <a:pt x="1343730" y="46953"/>
                </a:lnTo>
                <a:lnTo>
                  <a:pt x="1353661" y="40313"/>
                </a:lnTo>
                <a:lnTo>
                  <a:pt x="1363592" y="40662"/>
                </a:lnTo>
                <a:lnTo>
                  <a:pt x="1373524" y="46489"/>
                </a:lnTo>
                <a:lnTo>
                  <a:pt x="1383455" y="50701"/>
                </a:lnTo>
                <a:lnTo>
                  <a:pt x="1393386" y="48607"/>
                </a:lnTo>
                <a:lnTo>
                  <a:pt x="1403318" y="42056"/>
                </a:lnTo>
                <a:lnTo>
                  <a:pt x="1413249" y="35312"/>
                </a:lnTo>
                <a:lnTo>
                  <a:pt x="1423180" y="30884"/>
                </a:lnTo>
                <a:lnTo>
                  <a:pt x="1433112" y="31035"/>
                </a:lnTo>
                <a:lnTo>
                  <a:pt x="1443043" y="38302"/>
                </a:lnTo>
                <a:lnTo>
                  <a:pt x="1452974" y="50842"/>
                </a:lnTo>
                <a:lnTo>
                  <a:pt x="1462906" y="61361"/>
                </a:lnTo>
                <a:lnTo>
                  <a:pt x="1472837" y="64110"/>
                </a:lnTo>
                <a:lnTo>
                  <a:pt x="1482768" y="59535"/>
                </a:lnTo>
                <a:lnTo>
                  <a:pt x="1492700" y="50694"/>
                </a:lnTo>
                <a:lnTo>
                  <a:pt x="1502631" y="40406"/>
                </a:lnTo>
                <a:lnTo>
                  <a:pt x="1512563" y="33070"/>
                </a:lnTo>
                <a:lnTo>
                  <a:pt x="1522494" y="32787"/>
                </a:lnTo>
                <a:lnTo>
                  <a:pt x="1532425" y="37887"/>
                </a:lnTo>
                <a:lnTo>
                  <a:pt x="1542357" y="42576"/>
                </a:lnTo>
                <a:lnTo>
                  <a:pt x="1552288" y="44291"/>
                </a:lnTo>
                <a:lnTo>
                  <a:pt x="1562219" y="44542"/>
                </a:lnTo>
                <a:lnTo>
                  <a:pt x="1572151" y="44075"/>
                </a:lnTo>
                <a:lnTo>
                  <a:pt x="1582082" y="42658"/>
                </a:lnTo>
                <a:lnTo>
                  <a:pt x="1592013" y="41914"/>
                </a:lnTo>
                <a:lnTo>
                  <a:pt x="1601945" y="43538"/>
                </a:lnTo>
                <a:lnTo>
                  <a:pt x="1611876" y="46324"/>
                </a:lnTo>
                <a:lnTo>
                  <a:pt x="1621807" y="47980"/>
                </a:lnTo>
                <a:lnTo>
                  <a:pt x="1631739" y="47730"/>
                </a:lnTo>
                <a:lnTo>
                  <a:pt x="1641670" y="45956"/>
                </a:lnTo>
                <a:lnTo>
                  <a:pt x="1651601" y="44028"/>
                </a:lnTo>
                <a:lnTo>
                  <a:pt x="1661533" y="44167"/>
                </a:lnTo>
                <a:lnTo>
                  <a:pt x="1671464" y="46521"/>
                </a:lnTo>
                <a:lnTo>
                  <a:pt x="1681395" y="47989"/>
                </a:lnTo>
                <a:lnTo>
                  <a:pt x="1691327" y="46473"/>
                </a:lnTo>
                <a:lnTo>
                  <a:pt x="1701258" y="43249"/>
                </a:lnTo>
                <a:lnTo>
                  <a:pt x="1711190" y="39351"/>
                </a:lnTo>
                <a:lnTo>
                  <a:pt x="1721121" y="34364"/>
                </a:lnTo>
                <a:lnTo>
                  <a:pt x="1731052" y="30496"/>
                </a:lnTo>
                <a:lnTo>
                  <a:pt x="1740984" y="32180"/>
                </a:lnTo>
                <a:lnTo>
                  <a:pt x="1750915" y="39813"/>
                </a:lnTo>
                <a:lnTo>
                  <a:pt x="1760846" y="48693"/>
                </a:lnTo>
                <a:lnTo>
                  <a:pt x="1770778" y="54659"/>
                </a:lnTo>
                <a:lnTo>
                  <a:pt x="1780709" y="56576"/>
                </a:lnTo>
                <a:lnTo>
                  <a:pt x="1790640" y="54629"/>
                </a:lnTo>
                <a:lnTo>
                  <a:pt x="1800572" y="50510"/>
                </a:lnTo>
                <a:lnTo>
                  <a:pt x="1810503" y="47356"/>
                </a:lnTo>
                <a:lnTo>
                  <a:pt x="1820434" y="46160"/>
                </a:lnTo>
                <a:lnTo>
                  <a:pt x="1830366" y="44831"/>
                </a:lnTo>
                <a:lnTo>
                  <a:pt x="1840297" y="42411"/>
                </a:lnTo>
                <a:lnTo>
                  <a:pt x="1850228" y="40273"/>
                </a:lnTo>
                <a:lnTo>
                  <a:pt x="1860160" y="38565"/>
                </a:lnTo>
                <a:lnTo>
                  <a:pt x="1870091" y="36332"/>
                </a:lnTo>
                <a:lnTo>
                  <a:pt x="1880023" y="35133"/>
                </a:lnTo>
                <a:lnTo>
                  <a:pt x="1889954" y="37666"/>
                </a:lnTo>
                <a:lnTo>
                  <a:pt x="1899885" y="43355"/>
                </a:lnTo>
                <a:lnTo>
                  <a:pt x="1909817" y="49243"/>
                </a:lnTo>
                <a:lnTo>
                  <a:pt x="1919748" y="53468"/>
                </a:lnTo>
                <a:lnTo>
                  <a:pt x="1929679" y="54794"/>
                </a:lnTo>
                <a:lnTo>
                  <a:pt x="1939611" y="51806"/>
                </a:lnTo>
                <a:lnTo>
                  <a:pt x="1949542" y="45564"/>
                </a:lnTo>
                <a:lnTo>
                  <a:pt x="1959473" y="40068"/>
                </a:lnTo>
                <a:lnTo>
                  <a:pt x="1969405" y="38171"/>
                </a:lnTo>
                <a:lnTo>
                  <a:pt x="1979336" y="39513"/>
                </a:lnTo>
                <a:lnTo>
                  <a:pt x="1989267" y="42591"/>
                </a:lnTo>
                <a:lnTo>
                  <a:pt x="1999199" y="46097"/>
                </a:lnTo>
                <a:lnTo>
                  <a:pt x="2009130" y="48872"/>
                </a:lnTo>
                <a:lnTo>
                  <a:pt x="2019061" y="50721"/>
                </a:lnTo>
                <a:lnTo>
                  <a:pt x="2028993" y="51936"/>
                </a:lnTo>
                <a:lnTo>
                  <a:pt x="2038924" y="51279"/>
                </a:lnTo>
                <a:lnTo>
                  <a:pt x="2048855" y="47234"/>
                </a:lnTo>
                <a:lnTo>
                  <a:pt x="2058787" y="41339"/>
                </a:lnTo>
                <a:lnTo>
                  <a:pt x="2068718" y="36777"/>
                </a:lnTo>
                <a:lnTo>
                  <a:pt x="2078650" y="34267"/>
                </a:lnTo>
                <a:lnTo>
                  <a:pt x="2088581" y="33022"/>
                </a:lnTo>
                <a:lnTo>
                  <a:pt x="2098512" y="34206"/>
                </a:lnTo>
                <a:lnTo>
                  <a:pt x="2108444" y="39353"/>
                </a:lnTo>
                <a:lnTo>
                  <a:pt x="2118375" y="46932"/>
                </a:lnTo>
                <a:lnTo>
                  <a:pt x="2128306" y="53805"/>
                </a:lnTo>
                <a:lnTo>
                  <a:pt x="2138238" y="58205"/>
                </a:lnTo>
                <a:lnTo>
                  <a:pt x="2148169" y="59198"/>
                </a:lnTo>
                <a:lnTo>
                  <a:pt x="2158100" y="56020"/>
                </a:lnTo>
                <a:lnTo>
                  <a:pt x="2168032" y="49796"/>
                </a:lnTo>
                <a:lnTo>
                  <a:pt x="2177963" y="43364"/>
                </a:lnTo>
                <a:lnTo>
                  <a:pt x="2187894" y="38326"/>
                </a:lnTo>
                <a:lnTo>
                  <a:pt x="2197826" y="34393"/>
                </a:lnTo>
                <a:lnTo>
                  <a:pt x="2207757" y="31789"/>
                </a:lnTo>
                <a:lnTo>
                  <a:pt x="2217688" y="32129"/>
                </a:lnTo>
                <a:lnTo>
                  <a:pt x="2227620" y="36457"/>
                </a:lnTo>
                <a:lnTo>
                  <a:pt x="2237551" y="43352"/>
                </a:lnTo>
                <a:lnTo>
                  <a:pt x="2247482" y="49402"/>
                </a:lnTo>
                <a:lnTo>
                  <a:pt x="2257414" y="52010"/>
                </a:lnTo>
                <a:lnTo>
                  <a:pt x="2267345" y="51625"/>
                </a:lnTo>
                <a:lnTo>
                  <a:pt x="2277277" y="50102"/>
                </a:lnTo>
                <a:lnTo>
                  <a:pt x="2287208" y="47800"/>
                </a:lnTo>
                <a:lnTo>
                  <a:pt x="2297139" y="44736"/>
                </a:lnTo>
                <a:lnTo>
                  <a:pt x="2307071" y="43034"/>
                </a:lnTo>
                <a:lnTo>
                  <a:pt x="2317002" y="44405"/>
                </a:lnTo>
                <a:lnTo>
                  <a:pt x="2326933" y="46898"/>
                </a:lnTo>
                <a:lnTo>
                  <a:pt x="2336865" y="48048"/>
                </a:lnTo>
                <a:lnTo>
                  <a:pt x="2346796" y="48556"/>
                </a:lnTo>
                <a:lnTo>
                  <a:pt x="2356727" y="48900"/>
                </a:lnTo>
                <a:lnTo>
                  <a:pt x="2366659" y="46446"/>
                </a:lnTo>
                <a:lnTo>
                  <a:pt x="2376590" y="40416"/>
                </a:lnTo>
                <a:lnTo>
                  <a:pt x="2386521" y="34992"/>
                </a:lnTo>
                <a:lnTo>
                  <a:pt x="2396453" y="33389"/>
                </a:lnTo>
                <a:lnTo>
                  <a:pt x="2406384" y="34173"/>
                </a:lnTo>
                <a:lnTo>
                  <a:pt x="2416315" y="36528"/>
                </a:lnTo>
                <a:lnTo>
                  <a:pt x="2426247" y="42448"/>
                </a:lnTo>
                <a:lnTo>
                  <a:pt x="2436178" y="50780"/>
                </a:lnTo>
                <a:lnTo>
                  <a:pt x="2446109" y="56214"/>
                </a:lnTo>
                <a:lnTo>
                  <a:pt x="2456041" y="56830"/>
                </a:lnTo>
                <a:lnTo>
                  <a:pt x="2465972" y="55920"/>
                </a:lnTo>
                <a:lnTo>
                  <a:pt x="2475904" y="54818"/>
                </a:lnTo>
                <a:lnTo>
                  <a:pt x="2485835" y="50822"/>
                </a:lnTo>
                <a:lnTo>
                  <a:pt x="2495766" y="43371"/>
                </a:lnTo>
                <a:lnTo>
                  <a:pt x="2505698" y="36068"/>
                </a:lnTo>
                <a:lnTo>
                  <a:pt x="2515629" y="31800"/>
                </a:lnTo>
                <a:lnTo>
                  <a:pt x="2525560" y="30791"/>
                </a:lnTo>
                <a:lnTo>
                  <a:pt x="2535492" y="33109"/>
                </a:lnTo>
                <a:lnTo>
                  <a:pt x="2545423" y="38735"/>
                </a:lnTo>
                <a:lnTo>
                  <a:pt x="2555354" y="45750"/>
                </a:lnTo>
                <a:lnTo>
                  <a:pt x="2565286" y="51569"/>
                </a:lnTo>
                <a:lnTo>
                  <a:pt x="2575217" y="55105"/>
                </a:lnTo>
                <a:lnTo>
                  <a:pt x="2585148" y="56150"/>
                </a:lnTo>
                <a:lnTo>
                  <a:pt x="2595080" y="54497"/>
                </a:lnTo>
                <a:lnTo>
                  <a:pt x="2605011" y="50699"/>
                </a:lnTo>
                <a:lnTo>
                  <a:pt x="2614942" y="45811"/>
                </a:lnTo>
                <a:lnTo>
                  <a:pt x="2624874" y="40281"/>
                </a:lnTo>
                <a:lnTo>
                  <a:pt x="2634805" y="34898"/>
                </a:lnTo>
                <a:lnTo>
                  <a:pt x="2644736" y="31922"/>
                </a:lnTo>
                <a:lnTo>
                  <a:pt x="2654668" y="33240"/>
                </a:lnTo>
                <a:lnTo>
                  <a:pt x="2664599" y="38469"/>
                </a:lnTo>
                <a:lnTo>
                  <a:pt x="2674531" y="45957"/>
                </a:lnTo>
                <a:lnTo>
                  <a:pt x="2684462" y="53544"/>
                </a:lnTo>
                <a:lnTo>
                  <a:pt x="2694393" y="57820"/>
                </a:lnTo>
                <a:lnTo>
                  <a:pt x="2704325" y="56139"/>
                </a:lnTo>
                <a:lnTo>
                  <a:pt x="2714256" y="50371"/>
                </a:lnTo>
                <a:lnTo>
                  <a:pt x="2724187" y="45299"/>
                </a:lnTo>
                <a:lnTo>
                  <a:pt x="2734119" y="42962"/>
                </a:lnTo>
                <a:lnTo>
                  <a:pt x="2744050" y="42011"/>
                </a:lnTo>
                <a:lnTo>
                  <a:pt x="2753981" y="41888"/>
                </a:lnTo>
                <a:lnTo>
                  <a:pt x="2763913" y="43252"/>
                </a:lnTo>
                <a:lnTo>
                  <a:pt x="2773844" y="45034"/>
                </a:lnTo>
                <a:lnTo>
                  <a:pt x="2783775" y="45448"/>
                </a:lnTo>
                <a:lnTo>
                  <a:pt x="2793707" y="45271"/>
                </a:lnTo>
                <a:lnTo>
                  <a:pt x="2803638" y="46559"/>
                </a:lnTo>
                <a:lnTo>
                  <a:pt x="2813569" y="49160"/>
                </a:lnTo>
                <a:lnTo>
                  <a:pt x="2823501" y="51020"/>
                </a:lnTo>
                <a:lnTo>
                  <a:pt x="2833432" y="50362"/>
                </a:lnTo>
                <a:lnTo>
                  <a:pt x="2843363" y="46299"/>
                </a:lnTo>
                <a:lnTo>
                  <a:pt x="2853295" y="39631"/>
                </a:lnTo>
                <a:lnTo>
                  <a:pt x="2863226" y="33540"/>
                </a:lnTo>
                <a:lnTo>
                  <a:pt x="2873158" y="31254"/>
                </a:lnTo>
                <a:lnTo>
                  <a:pt x="2883089" y="33727"/>
                </a:lnTo>
                <a:lnTo>
                  <a:pt x="2893020" y="40923"/>
                </a:lnTo>
                <a:lnTo>
                  <a:pt x="2902952" y="51889"/>
                </a:lnTo>
                <a:lnTo>
                  <a:pt x="2912883" y="61585"/>
                </a:lnTo>
                <a:lnTo>
                  <a:pt x="2922814" y="62985"/>
                </a:lnTo>
                <a:lnTo>
                  <a:pt x="2932746" y="55241"/>
                </a:lnTo>
                <a:lnTo>
                  <a:pt x="2942677" y="44676"/>
                </a:lnTo>
                <a:lnTo>
                  <a:pt x="2952608" y="36345"/>
                </a:lnTo>
                <a:lnTo>
                  <a:pt x="2962540" y="30890"/>
                </a:lnTo>
                <a:lnTo>
                  <a:pt x="2972471" y="29740"/>
                </a:lnTo>
                <a:lnTo>
                  <a:pt x="2982402" y="35228"/>
                </a:lnTo>
                <a:lnTo>
                  <a:pt x="2992334" y="44704"/>
                </a:lnTo>
                <a:lnTo>
                  <a:pt x="3002265" y="51745"/>
                </a:lnTo>
                <a:lnTo>
                  <a:pt x="3012196" y="53612"/>
                </a:lnTo>
                <a:lnTo>
                  <a:pt x="3022128" y="52215"/>
                </a:lnTo>
                <a:lnTo>
                  <a:pt x="3032059" y="49390"/>
                </a:lnTo>
                <a:lnTo>
                  <a:pt x="3041990" y="46002"/>
                </a:lnTo>
                <a:lnTo>
                  <a:pt x="3051922" y="43443"/>
                </a:lnTo>
                <a:lnTo>
                  <a:pt x="3061853" y="42481"/>
                </a:lnTo>
                <a:lnTo>
                  <a:pt x="3071785" y="42642"/>
                </a:lnTo>
                <a:lnTo>
                  <a:pt x="3081716" y="43554"/>
                </a:lnTo>
                <a:lnTo>
                  <a:pt x="3091647" y="44343"/>
                </a:lnTo>
                <a:lnTo>
                  <a:pt x="3101579" y="43129"/>
                </a:lnTo>
                <a:lnTo>
                  <a:pt x="3111510" y="40050"/>
                </a:lnTo>
                <a:lnTo>
                  <a:pt x="3121441" y="38154"/>
                </a:lnTo>
                <a:lnTo>
                  <a:pt x="3131373" y="39192"/>
                </a:lnTo>
                <a:lnTo>
                  <a:pt x="3141304" y="42336"/>
                </a:lnTo>
                <a:lnTo>
                  <a:pt x="3151235" y="47379"/>
                </a:lnTo>
                <a:lnTo>
                  <a:pt x="3161167" y="53786"/>
                </a:lnTo>
                <a:lnTo>
                  <a:pt x="3171098" y="57602"/>
                </a:lnTo>
                <a:lnTo>
                  <a:pt x="3181029" y="55512"/>
                </a:lnTo>
                <a:lnTo>
                  <a:pt x="3190961" y="49927"/>
                </a:lnTo>
                <a:lnTo>
                  <a:pt x="3200892" y="44702"/>
                </a:lnTo>
                <a:lnTo>
                  <a:pt x="3210823" y="39984"/>
                </a:lnTo>
                <a:lnTo>
                  <a:pt x="3220755" y="35799"/>
                </a:lnTo>
                <a:lnTo>
                  <a:pt x="3230686" y="34737"/>
                </a:lnTo>
                <a:lnTo>
                  <a:pt x="3240617" y="37202"/>
                </a:lnTo>
                <a:lnTo>
                  <a:pt x="3250549" y="40164"/>
                </a:lnTo>
                <a:lnTo>
                  <a:pt x="3260480" y="42302"/>
                </a:lnTo>
                <a:lnTo>
                  <a:pt x="3270412" y="44219"/>
                </a:lnTo>
                <a:lnTo>
                  <a:pt x="3280343" y="44932"/>
                </a:lnTo>
                <a:lnTo>
                  <a:pt x="3290274" y="44524"/>
                </a:lnTo>
                <a:lnTo>
                  <a:pt x="3300206" y="46537"/>
                </a:lnTo>
                <a:lnTo>
                  <a:pt x="3310137" y="51840"/>
                </a:lnTo>
                <a:lnTo>
                  <a:pt x="3320068" y="55636"/>
                </a:lnTo>
                <a:lnTo>
                  <a:pt x="3330000" y="54780"/>
                </a:lnTo>
                <a:lnTo>
                  <a:pt x="3339931" y="51075"/>
                </a:lnTo>
                <a:lnTo>
                  <a:pt x="3349862" y="45680"/>
                </a:lnTo>
                <a:lnTo>
                  <a:pt x="3359794" y="38941"/>
                </a:lnTo>
                <a:lnTo>
                  <a:pt x="3369725" y="35121"/>
                </a:lnTo>
                <a:lnTo>
                  <a:pt x="3379656" y="37841"/>
                </a:lnTo>
                <a:lnTo>
                  <a:pt x="3389588" y="43060"/>
                </a:lnTo>
                <a:lnTo>
                  <a:pt x="3399519" y="44869"/>
                </a:lnTo>
                <a:lnTo>
                  <a:pt x="3409450" y="43554"/>
                </a:lnTo>
                <a:lnTo>
                  <a:pt x="3419382" y="41418"/>
                </a:lnTo>
                <a:lnTo>
                  <a:pt x="3429313" y="38044"/>
                </a:lnTo>
                <a:lnTo>
                  <a:pt x="3439245" y="34837"/>
                </a:lnTo>
                <a:lnTo>
                  <a:pt x="3449176" y="35798"/>
                </a:lnTo>
                <a:lnTo>
                  <a:pt x="3459107" y="40702"/>
                </a:lnTo>
                <a:lnTo>
                  <a:pt x="3469039" y="45541"/>
                </a:lnTo>
                <a:lnTo>
                  <a:pt x="3478970" y="49096"/>
                </a:lnTo>
                <a:lnTo>
                  <a:pt x="3488901" y="51526"/>
                </a:lnTo>
                <a:lnTo>
                  <a:pt x="3498833" y="50700"/>
                </a:lnTo>
                <a:lnTo>
                  <a:pt x="3508764" y="47050"/>
                </a:lnTo>
                <a:lnTo>
                  <a:pt x="3518695" y="45405"/>
                </a:lnTo>
                <a:lnTo>
                  <a:pt x="3528627" y="46913"/>
                </a:lnTo>
                <a:lnTo>
                  <a:pt x="3538558" y="47664"/>
                </a:lnTo>
                <a:lnTo>
                  <a:pt x="3548489" y="47244"/>
                </a:lnTo>
                <a:lnTo>
                  <a:pt x="3558421" y="48023"/>
                </a:lnTo>
                <a:lnTo>
                  <a:pt x="3568352" y="47020"/>
                </a:lnTo>
                <a:lnTo>
                  <a:pt x="3578283" y="40433"/>
                </a:lnTo>
                <a:lnTo>
                  <a:pt x="3588215" y="32939"/>
                </a:lnTo>
                <a:lnTo>
                  <a:pt x="3598146" y="31066"/>
                </a:lnTo>
                <a:lnTo>
                  <a:pt x="3608077" y="33402"/>
                </a:lnTo>
                <a:lnTo>
                  <a:pt x="3618009" y="36963"/>
                </a:lnTo>
                <a:lnTo>
                  <a:pt x="3627940" y="43707"/>
                </a:lnTo>
                <a:lnTo>
                  <a:pt x="3637872" y="52240"/>
                </a:lnTo>
                <a:lnTo>
                  <a:pt x="3647803" y="54842"/>
                </a:lnTo>
                <a:lnTo>
                  <a:pt x="3657734" y="49967"/>
                </a:lnTo>
                <a:lnTo>
                  <a:pt x="3667666" y="45676"/>
                </a:lnTo>
                <a:lnTo>
                  <a:pt x="3677597" y="46378"/>
                </a:lnTo>
                <a:lnTo>
                  <a:pt x="3687528" y="48389"/>
                </a:lnTo>
                <a:lnTo>
                  <a:pt x="3697460" y="49793"/>
                </a:lnTo>
                <a:lnTo>
                  <a:pt x="3707391" y="52109"/>
                </a:lnTo>
                <a:lnTo>
                  <a:pt x="3717322" y="52642"/>
                </a:lnTo>
                <a:lnTo>
                  <a:pt x="3727254" y="46768"/>
                </a:lnTo>
                <a:lnTo>
                  <a:pt x="3737185" y="36428"/>
                </a:lnTo>
                <a:lnTo>
                  <a:pt x="3747116" y="27973"/>
                </a:lnTo>
                <a:lnTo>
                  <a:pt x="3757048" y="24916"/>
                </a:lnTo>
                <a:lnTo>
                  <a:pt x="3766979" y="28282"/>
                </a:lnTo>
                <a:lnTo>
                  <a:pt x="3776910" y="38331"/>
                </a:lnTo>
                <a:lnTo>
                  <a:pt x="3786842" y="51262"/>
                </a:lnTo>
                <a:lnTo>
                  <a:pt x="3796773" y="59696"/>
                </a:lnTo>
                <a:lnTo>
                  <a:pt x="3806704" y="59438"/>
                </a:lnTo>
                <a:lnTo>
                  <a:pt x="3816636" y="52082"/>
                </a:lnTo>
                <a:lnTo>
                  <a:pt x="3826567" y="41733"/>
                </a:lnTo>
                <a:lnTo>
                  <a:pt x="3836499" y="33431"/>
                </a:lnTo>
                <a:lnTo>
                  <a:pt x="3846430" y="32327"/>
                </a:lnTo>
                <a:lnTo>
                  <a:pt x="3856361" y="39484"/>
                </a:lnTo>
                <a:lnTo>
                  <a:pt x="3866293" y="49857"/>
                </a:lnTo>
                <a:lnTo>
                  <a:pt x="3876224" y="56888"/>
                </a:lnTo>
                <a:lnTo>
                  <a:pt x="3886155" y="57407"/>
                </a:lnTo>
                <a:lnTo>
                  <a:pt x="3896087" y="51783"/>
                </a:lnTo>
                <a:lnTo>
                  <a:pt x="3906018" y="42594"/>
                </a:lnTo>
                <a:lnTo>
                  <a:pt x="3915949" y="33919"/>
                </a:lnTo>
                <a:lnTo>
                  <a:pt x="3925881" y="29670"/>
                </a:lnTo>
                <a:lnTo>
                  <a:pt x="3935812" y="31611"/>
                </a:lnTo>
                <a:lnTo>
                  <a:pt x="3945743" y="38576"/>
                </a:lnTo>
                <a:lnTo>
                  <a:pt x="3955675" y="46731"/>
                </a:lnTo>
                <a:lnTo>
                  <a:pt x="3965606" y="51815"/>
                </a:lnTo>
                <a:lnTo>
                  <a:pt x="3975537" y="52960"/>
                </a:lnTo>
                <a:lnTo>
                  <a:pt x="3985469" y="52844"/>
                </a:lnTo>
                <a:lnTo>
                  <a:pt x="3995400" y="52803"/>
                </a:lnTo>
                <a:lnTo>
                  <a:pt x="4005331" y="50639"/>
                </a:lnTo>
                <a:lnTo>
                  <a:pt x="4015263" y="44925"/>
                </a:lnTo>
                <a:lnTo>
                  <a:pt x="4025194" y="38244"/>
                </a:lnTo>
                <a:lnTo>
                  <a:pt x="4035126" y="34138"/>
                </a:lnTo>
                <a:lnTo>
                  <a:pt x="4045057" y="33578"/>
                </a:lnTo>
                <a:lnTo>
                  <a:pt x="4054988" y="35948"/>
                </a:lnTo>
                <a:lnTo>
                  <a:pt x="4064920" y="41055"/>
                </a:lnTo>
                <a:lnTo>
                  <a:pt x="4074851" y="48312"/>
                </a:lnTo>
                <a:lnTo>
                  <a:pt x="4084782" y="54915"/>
                </a:lnTo>
                <a:lnTo>
                  <a:pt x="4094714" y="56451"/>
                </a:lnTo>
                <a:lnTo>
                  <a:pt x="4104645" y="50652"/>
                </a:lnTo>
                <a:lnTo>
                  <a:pt x="4114576" y="40877"/>
                </a:lnTo>
                <a:lnTo>
                  <a:pt x="4124508" y="34073"/>
                </a:lnTo>
                <a:lnTo>
                  <a:pt x="4134439" y="34100"/>
                </a:lnTo>
                <a:lnTo>
                  <a:pt x="4144370" y="38925"/>
                </a:lnTo>
                <a:lnTo>
                  <a:pt x="4154302" y="45078"/>
                </a:lnTo>
                <a:lnTo>
                  <a:pt x="4164233" y="51324"/>
                </a:lnTo>
                <a:lnTo>
                  <a:pt x="4174164" y="56057"/>
                </a:lnTo>
                <a:lnTo>
                  <a:pt x="4184096" y="55259"/>
                </a:lnTo>
                <a:lnTo>
                  <a:pt x="4194027" y="47069"/>
                </a:lnTo>
                <a:lnTo>
                  <a:pt x="4203958" y="36415"/>
                </a:lnTo>
                <a:lnTo>
                  <a:pt x="4213890" y="31379"/>
                </a:lnTo>
                <a:lnTo>
                  <a:pt x="4223821" y="35195"/>
                </a:lnTo>
                <a:lnTo>
                  <a:pt x="4233753" y="43938"/>
                </a:lnTo>
                <a:lnTo>
                  <a:pt x="4243684" y="51660"/>
                </a:lnTo>
                <a:lnTo>
                  <a:pt x="4253615" y="55300"/>
                </a:lnTo>
                <a:lnTo>
                  <a:pt x="4263547" y="54240"/>
                </a:lnTo>
                <a:lnTo>
                  <a:pt x="4273478" y="48482"/>
                </a:lnTo>
                <a:lnTo>
                  <a:pt x="4283409" y="39979"/>
                </a:lnTo>
                <a:lnTo>
                  <a:pt x="4293341" y="33699"/>
                </a:lnTo>
                <a:lnTo>
                  <a:pt x="4303272" y="34053"/>
                </a:lnTo>
                <a:lnTo>
                  <a:pt x="4313203" y="40772"/>
                </a:lnTo>
                <a:lnTo>
                  <a:pt x="4323135" y="49550"/>
                </a:lnTo>
                <a:lnTo>
                  <a:pt x="4333066" y="54834"/>
                </a:lnTo>
                <a:lnTo>
                  <a:pt x="4342997" y="51951"/>
                </a:lnTo>
                <a:lnTo>
                  <a:pt x="4352929" y="41163"/>
                </a:lnTo>
                <a:lnTo>
                  <a:pt x="4362860" y="30642"/>
                </a:lnTo>
                <a:lnTo>
                  <a:pt x="4372791" y="29926"/>
                </a:lnTo>
                <a:lnTo>
                  <a:pt x="4382723" y="39278"/>
                </a:lnTo>
                <a:lnTo>
                  <a:pt x="4392654" y="50766"/>
                </a:lnTo>
                <a:lnTo>
                  <a:pt x="4402585" y="58790"/>
                </a:lnTo>
                <a:lnTo>
                  <a:pt x="4412517" y="62238"/>
                </a:lnTo>
                <a:lnTo>
                  <a:pt x="4422448" y="58503"/>
                </a:lnTo>
                <a:lnTo>
                  <a:pt x="4432380" y="45632"/>
                </a:lnTo>
                <a:lnTo>
                  <a:pt x="4442311" y="30105"/>
                </a:lnTo>
                <a:lnTo>
                  <a:pt x="4452242" y="22860"/>
                </a:lnTo>
                <a:lnTo>
                  <a:pt x="4462174" y="27060"/>
                </a:lnTo>
                <a:lnTo>
                  <a:pt x="4472105" y="36856"/>
                </a:lnTo>
                <a:lnTo>
                  <a:pt x="4482036" y="46407"/>
                </a:lnTo>
                <a:lnTo>
                  <a:pt x="4491968" y="53102"/>
                </a:lnTo>
                <a:lnTo>
                  <a:pt x="4501899" y="54785"/>
                </a:lnTo>
                <a:lnTo>
                  <a:pt x="4511830" y="51271"/>
                </a:lnTo>
                <a:lnTo>
                  <a:pt x="4521762" y="46867"/>
                </a:lnTo>
                <a:lnTo>
                  <a:pt x="4531693" y="45953"/>
                </a:lnTo>
                <a:lnTo>
                  <a:pt x="4541624" y="47869"/>
                </a:lnTo>
                <a:lnTo>
                  <a:pt x="4551556" y="49247"/>
                </a:lnTo>
                <a:lnTo>
                  <a:pt x="4561487" y="48374"/>
                </a:lnTo>
                <a:lnTo>
                  <a:pt x="4571418" y="44909"/>
                </a:lnTo>
                <a:lnTo>
                  <a:pt x="4581350" y="38908"/>
                </a:lnTo>
                <a:lnTo>
                  <a:pt x="4591281" y="32640"/>
                </a:lnTo>
                <a:lnTo>
                  <a:pt x="4601212" y="30724"/>
                </a:lnTo>
                <a:lnTo>
                  <a:pt x="4611144" y="36000"/>
                </a:lnTo>
                <a:lnTo>
                  <a:pt x="4621075" y="45931"/>
                </a:lnTo>
                <a:lnTo>
                  <a:pt x="4631007" y="54187"/>
                </a:lnTo>
                <a:lnTo>
                  <a:pt x="4640938" y="56058"/>
                </a:lnTo>
                <a:lnTo>
                  <a:pt x="4650869" y="52188"/>
                </a:lnTo>
                <a:lnTo>
                  <a:pt x="4660801" y="46471"/>
                </a:lnTo>
                <a:lnTo>
                  <a:pt x="4670732" y="41127"/>
                </a:lnTo>
                <a:lnTo>
                  <a:pt x="4680663" y="36091"/>
                </a:lnTo>
                <a:lnTo>
                  <a:pt x="4690595" y="32651"/>
                </a:lnTo>
                <a:lnTo>
                  <a:pt x="4700526" y="33639"/>
                </a:lnTo>
                <a:lnTo>
                  <a:pt x="4710457" y="39095"/>
                </a:lnTo>
                <a:lnTo>
                  <a:pt x="4720389" y="45362"/>
                </a:lnTo>
                <a:lnTo>
                  <a:pt x="4730320" y="49505"/>
                </a:lnTo>
                <a:lnTo>
                  <a:pt x="4740251" y="51678"/>
                </a:lnTo>
                <a:lnTo>
                  <a:pt x="4750183" y="52753"/>
                </a:lnTo>
                <a:lnTo>
                  <a:pt x="4760114" y="52505"/>
                </a:lnTo>
                <a:lnTo>
                  <a:pt x="4770045" y="50494"/>
                </a:lnTo>
                <a:lnTo>
                  <a:pt x="4779977" y="46901"/>
                </a:lnTo>
                <a:lnTo>
                  <a:pt x="4789908" y="42666"/>
                </a:lnTo>
                <a:lnTo>
                  <a:pt x="4799839" y="39362"/>
                </a:lnTo>
                <a:lnTo>
                  <a:pt x="4809771" y="37813"/>
                </a:lnTo>
                <a:lnTo>
                  <a:pt x="4819702" y="37229"/>
                </a:lnTo>
                <a:lnTo>
                  <a:pt x="4829634" y="37456"/>
                </a:lnTo>
                <a:lnTo>
                  <a:pt x="4839565" y="40306"/>
                </a:lnTo>
                <a:lnTo>
                  <a:pt x="4849496" y="45825"/>
                </a:lnTo>
                <a:lnTo>
                  <a:pt x="4859428" y="49762"/>
                </a:lnTo>
                <a:lnTo>
                  <a:pt x="4869359" y="48622"/>
                </a:lnTo>
                <a:lnTo>
                  <a:pt x="4879290" y="44804"/>
                </a:lnTo>
                <a:lnTo>
                  <a:pt x="4889222" y="43007"/>
                </a:lnTo>
                <a:lnTo>
                  <a:pt x="4899153" y="44041"/>
                </a:lnTo>
                <a:lnTo>
                  <a:pt x="4909084" y="45473"/>
                </a:lnTo>
                <a:lnTo>
                  <a:pt x="4919016" y="45751"/>
                </a:lnTo>
                <a:lnTo>
                  <a:pt x="4928947" y="44928"/>
                </a:lnTo>
                <a:lnTo>
                  <a:pt x="4938878" y="43547"/>
                </a:lnTo>
                <a:lnTo>
                  <a:pt x="4948810" y="42378"/>
                </a:lnTo>
                <a:lnTo>
                  <a:pt x="4958741" y="41694"/>
                </a:lnTo>
                <a:lnTo>
                  <a:pt x="4968672" y="41122"/>
                </a:lnTo>
                <a:lnTo>
                  <a:pt x="4978604" y="41605"/>
                </a:lnTo>
                <a:lnTo>
                  <a:pt x="4988535" y="44983"/>
                </a:lnTo>
                <a:lnTo>
                  <a:pt x="4998466" y="49850"/>
                </a:lnTo>
                <a:lnTo>
                  <a:pt x="5008398" y="51707"/>
                </a:lnTo>
                <a:lnTo>
                  <a:pt x="5018329" y="49102"/>
                </a:lnTo>
                <a:lnTo>
                  <a:pt x="5028261" y="44935"/>
                </a:lnTo>
                <a:lnTo>
                  <a:pt x="5038192" y="40633"/>
                </a:lnTo>
                <a:lnTo>
                  <a:pt x="5048123" y="35184"/>
                </a:lnTo>
                <a:lnTo>
                  <a:pt x="5058055" y="30709"/>
                </a:lnTo>
                <a:lnTo>
                  <a:pt x="5067986" y="31870"/>
                </a:lnTo>
                <a:lnTo>
                  <a:pt x="5077917" y="38865"/>
                </a:lnTo>
                <a:lnTo>
                  <a:pt x="5087849" y="47313"/>
                </a:lnTo>
                <a:lnTo>
                  <a:pt x="5097780" y="54393"/>
                </a:lnTo>
              </a:path>
            </a:pathLst>
          </a:custGeom>
          <a:solidFill>
            <a:srgbClr val="FFFFFF">
              <a:alpha val="0"/>
            </a:srgbClr>
          </a:solidFill>
          <a:ln w="10922" cap="rnd">
            <a:solidFill>
              <a:srgbClr val="BA4A00"/>
            </a:solidFill>
            <a:prstDash val="solid"/>
          </a:ln>
        </p:spPr>
      </p:sp>
      <p:sp>
        <p:nvSpPr>
          <p:cNvPr id="48" name="Text 46"/>
          <p:cNvSpPr/>
          <p:nvPr/>
        </p:nvSpPr>
        <p:spPr>
          <a:xfrm>
            <a:off x="484632" y="4233672"/>
            <a:ext cx="347472" cy="192024"/>
          </a:xfrm>
          <a:prstGeom prst="rect">
            <a:avLst/>
          </a:prstGeom>
          <a:noFill/>
          <a:ln/>
        </p:spPr>
        <p:txBody>
          <a:bodyPr wrap="square" lIns="0" tIns="0" rIns="0" bIns="0" rtlCol="0" anchor="t"/>
          <a:lstStyle/>
          <a:p>
            <a:pPr algn="r" indent="0" marL="0">
              <a:lnSpc>
                <a:spcPct val="100000"/>
              </a:lnSpc>
              <a:buNone/>
            </a:pPr>
            <a:r>
              <a:rPr lang="ko-KR" altLang="en-US" sz="850" dirty="0">
                <a:solidFill>
                  <a:srgbClr val="647986"/>
                </a:solidFill>
                <a:latin typeface="Pretendard" pitchFamily="34" charset="0"/>
                <a:ea typeface="Pretendard" pitchFamily="34" charset="-122"/>
                <a:cs typeface="Pretendard" pitchFamily="34" charset="-120"/>
              </a:rPr>
              <a:t>0.0</a:t>
            </a:r>
            <a:endParaRPr lang="ko-KR" sz="850" dirty="0"/>
          </a:p>
        </p:txBody>
      </p:sp>
      <p:sp>
        <p:nvSpPr>
          <p:cNvPr id="49" name="Text 47"/>
          <p:cNvSpPr/>
          <p:nvPr/>
        </p:nvSpPr>
        <p:spPr>
          <a:xfrm>
            <a:off x="5065776" y="4242816"/>
            <a:ext cx="841248" cy="164592"/>
          </a:xfrm>
          <a:prstGeom prst="rect">
            <a:avLst/>
          </a:prstGeom>
          <a:noFill/>
          <a:ln/>
        </p:spPr>
        <p:txBody>
          <a:bodyPr wrap="square" lIns="0" tIns="0" rIns="0" bIns="0" rtlCol="0" anchor="t"/>
          <a:lstStyle/>
          <a:p>
            <a:pPr algn="r" indent="0" marL="0">
              <a:lnSpc>
                <a:spcPct val="100000"/>
              </a:lnSpc>
              <a:buNone/>
            </a:pPr>
            <a:r>
              <a:rPr lang="ko-KR" altLang="en-US" sz="870" dirty="0">
                <a:solidFill>
                  <a:srgbClr val="BA4A00"/>
                </a:solidFill>
                <a:latin typeface="Pretendard" pitchFamily="34" charset="0"/>
                <a:ea typeface="Pretendard" pitchFamily="34" charset="-122"/>
                <a:cs typeface="Pretendard" pitchFamily="34" charset="-120"/>
              </a:rPr>
              <a:t>남은 오차</a:t>
            </a:r>
            <a:endParaRPr lang="ko-KR" sz="870" dirty="0"/>
          </a:p>
        </p:txBody>
      </p:sp>
      <p:sp>
        <p:nvSpPr>
          <p:cNvPr id="50" name="Text 48"/>
          <p:cNvSpPr/>
          <p:nvPr/>
        </p:nvSpPr>
        <p:spPr>
          <a:xfrm>
            <a:off x="6428232" y="3429000"/>
            <a:ext cx="5074920" cy="269875"/>
          </a:xfrm>
          <a:prstGeom prst="rect">
            <a:avLst/>
          </a:prstGeom>
          <a:noFill/>
          <a:ln/>
        </p:spPr>
        <p:txBody>
          <a:bodyPr wrap="square" lIns="0" tIns="0" rIns="0" bIns="0" rtlCol="0" anchor="t"/>
          <a:lstStyle/>
          <a:p>
            <a:pPr algn="l" indent="0" marL="0">
              <a:lnSpc>
                <a:spcPct val="100000"/>
              </a:lnSpc>
              <a:buNone/>
            </a:pPr>
            <a:r>
              <a:rPr lang="ko-KR" altLang="en-US" sz="1700" b="1" dirty="0">
                <a:solidFill>
                  <a:srgbClr val="17313B"/>
                </a:solidFill>
                <a:latin typeface="Pretendard" pitchFamily="34" charset="0"/>
                <a:ea typeface="Pretendard" pitchFamily="34" charset="-122"/>
                <a:cs typeface="Pretendard" pitchFamily="34" charset="-120"/>
              </a:rPr>
              <a:t>FPV COMBO · 허수부 Q</a:t>
            </a:r>
            <a:endParaRPr lang="ko-KR" sz="1700" dirty="0"/>
          </a:p>
        </p:txBody>
      </p:sp>
      <p:sp>
        <p:nvSpPr>
          <p:cNvPr id="51" name="Shape 49"/>
          <p:cNvSpPr/>
          <p:nvPr/>
        </p:nvSpPr>
        <p:spPr>
          <a:xfrm>
            <a:off x="6428232" y="3749040"/>
            <a:ext cx="5074920" cy="365760"/>
          </a:xfrm>
          <a:prstGeom prst="rect">
            <a:avLst>
              <a:gd name="adj" fmla="val 25000"/>
            </a:avLst>
          </a:prstGeom>
          <a:solidFill>
            <a:srgbClr val="FFFFFF"/>
          </a:solidFill>
          <a:ln w="12700">
            <a:solidFill>
              <a:srgbClr val="DAE3E7"/>
            </a:solidFill>
            <a:prstDash val="solid"/>
          </a:ln>
        </p:spPr>
      </p:sp>
      <p:sp>
        <p:nvSpPr>
          <p:cNvPr id="52" name="Shape 50"/>
          <p:cNvSpPr/>
          <p:nvPr/>
        </p:nvSpPr>
        <p:spPr>
          <a:xfrm>
            <a:off x="6428232" y="3931920"/>
            <a:ext cx="5074920" cy="0"/>
          </a:xfrm>
          <a:prstGeom prst="line">
            <a:avLst/>
          </a:prstGeom>
          <a:noFill/>
          <a:ln w="8255">
            <a:solidFill>
              <a:srgbClr val="DAE3E7"/>
            </a:solidFill>
            <a:prstDash val="solid"/>
          </a:ln>
        </p:spPr>
      </p:sp>
      <p:sp>
        <p:nvSpPr>
          <p:cNvPr id="53" name="wave_9"/>
          <p:cNvSpPr/>
          <p:nvPr/>
        </p:nvSpPr>
        <p:spPr>
          <a:xfrm>
            <a:off x="6405372" y="3739727"/>
            <a:ext cx="5120640" cy="351729"/>
          </a:xfrm>
          <a:custGeom>
            <a:avLst/>
            <a:gdLst/>
            <a:ahLst/>
            <a:cxnLst/>
            <a:rect l="l" t="t" r="r" b="b"/>
            <a:pathLst>
              <a:path w="5120640" h="351729" fill="none" stroke="1" extrusionOk="0">
                <a:moveTo>
                  <a:pt x="22860" y="73109"/>
                </a:moveTo>
                <a:lnTo>
                  <a:pt x="32791" y="114648"/>
                </a:lnTo>
                <a:lnTo>
                  <a:pt x="42723" y="172312"/>
                </a:lnTo>
                <a:lnTo>
                  <a:pt x="52654" y="232440"/>
                </a:lnTo>
                <a:lnTo>
                  <a:pt x="62585" y="281981"/>
                </a:lnTo>
                <a:lnTo>
                  <a:pt x="72517" y="303740"/>
                </a:lnTo>
                <a:lnTo>
                  <a:pt x="82448" y="290135"/>
                </a:lnTo>
                <a:lnTo>
                  <a:pt x="92379" y="252486"/>
                </a:lnTo>
                <a:lnTo>
                  <a:pt x="102311" y="206373"/>
                </a:lnTo>
                <a:lnTo>
                  <a:pt x="112242" y="159540"/>
                </a:lnTo>
                <a:lnTo>
                  <a:pt x="122174" y="121372"/>
                </a:lnTo>
                <a:lnTo>
                  <a:pt x="132105" y="108292"/>
                </a:lnTo>
                <a:lnTo>
                  <a:pt x="142036" y="129009"/>
                </a:lnTo>
                <a:lnTo>
                  <a:pt x="151968" y="173948"/>
                </a:lnTo>
                <a:lnTo>
                  <a:pt x="161899" y="224024"/>
                </a:lnTo>
                <a:lnTo>
                  <a:pt x="171830" y="261577"/>
                </a:lnTo>
                <a:lnTo>
                  <a:pt x="181762" y="272967"/>
                </a:lnTo>
                <a:lnTo>
                  <a:pt x="191693" y="251757"/>
                </a:lnTo>
                <a:lnTo>
                  <a:pt x="201624" y="204033"/>
                </a:lnTo>
                <a:lnTo>
                  <a:pt x="211556" y="147800"/>
                </a:lnTo>
                <a:lnTo>
                  <a:pt x="221487" y="105536"/>
                </a:lnTo>
                <a:lnTo>
                  <a:pt x="231418" y="93780"/>
                </a:lnTo>
                <a:lnTo>
                  <a:pt x="241350" y="114663"/>
                </a:lnTo>
                <a:lnTo>
                  <a:pt x="251281" y="157656"/>
                </a:lnTo>
                <a:lnTo>
                  <a:pt x="261212" y="209908"/>
                </a:lnTo>
                <a:lnTo>
                  <a:pt x="271144" y="260028"/>
                </a:lnTo>
                <a:lnTo>
                  <a:pt x="281075" y="293816"/>
                </a:lnTo>
                <a:lnTo>
                  <a:pt x="291006" y="298266"/>
                </a:lnTo>
                <a:lnTo>
                  <a:pt x="300938" y="272746"/>
                </a:lnTo>
                <a:lnTo>
                  <a:pt x="310869" y="228513"/>
                </a:lnTo>
                <a:lnTo>
                  <a:pt x="320801" y="178827"/>
                </a:lnTo>
                <a:lnTo>
                  <a:pt x="330732" y="136797"/>
                </a:lnTo>
                <a:lnTo>
                  <a:pt x="340663" y="115782"/>
                </a:lnTo>
                <a:lnTo>
                  <a:pt x="350595" y="120596"/>
                </a:lnTo>
                <a:lnTo>
                  <a:pt x="360526" y="142664"/>
                </a:lnTo>
                <a:lnTo>
                  <a:pt x="370457" y="169865"/>
                </a:lnTo>
                <a:lnTo>
                  <a:pt x="380389" y="194336"/>
                </a:lnTo>
                <a:lnTo>
                  <a:pt x="390320" y="209821"/>
                </a:lnTo>
                <a:lnTo>
                  <a:pt x="400251" y="213753"/>
                </a:lnTo>
                <a:lnTo>
                  <a:pt x="410183" y="213079"/>
                </a:lnTo>
                <a:lnTo>
                  <a:pt x="420114" y="216280"/>
                </a:lnTo>
                <a:lnTo>
                  <a:pt x="430045" y="221219"/>
                </a:lnTo>
                <a:lnTo>
                  <a:pt x="439977" y="220681"/>
                </a:lnTo>
                <a:lnTo>
                  <a:pt x="449908" y="213529"/>
                </a:lnTo>
                <a:lnTo>
                  <a:pt x="459839" y="200845"/>
                </a:lnTo>
                <a:lnTo>
                  <a:pt x="469771" y="180639"/>
                </a:lnTo>
                <a:lnTo>
                  <a:pt x="479702" y="155841"/>
                </a:lnTo>
                <a:lnTo>
                  <a:pt x="489633" y="138429"/>
                </a:lnTo>
                <a:lnTo>
                  <a:pt x="499565" y="139306"/>
                </a:lnTo>
                <a:lnTo>
                  <a:pt x="509496" y="161071"/>
                </a:lnTo>
                <a:lnTo>
                  <a:pt x="519428" y="199197"/>
                </a:lnTo>
                <a:lnTo>
                  <a:pt x="529359" y="240654"/>
                </a:lnTo>
                <a:lnTo>
                  <a:pt x="539290" y="266652"/>
                </a:lnTo>
                <a:lnTo>
                  <a:pt x="549222" y="267131"/>
                </a:lnTo>
                <a:lnTo>
                  <a:pt x="559153" y="246592"/>
                </a:lnTo>
                <a:lnTo>
                  <a:pt x="569084" y="211730"/>
                </a:lnTo>
                <a:lnTo>
                  <a:pt x="579016" y="167563"/>
                </a:lnTo>
                <a:lnTo>
                  <a:pt x="588947" y="129231"/>
                </a:lnTo>
                <a:lnTo>
                  <a:pt x="598878" y="117483"/>
                </a:lnTo>
                <a:lnTo>
                  <a:pt x="608810" y="135231"/>
                </a:lnTo>
                <a:lnTo>
                  <a:pt x="618741" y="164901"/>
                </a:lnTo>
                <a:lnTo>
                  <a:pt x="628672" y="191391"/>
                </a:lnTo>
                <a:lnTo>
                  <a:pt x="638604" y="210821"/>
                </a:lnTo>
                <a:lnTo>
                  <a:pt x="648535" y="218319"/>
                </a:lnTo>
                <a:lnTo>
                  <a:pt x="658466" y="208096"/>
                </a:lnTo>
                <a:lnTo>
                  <a:pt x="668398" y="188235"/>
                </a:lnTo>
                <a:lnTo>
                  <a:pt x="678329" y="178978"/>
                </a:lnTo>
                <a:lnTo>
                  <a:pt x="688260" y="191983"/>
                </a:lnTo>
                <a:lnTo>
                  <a:pt x="698192" y="219767"/>
                </a:lnTo>
                <a:lnTo>
                  <a:pt x="708123" y="245695"/>
                </a:lnTo>
                <a:lnTo>
                  <a:pt x="718055" y="257370"/>
                </a:lnTo>
                <a:lnTo>
                  <a:pt x="727986" y="250317"/>
                </a:lnTo>
                <a:lnTo>
                  <a:pt x="737917" y="225630"/>
                </a:lnTo>
                <a:lnTo>
                  <a:pt x="747849" y="189571"/>
                </a:lnTo>
                <a:lnTo>
                  <a:pt x="757780" y="154484"/>
                </a:lnTo>
                <a:lnTo>
                  <a:pt x="767711" y="132935"/>
                </a:lnTo>
                <a:lnTo>
                  <a:pt x="777643" y="126593"/>
                </a:lnTo>
                <a:lnTo>
                  <a:pt x="787574" y="125929"/>
                </a:lnTo>
                <a:lnTo>
                  <a:pt x="797505" y="124602"/>
                </a:lnTo>
                <a:lnTo>
                  <a:pt x="807437" y="128163"/>
                </a:lnTo>
                <a:lnTo>
                  <a:pt x="817368" y="145813"/>
                </a:lnTo>
                <a:lnTo>
                  <a:pt x="827299" y="180664"/>
                </a:lnTo>
                <a:lnTo>
                  <a:pt x="837231" y="228737"/>
                </a:lnTo>
                <a:lnTo>
                  <a:pt x="847162" y="278293"/>
                </a:lnTo>
                <a:lnTo>
                  <a:pt x="857093" y="309974"/>
                </a:lnTo>
                <a:lnTo>
                  <a:pt x="867025" y="307123"/>
                </a:lnTo>
                <a:lnTo>
                  <a:pt x="876956" y="267795"/>
                </a:lnTo>
                <a:lnTo>
                  <a:pt x="886887" y="205195"/>
                </a:lnTo>
                <a:lnTo>
                  <a:pt x="896819" y="142999"/>
                </a:lnTo>
                <a:lnTo>
                  <a:pt x="906750" y="109663"/>
                </a:lnTo>
                <a:lnTo>
                  <a:pt x="916682" y="121248"/>
                </a:lnTo>
                <a:lnTo>
                  <a:pt x="926613" y="163784"/>
                </a:lnTo>
                <a:lnTo>
                  <a:pt x="936544" y="204612"/>
                </a:lnTo>
                <a:lnTo>
                  <a:pt x="946476" y="222815"/>
                </a:lnTo>
                <a:lnTo>
                  <a:pt x="956407" y="217613"/>
                </a:lnTo>
                <a:lnTo>
                  <a:pt x="966338" y="194399"/>
                </a:lnTo>
                <a:lnTo>
                  <a:pt x="976270" y="162213"/>
                </a:lnTo>
                <a:lnTo>
                  <a:pt x="986201" y="139955"/>
                </a:lnTo>
                <a:lnTo>
                  <a:pt x="996132" y="143722"/>
                </a:lnTo>
                <a:lnTo>
                  <a:pt x="1006064" y="167569"/>
                </a:lnTo>
                <a:lnTo>
                  <a:pt x="1015995" y="190098"/>
                </a:lnTo>
                <a:lnTo>
                  <a:pt x="1025926" y="198076"/>
                </a:lnTo>
                <a:lnTo>
                  <a:pt x="1035858" y="195725"/>
                </a:lnTo>
                <a:lnTo>
                  <a:pt x="1045789" y="196661"/>
                </a:lnTo>
                <a:lnTo>
                  <a:pt x="1055720" y="212739"/>
                </a:lnTo>
                <a:lnTo>
                  <a:pt x="1065652" y="244251"/>
                </a:lnTo>
                <a:lnTo>
                  <a:pt x="1075583" y="276090"/>
                </a:lnTo>
                <a:lnTo>
                  <a:pt x="1085514" y="287001"/>
                </a:lnTo>
                <a:lnTo>
                  <a:pt x="1095446" y="264364"/>
                </a:lnTo>
                <a:lnTo>
                  <a:pt x="1105377" y="211655"/>
                </a:lnTo>
                <a:lnTo>
                  <a:pt x="1115309" y="148415"/>
                </a:lnTo>
                <a:lnTo>
                  <a:pt x="1125240" y="103252"/>
                </a:lnTo>
                <a:lnTo>
                  <a:pt x="1135171" y="96244"/>
                </a:lnTo>
                <a:lnTo>
                  <a:pt x="1145103" y="122998"/>
                </a:lnTo>
                <a:lnTo>
                  <a:pt x="1155034" y="159836"/>
                </a:lnTo>
                <a:lnTo>
                  <a:pt x="1164965" y="183788"/>
                </a:lnTo>
                <a:lnTo>
                  <a:pt x="1174897" y="185587"/>
                </a:lnTo>
                <a:lnTo>
                  <a:pt x="1184828" y="171946"/>
                </a:lnTo>
                <a:lnTo>
                  <a:pt x="1194759" y="162700"/>
                </a:lnTo>
                <a:lnTo>
                  <a:pt x="1204691" y="178328"/>
                </a:lnTo>
                <a:lnTo>
                  <a:pt x="1214622" y="221883"/>
                </a:lnTo>
                <a:lnTo>
                  <a:pt x="1224553" y="275056"/>
                </a:lnTo>
                <a:lnTo>
                  <a:pt x="1234485" y="312109"/>
                </a:lnTo>
                <a:lnTo>
                  <a:pt x="1244416" y="313861"/>
                </a:lnTo>
                <a:lnTo>
                  <a:pt x="1254347" y="274923"/>
                </a:lnTo>
                <a:lnTo>
                  <a:pt x="1264279" y="209389"/>
                </a:lnTo>
                <a:lnTo>
                  <a:pt x="1274210" y="147599"/>
                </a:lnTo>
                <a:lnTo>
                  <a:pt x="1284141" y="116397"/>
                </a:lnTo>
                <a:lnTo>
                  <a:pt x="1294073" y="119385"/>
                </a:lnTo>
                <a:lnTo>
                  <a:pt x="1304004" y="137793"/>
                </a:lnTo>
                <a:lnTo>
                  <a:pt x="1313936" y="148922"/>
                </a:lnTo>
                <a:lnTo>
                  <a:pt x="1323867" y="144844"/>
                </a:lnTo>
                <a:lnTo>
                  <a:pt x="1333798" y="137398"/>
                </a:lnTo>
                <a:lnTo>
                  <a:pt x="1343730" y="144836"/>
                </a:lnTo>
                <a:lnTo>
                  <a:pt x="1353661" y="173581"/>
                </a:lnTo>
                <a:lnTo>
                  <a:pt x="1363592" y="216458"/>
                </a:lnTo>
                <a:lnTo>
                  <a:pt x="1373524" y="263298"/>
                </a:lnTo>
                <a:lnTo>
                  <a:pt x="1383455" y="301467"/>
                </a:lnTo>
                <a:lnTo>
                  <a:pt x="1393386" y="311550"/>
                </a:lnTo>
                <a:lnTo>
                  <a:pt x="1403318" y="281559"/>
                </a:lnTo>
                <a:lnTo>
                  <a:pt x="1413249" y="225870"/>
                </a:lnTo>
                <a:lnTo>
                  <a:pt x="1423180" y="174495"/>
                </a:lnTo>
                <a:lnTo>
                  <a:pt x="1433112" y="144216"/>
                </a:lnTo>
                <a:lnTo>
                  <a:pt x="1443043" y="132242"/>
                </a:lnTo>
                <a:lnTo>
                  <a:pt x="1452974" y="131734"/>
                </a:lnTo>
                <a:lnTo>
                  <a:pt x="1462906" y="138605"/>
                </a:lnTo>
                <a:lnTo>
                  <a:pt x="1472837" y="148568"/>
                </a:lnTo>
                <a:lnTo>
                  <a:pt x="1482768" y="160883"/>
                </a:lnTo>
                <a:lnTo>
                  <a:pt x="1492700" y="180931"/>
                </a:lnTo>
                <a:lnTo>
                  <a:pt x="1502631" y="210554"/>
                </a:lnTo>
                <a:lnTo>
                  <a:pt x="1512563" y="240687"/>
                </a:lnTo>
                <a:lnTo>
                  <a:pt x="1522494" y="257650"/>
                </a:lnTo>
                <a:lnTo>
                  <a:pt x="1532425" y="251706"/>
                </a:lnTo>
                <a:lnTo>
                  <a:pt x="1542357" y="221634"/>
                </a:lnTo>
                <a:lnTo>
                  <a:pt x="1552288" y="180103"/>
                </a:lnTo>
                <a:lnTo>
                  <a:pt x="1562219" y="151393"/>
                </a:lnTo>
                <a:lnTo>
                  <a:pt x="1572151" y="152880"/>
                </a:lnTo>
                <a:lnTo>
                  <a:pt x="1582082" y="179341"/>
                </a:lnTo>
                <a:lnTo>
                  <a:pt x="1592013" y="210077"/>
                </a:lnTo>
                <a:lnTo>
                  <a:pt x="1601945" y="225868"/>
                </a:lnTo>
                <a:lnTo>
                  <a:pt x="1611876" y="216436"/>
                </a:lnTo>
                <a:lnTo>
                  <a:pt x="1621807" y="183284"/>
                </a:lnTo>
                <a:lnTo>
                  <a:pt x="1631739" y="143269"/>
                </a:lnTo>
                <a:lnTo>
                  <a:pt x="1641670" y="121080"/>
                </a:lnTo>
                <a:lnTo>
                  <a:pt x="1651601" y="130448"/>
                </a:lnTo>
                <a:lnTo>
                  <a:pt x="1661533" y="165408"/>
                </a:lnTo>
                <a:lnTo>
                  <a:pt x="1671464" y="209899"/>
                </a:lnTo>
                <a:lnTo>
                  <a:pt x="1681395" y="249352"/>
                </a:lnTo>
                <a:lnTo>
                  <a:pt x="1691327" y="273461"/>
                </a:lnTo>
                <a:lnTo>
                  <a:pt x="1701258" y="276723"/>
                </a:lnTo>
                <a:lnTo>
                  <a:pt x="1711190" y="260749"/>
                </a:lnTo>
                <a:lnTo>
                  <a:pt x="1721121" y="232915"/>
                </a:lnTo>
                <a:lnTo>
                  <a:pt x="1731052" y="200147"/>
                </a:lnTo>
                <a:lnTo>
                  <a:pt x="1740984" y="164820"/>
                </a:lnTo>
                <a:lnTo>
                  <a:pt x="1750915" y="127961"/>
                </a:lnTo>
                <a:lnTo>
                  <a:pt x="1760846" y="96274"/>
                </a:lnTo>
                <a:lnTo>
                  <a:pt x="1770778" y="83721"/>
                </a:lnTo>
                <a:lnTo>
                  <a:pt x="1780709" y="102672"/>
                </a:lnTo>
                <a:lnTo>
                  <a:pt x="1790640" y="151835"/>
                </a:lnTo>
                <a:lnTo>
                  <a:pt x="1800572" y="213331"/>
                </a:lnTo>
                <a:lnTo>
                  <a:pt x="1810503" y="262288"/>
                </a:lnTo>
                <a:lnTo>
                  <a:pt x="1820434" y="281374"/>
                </a:lnTo>
                <a:lnTo>
                  <a:pt x="1830366" y="270059"/>
                </a:lnTo>
                <a:lnTo>
                  <a:pt x="1840297" y="242334"/>
                </a:lnTo>
                <a:lnTo>
                  <a:pt x="1850228" y="215334"/>
                </a:lnTo>
                <a:lnTo>
                  <a:pt x="1860160" y="199263"/>
                </a:lnTo>
                <a:lnTo>
                  <a:pt x="1870091" y="194611"/>
                </a:lnTo>
                <a:lnTo>
                  <a:pt x="1880023" y="192977"/>
                </a:lnTo>
                <a:lnTo>
                  <a:pt x="1889954" y="181376"/>
                </a:lnTo>
                <a:lnTo>
                  <a:pt x="1899885" y="154503"/>
                </a:lnTo>
                <a:lnTo>
                  <a:pt x="1909817" y="125414"/>
                </a:lnTo>
                <a:lnTo>
                  <a:pt x="1919748" y="117241"/>
                </a:lnTo>
                <a:lnTo>
                  <a:pt x="1929679" y="142302"/>
                </a:lnTo>
                <a:lnTo>
                  <a:pt x="1939611" y="192979"/>
                </a:lnTo>
                <a:lnTo>
                  <a:pt x="1949542" y="248256"/>
                </a:lnTo>
                <a:lnTo>
                  <a:pt x="1959473" y="281958"/>
                </a:lnTo>
                <a:lnTo>
                  <a:pt x="1969405" y="273128"/>
                </a:lnTo>
                <a:lnTo>
                  <a:pt x="1979336" y="222695"/>
                </a:lnTo>
                <a:lnTo>
                  <a:pt x="1989267" y="158410"/>
                </a:lnTo>
                <a:lnTo>
                  <a:pt x="1999199" y="115014"/>
                </a:lnTo>
                <a:lnTo>
                  <a:pt x="2009130" y="111142"/>
                </a:lnTo>
                <a:lnTo>
                  <a:pt x="2019061" y="144545"/>
                </a:lnTo>
                <a:lnTo>
                  <a:pt x="2028993" y="196620"/>
                </a:lnTo>
                <a:lnTo>
                  <a:pt x="2038924" y="238211"/>
                </a:lnTo>
                <a:lnTo>
                  <a:pt x="2048855" y="246432"/>
                </a:lnTo>
                <a:lnTo>
                  <a:pt x="2058787" y="224275"/>
                </a:lnTo>
                <a:lnTo>
                  <a:pt x="2068718" y="196706"/>
                </a:lnTo>
                <a:lnTo>
                  <a:pt x="2078650" y="186955"/>
                </a:lnTo>
                <a:lnTo>
                  <a:pt x="2088581" y="202182"/>
                </a:lnTo>
                <a:lnTo>
                  <a:pt x="2098512" y="233122"/>
                </a:lnTo>
                <a:lnTo>
                  <a:pt x="2108444" y="255271"/>
                </a:lnTo>
                <a:lnTo>
                  <a:pt x="2118375" y="240295"/>
                </a:lnTo>
                <a:lnTo>
                  <a:pt x="2128306" y="183164"/>
                </a:lnTo>
                <a:lnTo>
                  <a:pt x="2138238" y="114525"/>
                </a:lnTo>
                <a:lnTo>
                  <a:pt x="2148169" y="76202"/>
                </a:lnTo>
                <a:lnTo>
                  <a:pt x="2158100" y="88333"/>
                </a:lnTo>
                <a:lnTo>
                  <a:pt x="2168032" y="142257"/>
                </a:lnTo>
                <a:lnTo>
                  <a:pt x="2177963" y="211800"/>
                </a:lnTo>
                <a:lnTo>
                  <a:pt x="2187894" y="264236"/>
                </a:lnTo>
                <a:lnTo>
                  <a:pt x="2197826" y="273481"/>
                </a:lnTo>
                <a:lnTo>
                  <a:pt x="2207757" y="236988"/>
                </a:lnTo>
                <a:lnTo>
                  <a:pt x="2217688" y="180735"/>
                </a:lnTo>
                <a:lnTo>
                  <a:pt x="2227620" y="143297"/>
                </a:lnTo>
                <a:lnTo>
                  <a:pt x="2237551" y="150516"/>
                </a:lnTo>
                <a:lnTo>
                  <a:pt x="2247482" y="199176"/>
                </a:lnTo>
                <a:lnTo>
                  <a:pt x="2257414" y="260999"/>
                </a:lnTo>
                <a:lnTo>
                  <a:pt x="2267345" y="302543"/>
                </a:lnTo>
                <a:lnTo>
                  <a:pt x="2277277" y="302679"/>
                </a:lnTo>
                <a:lnTo>
                  <a:pt x="2287208" y="257544"/>
                </a:lnTo>
                <a:lnTo>
                  <a:pt x="2297139" y="180837"/>
                </a:lnTo>
                <a:lnTo>
                  <a:pt x="2307071" y="101732"/>
                </a:lnTo>
                <a:lnTo>
                  <a:pt x="2317002" y="51042"/>
                </a:lnTo>
                <a:lnTo>
                  <a:pt x="2326933" y="43570"/>
                </a:lnTo>
                <a:lnTo>
                  <a:pt x="2336865" y="77544"/>
                </a:lnTo>
                <a:lnTo>
                  <a:pt x="2346796" y="144677"/>
                </a:lnTo>
                <a:lnTo>
                  <a:pt x="2356727" y="228188"/>
                </a:lnTo>
                <a:lnTo>
                  <a:pt x="2366659" y="297908"/>
                </a:lnTo>
                <a:lnTo>
                  <a:pt x="2376590" y="325633"/>
                </a:lnTo>
                <a:lnTo>
                  <a:pt x="2386521" y="305574"/>
                </a:lnTo>
                <a:lnTo>
                  <a:pt x="2396453" y="251147"/>
                </a:lnTo>
                <a:lnTo>
                  <a:pt x="2406384" y="180349"/>
                </a:lnTo>
                <a:lnTo>
                  <a:pt x="2416315" y="115402"/>
                </a:lnTo>
                <a:lnTo>
                  <a:pt x="2426247" y="84437"/>
                </a:lnTo>
                <a:lnTo>
                  <a:pt x="2436178" y="105084"/>
                </a:lnTo>
                <a:lnTo>
                  <a:pt x="2446109" y="167478"/>
                </a:lnTo>
                <a:lnTo>
                  <a:pt x="2456041" y="240557"/>
                </a:lnTo>
                <a:lnTo>
                  <a:pt x="2465972" y="291402"/>
                </a:lnTo>
                <a:lnTo>
                  <a:pt x="2475904" y="298036"/>
                </a:lnTo>
                <a:lnTo>
                  <a:pt x="2485835" y="256360"/>
                </a:lnTo>
                <a:lnTo>
                  <a:pt x="2495766" y="184808"/>
                </a:lnTo>
                <a:lnTo>
                  <a:pt x="2505698" y="118657"/>
                </a:lnTo>
                <a:lnTo>
                  <a:pt x="2515629" y="91027"/>
                </a:lnTo>
                <a:lnTo>
                  <a:pt x="2525560" y="112307"/>
                </a:lnTo>
                <a:lnTo>
                  <a:pt x="2535492" y="163474"/>
                </a:lnTo>
                <a:lnTo>
                  <a:pt x="2545423" y="210228"/>
                </a:lnTo>
                <a:lnTo>
                  <a:pt x="2555354" y="227818"/>
                </a:lnTo>
                <a:lnTo>
                  <a:pt x="2565286" y="214613"/>
                </a:lnTo>
                <a:lnTo>
                  <a:pt x="2575217" y="185943"/>
                </a:lnTo>
                <a:lnTo>
                  <a:pt x="2585148" y="162345"/>
                </a:lnTo>
                <a:lnTo>
                  <a:pt x="2595080" y="162058"/>
                </a:lnTo>
                <a:lnTo>
                  <a:pt x="2605011" y="191592"/>
                </a:lnTo>
                <a:lnTo>
                  <a:pt x="2614942" y="236965"/>
                </a:lnTo>
                <a:lnTo>
                  <a:pt x="2624874" y="270888"/>
                </a:lnTo>
                <a:lnTo>
                  <a:pt x="2634805" y="273406"/>
                </a:lnTo>
                <a:lnTo>
                  <a:pt x="2644736" y="244399"/>
                </a:lnTo>
                <a:lnTo>
                  <a:pt x="2654668" y="199765"/>
                </a:lnTo>
                <a:lnTo>
                  <a:pt x="2664599" y="161070"/>
                </a:lnTo>
                <a:lnTo>
                  <a:pt x="2674531" y="144742"/>
                </a:lnTo>
                <a:lnTo>
                  <a:pt x="2684462" y="153079"/>
                </a:lnTo>
                <a:lnTo>
                  <a:pt x="2694393" y="173973"/>
                </a:lnTo>
                <a:lnTo>
                  <a:pt x="2704325" y="190358"/>
                </a:lnTo>
                <a:lnTo>
                  <a:pt x="2714256" y="190912"/>
                </a:lnTo>
                <a:lnTo>
                  <a:pt x="2724187" y="176677"/>
                </a:lnTo>
                <a:lnTo>
                  <a:pt x="2734119" y="160571"/>
                </a:lnTo>
                <a:lnTo>
                  <a:pt x="2744050" y="155506"/>
                </a:lnTo>
                <a:lnTo>
                  <a:pt x="2753981" y="161085"/>
                </a:lnTo>
                <a:lnTo>
                  <a:pt x="2763913" y="168434"/>
                </a:lnTo>
                <a:lnTo>
                  <a:pt x="2773844" y="176537"/>
                </a:lnTo>
                <a:lnTo>
                  <a:pt x="2783775" y="192571"/>
                </a:lnTo>
                <a:lnTo>
                  <a:pt x="2793707" y="217874"/>
                </a:lnTo>
                <a:lnTo>
                  <a:pt x="2803638" y="246666"/>
                </a:lnTo>
                <a:lnTo>
                  <a:pt x="2813569" y="275399"/>
                </a:lnTo>
                <a:lnTo>
                  <a:pt x="2823501" y="298273"/>
                </a:lnTo>
                <a:lnTo>
                  <a:pt x="2833432" y="297627"/>
                </a:lnTo>
                <a:lnTo>
                  <a:pt x="2843363" y="256286"/>
                </a:lnTo>
                <a:lnTo>
                  <a:pt x="2853295" y="179771"/>
                </a:lnTo>
                <a:lnTo>
                  <a:pt x="2863226" y="95842"/>
                </a:lnTo>
                <a:lnTo>
                  <a:pt x="2873158" y="35842"/>
                </a:lnTo>
                <a:lnTo>
                  <a:pt x="2883089" y="22860"/>
                </a:lnTo>
                <a:lnTo>
                  <a:pt x="2893020" y="65751"/>
                </a:lnTo>
                <a:lnTo>
                  <a:pt x="2902952" y="149677"/>
                </a:lnTo>
                <a:lnTo>
                  <a:pt x="2912883" y="236902"/>
                </a:lnTo>
                <a:lnTo>
                  <a:pt x="2922814" y="288286"/>
                </a:lnTo>
                <a:lnTo>
                  <a:pt x="2932746" y="286918"/>
                </a:lnTo>
                <a:lnTo>
                  <a:pt x="2942677" y="244236"/>
                </a:lnTo>
                <a:lnTo>
                  <a:pt x="2952608" y="190948"/>
                </a:lnTo>
                <a:lnTo>
                  <a:pt x="2962540" y="160352"/>
                </a:lnTo>
                <a:lnTo>
                  <a:pt x="2972471" y="168716"/>
                </a:lnTo>
                <a:lnTo>
                  <a:pt x="2982402" y="205531"/>
                </a:lnTo>
                <a:lnTo>
                  <a:pt x="2992334" y="243835"/>
                </a:lnTo>
                <a:lnTo>
                  <a:pt x="3002265" y="259607"/>
                </a:lnTo>
                <a:lnTo>
                  <a:pt x="3012196" y="243184"/>
                </a:lnTo>
                <a:lnTo>
                  <a:pt x="3022128" y="201656"/>
                </a:lnTo>
                <a:lnTo>
                  <a:pt x="3032059" y="156246"/>
                </a:lnTo>
                <a:lnTo>
                  <a:pt x="3041990" y="130506"/>
                </a:lnTo>
                <a:lnTo>
                  <a:pt x="3051922" y="132644"/>
                </a:lnTo>
                <a:lnTo>
                  <a:pt x="3061853" y="150600"/>
                </a:lnTo>
                <a:lnTo>
                  <a:pt x="3071785" y="167212"/>
                </a:lnTo>
                <a:lnTo>
                  <a:pt x="3081716" y="176423"/>
                </a:lnTo>
                <a:lnTo>
                  <a:pt x="3091647" y="182956"/>
                </a:lnTo>
                <a:lnTo>
                  <a:pt x="3101579" y="193493"/>
                </a:lnTo>
                <a:lnTo>
                  <a:pt x="3111510" y="212856"/>
                </a:lnTo>
                <a:lnTo>
                  <a:pt x="3121441" y="240704"/>
                </a:lnTo>
                <a:lnTo>
                  <a:pt x="3131373" y="264014"/>
                </a:lnTo>
                <a:lnTo>
                  <a:pt x="3141304" y="259981"/>
                </a:lnTo>
                <a:lnTo>
                  <a:pt x="3151235" y="217514"/>
                </a:lnTo>
                <a:lnTo>
                  <a:pt x="3161167" y="153773"/>
                </a:lnTo>
                <a:lnTo>
                  <a:pt x="3171098" y="102655"/>
                </a:lnTo>
                <a:lnTo>
                  <a:pt x="3181029" y="90346"/>
                </a:lnTo>
                <a:lnTo>
                  <a:pt x="3190961" y="124311"/>
                </a:lnTo>
                <a:lnTo>
                  <a:pt x="3200892" y="193218"/>
                </a:lnTo>
                <a:lnTo>
                  <a:pt x="3210823" y="266989"/>
                </a:lnTo>
                <a:lnTo>
                  <a:pt x="3220755" y="307443"/>
                </a:lnTo>
                <a:lnTo>
                  <a:pt x="3230686" y="293794"/>
                </a:lnTo>
                <a:lnTo>
                  <a:pt x="3240617" y="237461"/>
                </a:lnTo>
                <a:lnTo>
                  <a:pt x="3250549" y="169390"/>
                </a:lnTo>
                <a:lnTo>
                  <a:pt x="3260480" y="119360"/>
                </a:lnTo>
                <a:lnTo>
                  <a:pt x="3270412" y="106086"/>
                </a:lnTo>
                <a:lnTo>
                  <a:pt x="3280343" y="131388"/>
                </a:lnTo>
                <a:lnTo>
                  <a:pt x="3290274" y="176301"/>
                </a:lnTo>
                <a:lnTo>
                  <a:pt x="3300206" y="212204"/>
                </a:lnTo>
                <a:lnTo>
                  <a:pt x="3310137" y="222616"/>
                </a:lnTo>
                <a:lnTo>
                  <a:pt x="3320068" y="212197"/>
                </a:lnTo>
                <a:lnTo>
                  <a:pt x="3330000" y="196636"/>
                </a:lnTo>
                <a:lnTo>
                  <a:pt x="3339931" y="188476"/>
                </a:lnTo>
                <a:lnTo>
                  <a:pt x="3349862" y="189491"/>
                </a:lnTo>
                <a:lnTo>
                  <a:pt x="3359794" y="191876"/>
                </a:lnTo>
                <a:lnTo>
                  <a:pt x="3369725" y="188514"/>
                </a:lnTo>
                <a:lnTo>
                  <a:pt x="3379656" y="182603"/>
                </a:lnTo>
                <a:lnTo>
                  <a:pt x="3389588" y="184101"/>
                </a:lnTo>
                <a:lnTo>
                  <a:pt x="3399519" y="198796"/>
                </a:lnTo>
                <a:lnTo>
                  <a:pt x="3409450" y="224368"/>
                </a:lnTo>
                <a:lnTo>
                  <a:pt x="3419382" y="252378"/>
                </a:lnTo>
                <a:lnTo>
                  <a:pt x="3429313" y="269979"/>
                </a:lnTo>
                <a:lnTo>
                  <a:pt x="3439245" y="265596"/>
                </a:lnTo>
                <a:lnTo>
                  <a:pt x="3449176" y="237216"/>
                </a:lnTo>
                <a:lnTo>
                  <a:pt x="3459107" y="192009"/>
                </a:lnTo>
                <a:lnTo>
                  <a:pt x="3469039" y="140163"/>
                </a:lnTo>
                <a:lnTo>
                  <a:pt x="3478970" y="94880"/>
                </a:lnTo>
                <a:lnTo>
                  <a:pt x="3488901" y="71791"/>
                </a:lnTo>
                <a:lnTo>
                  <a:pt x="3498833" y="78356"/>
                </a:lnTo>
                <a:lnTo>
                  <a:pt x="3508764" y="108511"/>
                </a:lnTo>
                <a:lnTo>
                  <a:pt x="3518695" y="153410"/>
                </a:lnTo>
                <a:lnTo>
                  <a:pt x="3528627" y="208379"/>
                </a:lnTo>
                <a:lnTo>
                  <a:pt x="3538558" y="265115"/>
                </a:lnTo>
                <a:lnTo>
                  <a:pt x="3548489" y="309155"/>
                </a:lnTo>
                <a:lnTo>
                  <a:pt x="3558421" y="328869"/>
                </a:lnTo>
                <a:lnTo>
                  <a:pt x="3568352" y="317244"/>
                </a:lnTo>
                <a:lnTo>
                  <a:pt x="3578283" y="269728"/>
                </a:lnTo>
                <a:lnTo>
                  <a:pt x="3588215" y="195806"/>
                </a:lnTo>
                <a:lnTo>
                  <a:pt x="3598146" y="126017"/>
                </a:lnTo>
                <a:lnTo>
                  <a:pt x="3608077" y="90040"/>
                </a:lnTo>
                <a:lnTo>
                  <a:pt x="3618009" y="93382"/>
                </a:lnTo>
                <a:lnTo>
                  <a:pt x="3627940" y="125205"/>
                </a:lnTo>
                <a:lnTo>
                  <a:pt x="3637872" y="172277"/>
                </a:lnTo>
                <a:lnTo>
                  <a:pt x="3647803" y="212946"/>
                </a:lnTo>
                <a:lnTo>
                  <a:pt x="3657734" y="220585"/>
                </a:lnTo>
                <a:lnTo>
                  <a:pt x="3667666" y="192513"/>
                </a:lnTo>
                <a:lnTo>
                  <a:pt x="3677597" y="159246"/>
                </a:lnTo>
                <a:lnTo>
                  <a:pt x="3687528" y="151687"/>
                </a:lnTo>
                <a:lnTo>
                  <a:pt x="3697460" y="173635"/>
                </a:lnTo>
                <a:lnTo>
                  <a:pt x="3707391" y="210800"/>
                </a:lnTo>
                <a:lnTo>
                  <a:pt x="3717322" y="246108"/>
                </a:lnTo>
                <a:lnTo>
                  <a:pt x="3727254" y="261785"/>
                </a:lnTo>
                <a:lnTo>
                  <a:pt x="3737185" y="247449"/>
                </a:lnTo>
                <a:lnTo>
                  <a:pt x="3747116" y="213025"/>
                </a:lnTo>
                <a:lnTo>
                  <a:pt x="3757048" y="181401"/>
                </a:lnTo>
                <a:lnTo>
                  <a:pt x="3766979" y="167645"/>
                </a:lnTo>
                <a:lnTo>
                  <a:pt x="3776910" y="172537"/>
                </a:lnTo>
                <a:lnTo>
                  <a:pt x="3786842" y="188625"/>
                </a:lnTo>
                <a:lnTo>
                  <a:pt x="3796773" y="203363"/>
                </a:lnTo>
                <a:lnTo>
                  <a:pt x="3806704" y="204410"/>
                </a:lnTo>
                <a:lnTo>
                  <a:pt x="3816636" y="190447"/>
                </a:lnTo>
                <a:lnTo>
                  <a:pt x="3826567" y="172551"/>
                </a:lnTo>
                <a:lnTo>
                  <a:pt x="3836499" y="162799"/>
                </a:lnTo>
                <a:lnTo>
                  <a:pt x="3846430" y="165091"/>
                </a:lnTo>
                <a:lnTo>
                  <a:pt x="3856361" y="173483"/>
                </a:lnTo>
                <a:lnTo>
                  <a:pt x="3866293" y="175850"/>
                </a:lnTo>
                <a:lnTo>
                  <a:pt x="3876224" y="166596"/>
                </a:lnTo>
                <a:lnTo>
                  <a:pt x="3886155" y="158435"/>
                </a:lnTo>
                <a:lnTo>
                  <a:pt x="3896087" y="171295"/>
                </a:lnTo>
                <a:lnTo>
                  <a:pt x="3906018" y="208171"/>
                </a:lnTo>
                <a:lnTo>
                  <a:pt x="3915949" y="252411"/>
                </a:lnTo>
                <a:lnTo>
                  <a:pt x="3925881" y="284844"/>
                </a:lnTo>
                <a:lnTo>
                  <a:pt x="3935812" y="289868"/>
                </a:lnTo>
                <a:lnTo>
                  <a:pt x="3945743" y="253837"/>
                </a:lnTo>
                <a:lnTo>
                  <a:pt x="3955675" y="180012"/>
                </a:lnTo>
                <a:lnTo>
                  <a:pt x="3965606" y="103104"/>
                </a:lnTo>
                <a:lnTo>
                  <a:pt x="3975537" y="69893"/>
                </a:lnTo>
                <a:lnTo>
                  <a:pt x="3985469" y="102155"/>
                </a:lnTo>
                <a:lnTo>
                  <a:pt x="3995400" y="182921"/>
                </a:lnTo>
                <a:lnTo>
                  <a:pt x="4005331" y="269207"/>
                </a:lnTo>
                <a:lnTo>
                  <a:pt x="4015263" y="312574"/>
                </a:lnTo>
                <a:lnTo>
                  <a:pt x="4025194" y="285028"/>
                </a:lnTo>
                <a:lnTo>
                  <a:pt x="4035126" y="201576"/>
                </a:lnTo>
                <a:lnTo>
                  <a:pt x="4045057" y="112547"/>
                </a:lnTo>
                <a:lnTo>
                  <a:pt x="4054988" y="66416"/>
                </a:lnTo>
                <a:lnTo>
                  <a:pt x="4064920" y="81537"/>
                </a:lnTo>
                <a:lnTo>
                  <a:pt x="4074851" y="146235"/>
                </a:lnTo>
                <a:lnTo>
                  <a:pt x="4084782" y="229210"/>
                </a:lnTo>
                <a:lnTo>
                  <a:pt x="4094714" y="289955"/>
                </a:lnTo>
                <a:lnTo>
                  <a:pt x="4104645" y="298514"/>
                </a:lnTo>
                <a:lnTo>
                  <a:pt x="4114576" y="257136"/>
                </a:lnTo>
                <a:lnTo>
                  <a:pt x="4124508" y="198886"/>
                </a:lnTo>
                <a:lnTo>
                  <a:pt x="4134439" y="160764"/>
                </a:lnTo>
                <a:lnTo>
                  <a:pt x="4144370" y="157672"/>
                </a:lnTo>
                <a:lnTo>
                  <a:pt x="4154302" y="178190"/>
                </a:lnTo>
                <a:lnTo>
                  <a:pt x="4164233" y="199119"/>
                </a:lnTo>
                <a:lnTo>
                  <a:pt x="4174164" y="203433"/>
                </a:lnTo>
                <a:lnTo>
                  <a:pt x="4184096" y="189805"/>
                </a:lnTo>
                <a:lnTo>
                  <a:pt x="4194027" y="171156"/>
                </a:lnTo>
                <a:lnTo>
                  <a:pt x="4203958" y="165466"/>
                </a:lnTo>
                <a:lnTo>
                  <a:pt x="4213890" y="182485"/>
                </a:lnTo>
                <a:lnTo>
                  <a:pt x="4223821" y="213274"/>
                </a:lnTo>
                <a:lnTo>
                  <a:pt x="4233753" y="233791"/>
                </a:lnTo>
                <a:lnTo>
                  <a:pt x="4243684" y="223823"/>
                </a:lnTo>
                <a:lnTo>
                  <a:pt x="4253615" y="184060"/>
                </a:lnTo>
                <a:lnTo>
                  <a:pt x="4263547" y="135370"/>
                </a:lnTo>
                <a:lnTo>
                  <a:pt x="4273478" y="104863"/>
                </a:lnTo>
                <a:lnTo>
                  <a:pt x="4283409" y="111807"/>
                </a:lnTo>
                <a:lnTo>
                  <a:pt x="4293341" y="158145"/>
                </a:lnTo>
                <a:lnTo>
                  <a:pt x="4303272" y="225973"/>
                </a:lnTo>
                <a:lnTo>
                  <a:pt x="4313203" y="286667"/>
                </a:lnTo>
                <a:lnTo>
                  <a:pt x="4323135" y="317279"/>
                </a:lnTo>
                <a:lnTo>
                  <a:pt x="4333066" y="310735"/>
                </a:lnTo>
                <a:lnTo>
                  <a:pt x="4342997" y="274561"/>
                </a:lnTo>
                <a:lnTo>
                  <a:pt x="4352929" y="224160"/>
                </a:lnTo>
                <a:lnTo>
                  <a:pt x="4362860" y="175205"/>
                </a:lnTo>
                <a:lnTo>
                  <a:pt x="4372791" y="136640"/>
                </a:lnTo>
                <a:lnTo>
                  <a:pt x="4382723" y="109028"/>
                </a:lnTo>
                <a:lnTo>
                  <a:pt x="4392654" y="90654"/>
                </a:lnTo>
                <a:lnTo>
                  <a:pt x="4402585" y="84479"/>
                </a:lnTo>
                <a:lnTo>
                  <a:pt x="4412517" y="97567"/>
                </a:lnTo>
                <a:lnTo>
                  <a:pt x="4422448" y="133457"/>
                </a:lnTo>
                <a:lnTo>
                  <a:pt x="4432380" y="185127"/>
                </a:lnTo>
                <a:lnTo>
                  <a:pt x="4442311" y="236089"/>
                </a:lnTo>
                <a:lnTo>
                  <a:pt x="4452242" y="270018"/>
                </a:lnTo>
                <a:lnTo>
                  <a:pt x="4462174" y="280202"/>
                </a:lnTo>
                <a:lnTo>
                  <a:pt x="4472105" y="270359"/>
                </a:lnTo>
                <a:lnTo>
                  <a:pt x="4482036" y="249309"/>
                </a:lnTo>
                <a:lnTo>
                  <a:pt x="4491968" y="226339"/>
                </a:lnTo>
                <a:lnTo>
                  <a:pt x="4501899" y="207456"/>
                </a:lnTo>
                <a:lnTo>
                  <a:pt x="4511830" y="192078"/>
                </a:lnTo>
                <a:lnTo>
                  <a:pt x="4521762" y="175581"/>
                </a:lnTo>
                <a:lnTo>
                  <a:pt x="4531693" y="157149"/>
                </a:lnTo>
                <a:lnTo>
                  <a:pt x="4541624" y="142021"/>
                </a:lnTo>
                <a:lnTo>
                  <a:pt x="4551556" y="135394"/>
                </a:lnTo>
                <a:lnTo>
                  <a:pt x="4561487" y="138805"/>
                </a:lnTo>
                <a:lnTo>
                  <a:pt x="4571418" y="152150"/>
                </a:lnTo>
                <a:lnTo>
                  <a:pt x="4581350" y="172454"/>
                </a:lnTo>
                <a:lnTo>
                  <a:pt x="4591281" y="190587"/>
                </a:lnTo>
                <a:lnTo>
                  <a:pt x="4601212" y="197497"/>
                </a:lnTo>
                <a:lnTo>
                  <a:pt x="4611144" y="195771"/>
                </a:lnTo>
                <a:lnTo>
                  <a:pt x="4621075" y="198605"/>
                </a:lnTo>
                <a:lnTo>
                  <a:pt x="4631007" y="215371"/>
                </a:lnTo>
                <a:lnTo>
                  <a:pt x="4640938" y="242248"/>
                </a:lnTo>
                <a:lnTo>
                  <a:pt x="4650869" y="265898"/>
                </a:lnTo>
                <a:lnTo>
                  <a:pt x="4660801" y="271086"/>
                </a:lnTo>
                <a:lnTo>
                  <a:pt x="4670732" y="247439"/>
                </a:lnTo>
                <a:lnTo>
                  <a:pt x="4680663" y="198085"/>
                </a:lnTo>
                <a:lnTo>
                  <a:pt x="4690595" y="144108"/>
                </a:lnTo>
                <a:lnTo>
                  <a:pt x="4700526" y="113525"/>
                </a:lnTo>
                <a:lnTo>
                  <a:pt x="4710457" y="120369"/>
                </a:lnTo>
                <a:lnTo>
                  <a:pt x="4720389" y="154941"/>
                </a:lnTo>
                <a:lnTo>
                  <a:pt x="4730320" y="194095"/>
                </a:lnTo>
                <a:lnTo>
                  <a:pt x="4740251" y="217277"/>
                </a:lnTo>
                <a:lnTo>
                  <a:pt x="4750183" y="213757"/>
                </a:lnTo>
                <a:lnTo>
                  <a:pt x="4760114" y="184555"/>
                </a:lnTo>
                <a:lnTo>
                  <a:pt x="4770045" y="145705"/>
                </a:lnTo>
                <a:lnTo>
                  <a:pt x="4779977" y="124796"/>
                </a:lnTo>
                <a:lnTo>
                  <a:pt x="4789908" y="143239"/>
                </a:lnTo>
                <a:lnTo>
                  <a:pt x="4799839" y="198319"/>
                </a:lnTo>
                <a:lnTo>
                  <a:pt x="4809771" y="264352"/>
                </a:lnTo>
                <a:lnTo>
                  <a:pt x="4819702" y="309493"/>
                </a:lnTo>
                <a:lnTo>
                  <a:pt x="4829634" y="311487"/>
                </a:lnTo>
                <a:lnTo>
                  <a:pt x="4839565" y="267207"/>
                </a:lnTo>
                <a:lnTo>
                  <a:pt x="4849496" y="196271"/>
                </a:lnTo>
                <a:lnTo>
                  <a:pt x="4859428" y="131512"/>
                </a:lnTo>
                <a:lnTo>
                  <a:pt x="4869359" y="97990"/>
                </a:lnTo>
                <a:lnTo>
                  <a:pt x="4879290" y="100551"/>
                </a:lnTo>
                <a:lnTo>
                  <a:pt x="4889222" y="129718"/>
                </a:lnTo>
                <a:lnTo>
                  <a:pt x="4899153" y="170957"/>
                </a:lnTo>
                <a:lnTo>
                  <a:pt x="4909084" y="207173"/>
                </a:lnTo>
                <a:lnTo>
                  <a:pt x="4919016" y="223776"/>
                </a:lnTo>
                <a:lnTo>
                  <a:pt x="4928947" y="218071"/>
                </a:lnTo>
                <a:lnTo>
                  <a:pt x="4938878" y="199275"/>
                </a:lnTo>
                <a:lnTo>
                  <a:pt x="4948810" y="178560"/>
                </a:lnTo>
                <a:lnTo>
                  <a:pt x="4958741" y="164343"/>
                </a:lnTo>
                <a:lnTo>
                  <a:pt x="4968672" y="164705"/>
                </a:lnTo>
                <a:lnTo>
                  <a:pt x="4978604" y="185145"/>
                </a:lnTo>
                <a:lnTo>
                  <a:pt x="4988535" y="222042"/>
                </a:lnTo>
                <a:lnTo>
                  <a:pt x="4998466" y="262063"/>
                </a:lnTo>
                <a:lnTo>
                  <a:pt x="5008398" y="287885"/>
                </a:lnTo>
                <a:lnTo>
                  <a:pt x="5018329" y="285076"/>
                </a:lnTo>
                <a:lnTo>
                  <a:pt x="5028261" y="249253"/>
                </a:lnTo>
                <a:lnTo>
                  <a:pt x="5038192" y="189564"/>
                </a:lnTo>
                <a:lnTo>
                  <a:pt x="5048123" y="123490"/>
                </a:lnTo>
                <a:lnTo>
                  <a:pt x="5058055" y="69789"/>
                </a:lnTo>
                <a:lnTo>
                  <a:pt x="5067986" y="47104"/>
                </a:lnTo>
                <a:lnTo>
                  <a:pt x="5077917" y="69654"/>
                </a:lnTo>
                <a:lnTo>
                  <a:pt x="5087849" y="134523"/>
                </a:lnTo>
                <a:lnTo>
                  <a:pt x="5097780" y="216865"/>
                </a:lnTo>
              </a:path>
            </a:pathLst>
          </a:custGeom>
          <a:solidFill>
            <a:srgbClr val="FFFFFF">
              <a:alpha val="0"/>
            </a:srgbClr>
          </a:solidFill>
          <a:ln w="13335" cap="rnd">
            <a:solidFill>
              <a:srgbClr val="17313B"/>
            </a:solidFill>
            <a:prstDash val="solid"/>
          </a:ln>
        </p:spPr>
      </p:sp>
      <p:sp>
        <p:nvSpPr>
          <p:cNvPr id="54" name="wave_10"/>
          <p:cNvSpPr/>
          <p:nvPr/>
        </p:nvSpPr>
        <p:spPr>
          <a:xfrm>
            <a:off x="6405372" y="3755517"/>
            <a:ext cx="5120640" cy="337896"/>
          </a:xfrm>
          <a:custGeom>
            <a:avLst/>
            <a:gdLst/>
            <a:ahLst/>
            <a:cxnLst/>
            <a:rect l="l" t="t" r="r" b="b"/>
            <a:pathLst>
              <a:path w="5120640" h="337896" fill="none" stroke="1" extrusionOk="0">
                <a:moveTo>
                  <a:pt x="22860" y="65508"/>
                </a:moveTo>
                <a:lnTo>
                  <a:pt x="32791" y="104877"/>
                </a:lnTo>
                <a:lnTo>
                  <a:pt x="42723" y="158017"/>
                </a:lnTo>
                <a:lnTo>
                  <a:pt x="52654" y="212641"/>
                </a:lnTo>
                <a:lnTo>
                  <a:pt x="62585" y="255253"/>
                </a:lnTo>
                <a:lnTo>
                  <a:pt x="72517" y="273748"/>
                </a:lnTo>
                <a:lnTo>
                  <a:pt x="82448" y="264254"/>
                </a:lnTo>
                <a:lnTo>
                  <a:pt x="92379" y="231075"/>
                </a:lnTo>
                <a:lnTo>
                  <a:pt x="102311" y="182704"/>
                </a:lnTo>
                <a:lnTo>
                  <a:pt x="112242" y="132899"/>
                </a:lnTo>
                <a:lnTo>
                  <a:pt x="122174" y="100616"/>
                </a:lnTo>
                <a:lnTo>
                  <a:pt x="132105" y="100366"/>
                </a:lnTo>
                <a:lnTo>
                  <a:pt x="142036" y="131983"/>
                </a:lnTo>
                <a:lnTo>
                  <a:pt x="151968" y="181385"/>
                </a:lnTo>
                <a:lnTo>
                  <a:pt x="161899" y="228566"/>
                </a:lnTo>
                <a:lnTo>
                  <a:pt x="171830" y="254898"/>
                </a:lnTo>
                <a:lnTo>
                  <a:pt x="181762" y="249726"/>
                </a:lnTo>
                <a:lnTo>
                  <a:pt x="191693" y="215543"/>
                </a:lnTo>
                <a:lnTo>
                  <a:pt x="201624" y="166644"/>
                </a:lnTo>
                <a:lnTo>
                  <a:pt x="211556" y="121473"/>
                </a:lnTo>
                <a:lnTo>
                  <a:pt x="221487" y="94830"/>
                </a:lnTo>
                <a:lnTo>
                  <a:pt x="231418" y="93444"/>
                </a:lnTo>
                <a:lnTo>
                  <a:pt x="241350" y="115288"/>
                </a:lnTo>
                <a:lnTo>
                  <a:pt x="251281" y="152759"/>
                </a:lnTo>
                <a:lnTo>
                  <a:pt x="261212" y="196634"/>
                </a:lnTo>
                <a:lnTo>
                  <a:pt x="271144" y="236703"/>
                </a:lnTo>
                <a:lnTo>
                  <a:pt x="281075" y="261547"/>
                </a:lnTo>
                <a:lnTo>
                  <a:pt x="291006" y="262531"/>
                </a:lnTo>
                <a:lnTo>
                  <a:pt x="300938" y="239090"/>
                </a:lnTo>
                <a:lnTo>
                  <a:pt x="310869" y="198846"/>
                </a:lnTo>
                <a:lnTo>
                  <a:pt x="320801" y="154082"/>
                </a:lnTo>
                <a:lnTo>
                  <a:pt x="330732" y="119356"/>
                </a:lnTo>
                <a:lnTo>
                  <a:pt x="340663" y="107807"/>
                </a:lnTo>
                <a:lnTo>
                  <a:pt x="350595" y="123193"/>
                </a:lnTo>
                <a:lnTo>
                  <a:pt x="360526" y="155150"/>
                </a:lnTo>
                <a:lnTo>
                  <a:pt x="370457" y="185755"/>
                </a:lnTo>
                <a:lnTo>
                  <a:pt x="380389" y="201720"/>
                </a:lnTo>
                <a:lnTo>
                  <a:pt x="390320" y="200559"/>
                </a:lnTo>
                <a:lnTo>
                  <a:pt x="400251" y="188993"/>
                </a:lnTo>
                <a:lnTo>
                  <a:pt x="410183" y="178502"/>
                </a:lnTo>
                <a:lnTo>
                  <a:pt x="420114" y="178844"/>
                </a:lnTo>
                <a:lnTo>
                  <a:pt x="430045" y="190611"/>
                </a:lnTo>
                <a:lnTo>
                  <a:pt x="439977" y="203641"/>
                </a:lnTo>
                <a:lnTo>
                  <a:pt x="449908" y="204645"/>
                </a:lnTo>
                <a:lnTo>
                  <a:pt x="459839" y="186910"/>
                </a:lnTo>
                <a:lnTo>
                  <a:pt x="469771" y="154531"/>
                </a:lnTo>
                <a:lnTo>
                  <a:pt x="479702" y="120888"/>
                </a:lnTo>
                <a:lnTo>
                  <a:pt x="489633" y="102842"/>
                </a:lnTo>
                <a:lnTo>
                  <a:pt x="499565" y="111851"/>
                </a:lnTo>
                <a:lnTo>
                  <a:pt x="509496" y="147359"/>
                </a:lnTo>
                <a:lnTo>
                  <a:pt x="519428" y="197744"/>
                </a:lnTo>
                <a:lnTo>
                  <a:pt x="529359" y="246205"/>
                </a:lnTo>
                <a:lnTo>
                  <a:pt x="539290" y="276525"/>
                </a:lnTo>
                <a:lnTo>
                  <a:pt x="549222" y="278160"/>
                </a:lnTo>
                <a:lnTo>
                  <a:pt x="559153" y="250304"/>
                </a:lnTo>
                <a:lnTo>
                  <a:pt x="569084" y="201918"/>
                </a:lnTo>
                <a:lnTo>
                  <a:pt x="579016" y="147816"/>
                </a:lnTo>
                <a:lnTo>
                  <a:pt x="588947" y="104076"/>
                </a:lnTo>
                <a:lnTo>
                  <a:pt x="598878" y="83378"/>
                </a:lnTo>
                <a:lnTo>
                  <a:pt x="608810" y="90526"/>
                </a:lnTo>
                <a:lnTo>
                  <a:pt x="618741" y="120891"/>
                </a:lnTo>
                <a:lnTo>
                  <a:pt x="628672" y="162261"/>
                </a:lnTo>
                <a:lnTo>
                  <a:pt x="638604" y="198254"/>
                </a:lnTo>
                <a:lnTo>
                  <a:pt x="648535" y="214778"/>
                </a:lnTo>
                <a:lnTo>
                  <a:pt x="658466" y="208665"/>
                </a:lnTo>
                <a:lnTo>
                  <a:pt x="668398" y="189793"/>
                </a:lnTo>
                <a:lnTo>
                  <a:pt x="678329" y="173394"/>
                </a:lnTo>
                <a:lnTo>
                  <a:pt x="688260" y="171500"/>
                </a:lnTo>
                <a:lnTo>
                  <a:pt x="698192" y="188588"/>
                </a:lnTo>
                <a:lnTo>
                  <a:pt x="708123" y="217812"/>
                </a:lnTo>
                <a:lnTo>
                  <a:pt x="718055" y="241830"/>
                </a:lnTo>
                <a:lnTo>
                  <a:pt x="727986" y="244401"/>
                </a:lnTo>
                <a:lnTo>
                  <a:pt x="737917" y="222045"/>
                </a:lnTo>
                <a:lnTo>
                  <a:pt x="747849" y="182902"/>
                </a:lnTo>
                <a:lnTo>
                  <a:pt x="757780" y="140392"/>
                </a:lnTo>
                <a:lnTo>
                  <a:pt x="767711" y="109965"/>
                </a:lnTo>
                <a:lnTo>
                  <a:pt x="777643" y="101411"/>
                </a:lnTo>
                <a:lnTo>
                  <a:pt x="787574" y="109981"/>
                </a:lnTo>
                <a:lnTo>
                  <a:pt x="797505" y="123796"/>
                </a:lnTo>
                <a:lnTo>
                  <a:pt x="807437" y="139812"/>
                </a:lnTo>
                <a:lnTo>
                  <a:pt x="817368" y="162307"/>
                </a:lnTo>
                <a:lnTo>
                  <a:pt x="827299" y="190438"/>
                </a:lnTo>
                <a:lnTo>
                  <a:pt x="837231" y="219541"/>
                </a:lnTo>
                <a:lnTo>
                  <a:pt x="847162" y="246862"/>
                </a:lnTo>
                <a:lnTo>
                  <a:pt x="857093" y="263753"/>
                </a:lnTo>
                <a:lnTo>
                  <a:pt x="867025" y="254251"/>
                </a:lnTo>
                <a:lnTo>
                  <a:pt x="876956" y="214828"/>
                </a:lnTo>
                <a:lnTo>
                  <a:pt x="886887" y="164108"/>
                </a:lnTo>
                <a:lnTo>
                  <a:pt x="896819" y="124834"/>
                </a:lnTo>
                <a:lnTo>
                  <a:pt x="906750" y="109494"/>
                </a:lnTo>
                <a:lnTo>
                  <a:pt x="916682" y="123819"/>
                </a:lnTo>
                <a:lnTo>
                  <a:pt x="926613" y="163045"/>
                </a:lnTo>
                <a:lnTo>
                  <a:pt x="936544" y="203958"/>
                </a:lnTo>
                <a:lnTo>
                  <a:pt x="946476" y="221638"/>
                </a:lnTo>
                <a:lnTo>
                  <a:pt x="956407" y="213608"/>
                </a:lnTo>
                <a:lnTo>
                  <a:pt x="966338" y="193093"/>
                </a:lnTo>
                <a:lnTo>
                  <a:pt x="976270" y="169196"/>
                </a:lnTo>
                <a:lnTo>
                  <a:pt x="986201" y="148705"/>
                </a:lnTo>
                <a:lnTo>
                  <a:pt x="996132" y="140929"/>
                </a:lnTo>
                <a:lnTo>
                  <a:pt x="1006064" y="144503"/>
                </a:lnTo>
                <a:lnTo>
                  <a:pt x="1015995" y="145588"/>
                </a:lnTo>
                <a:lnTo>
                  <a:pt x="1025926" y="140637"/>
                </a:lnTo>
                <a:lnTo>
                  <a:pt x="1035858" y="144027"/>
                </a:lnTo>
                <a:lnTo>
                  <a:pt x="1045789" y="166995"/>
                </a:lnTo>
                <a:lnTo>
                  <a:pt x="1055720" y="205586"/>
                </a:lnTo>
                <a:lnTo>
                  <a:pt x="1065652" y="248883"/>
                </a:lnTo>
                <a:lnTo>
                  <a:pt x="1075583" y="281605"/>
                </a:lnTo>
                <a:lnTo>
                  <a:pt x="1085514" y="283564"/>
                </a:lnTo>
                <a:lnTo>
                  <a:pt x="1095446" y="245446"/>
                </a:lnTo>
                <a:lnTo>
                  <a:pt x="1105377" y="182890"/>
                </a:lnTo>
                <a:lnTo>
                  <a:pt x="1115309" y="125084"/>
                </a:lnTo>
                <a:lnTo>
                  <a:pt x="1125240" y="94948"/>
                </a:lnTo>
                <a:lnTo>
                  <a:pt x="1135171" y="100878"/>
                </a:lnTo>
                <a:lnTo>
                  <a:pt x="1145103" y="132540"/>
                </a:lnTo>
                <a:lnTo>
                  <a:pt x="1155034" y="162517"/>
                </a:lnTo>
                <a:lnTo>
                  <a:pt x="1164965" y="166902"/>
                </a:lnTo>
                <a:lnTo>
                  <a:pt x="1174897" y="147272"/>
                </a:lnTo>
                <a:lnTo>
                  <a:pt x="1184828" y="125893"/>
                </a:lnTo>
                <a:lnTo>
                  <a:pt x="1194759" y="125343"/>
                </a:lnTo>
                <a:lnTo>
                  <a:pt x="1204691" y="157204"/>
                </a:lnTo>
                <a:lnTo>
                  <a:pt x="1214622" y="216423"/>
                </a:lnTo>
                <a:lnTo>
                  <a:pt x="1224553" y="277229"/>
                </a:lnTo>
                <a:lnTo>
                  <a:pt x="1234485" y="305972"/>
                </a:lnTo>
                <a:lnTo>
                  <a:pt x="1244416" y="287025"/>
                </a:lnTo>
                <a:lnTo>
                  <a:pt x="1254347" y="232802"/>
                </a:lnTo>
                <a:lnTo>
                  <a:pt x="1264279" y="171064"/>
                </a:lnTo>
                <a:lnTo>
                  <a:pt x="1274210" y="128618"/>
                </a:lnTo>
                <a:lnTo>
                  <a:pt x="1284141" y="119201"/>
                </a:lnTo>
                <a:lnTo>
                  <a:pt x="1294073" y="135160"/>
                </a:lnTo>
                <a:lnTo>
                  <a:pt x="1304004" y="152902"/>
                </a:lnTo>
                <a:lnTo>
                  <a:pt x="1313936" y="152658"/>
                </a:lnTo>
                <a:lnTo>
                  <a:pt x="1323867" y="133063"/>
                </a:lnTo>
                <a:lnTo>
                  <a:pt x="1333798" y="109845"/>
                </a:lnTo>
                <a:lnTo>
                  <a:pt x="1343730" y="105497"/>
                </a:lnTo>
                <a:lnTo>
                  <a:pt x="1353661" y="134726"/>
                </a:lnTo>
                <a:lnTo>
                  <a:pt x="1363592" y="191186"/>
                </a:lnTo>
                <a:lnTo>
                  <a:pt x="1373524" y="249333"/>
                </a:lnTo>
                <a:lnTo>
                  <a:pt x="1383455" y="282222"/>
                </a:lnTo>
                <a:lnTo>
                  <a:pt x="1393386" y="277200"/>
                </a:lnTo>
                <a:lnTo>
                  <a:pt x="1403318" y="240278"/>
                </a:lnTo>
                <a:lnTo>
                  <a:pt x="1413249" y="192915"/>
                </a:lnTo>
                <a:lnTo>
                  <a:pt x="1423180" y="159543"/>
                </a:lnTo>
                <a:lnTo>
                  <a:pt x="1433112" y="149634"/>
                </a:lnTo>
                <a:lnTo>
                  <a:pt x="1443043" y="153421"/>
                </a:lnTo>
                <a:lnTo>
                  <a:pt x="1452974" y="155651"/>
                </a:lnTo>
                <a:lnTo>
                  <a:pt x="1462906" y="147606"/>
                </a:lnTo>
                <a:lnTo>
                  <a:pt x="1472837" y="130063"/>
                </a:lnTo>
                <a:lnTo>
                  <a:pt x="1482768" y="115818"/>
                </a:lnTo>
                <a:lnTo>
                  <a:pt x="1492700" y="124462"/>
                </a:lnTo>
                <a:lnTo>
                  <a:pt x="1502631" y="162139"/>
                </a:lnTo>
                <a:lnTo>
                  <a:pt x="1512563" y="210504"/>
                </a:lnTo>
                <a:lnTo>
                  <a:pt x="1522494" y="243366"/>
                </a:lnTo>
                <a:lnTo>
                  <a:pt x="1532425" y="246816"/>
                </a:lnTo>
                <a:lnTo>
                  <a:pt x="1542357" y="221121"/>
                </a:lnTo>
                <a:lnTo>
                  <a:pt x="1552288" y="178840"/>
                </a:lnTo>
                <a:lnTo>
                  <a:pt x="1562219" y="145062"/>
                </a:lnTo>
                <a:lnTo>
                  <a:pt x="1572151" y="142260"/>
                </a:lnTo>
                <a:lnTo>
                  <a:pt x="1582082" y="168614"/>
                </a:lnTo>
                <a:lnTo>
                  <a:pt x="1592013" y="200864"/>
                </a:lnTo>
                <a:lnTo>
                  <a:pt x="1601945" y="216191"/>
                </a:lnTo>
                <a:lnTo>
                  <a:pt x="1611876" y="203661"/>
                </a:lnTo>
                <a:lnTo>
                  <a:pt x="1621807" y="165812"/>
                </a:lnTo>
                <a:lnTo>
                  <a:pt x="1631739" y="122023"/>
                </a:lnTo>
                <a:lnTo>
                  <a:pt x="1641670" y="100130"/>
                </a:lnTo>
                <a:lnTo>
                  <a:pt x="1651601" y="113359"/>
                </a:lnTo>
                <a:lnTo>
                  <a:pt x="1661533" y="151562"/>
                </a:lnTo>
                <a:lnTo>
                  <a:pt x="1671464" y="195865"/>
                </a:lnTo>
                <a:lnTo>
                  <a:pt x="1681395" y="230766"/>
                </a:lnTo>
                <a:lnTo>
                  <a:pt x="1691327" y="245489"/>
                </a:lnTo>
                <a:lnTo>
                  <a:pt x="1701258" y="239163"/>
                </a:lnTo>
                <a:lnTo>
                  <a:pt x="1711190" y="223180"/>
                </a:lnTo>
                <a:lnTo>
                  <a:pt x="1721121" y="207822"/>
                </a:lnTo>
                <a:lnTo>
                  <a:pt x="1731052" y="191244"/>
                </a:lnTo>
                <a:lnTo>
                  <a:pt x="1740984" y="167860"/>
                </a:lnTo>
                <a:lnTo>
                  <a:pt x="1750915" y="138558"/>
                </a:lnTo>
                <a:lnTo>
                  <a:pt x="1760846" y="109215"/>
                </a:lnTo>
                <a:lnTo>
                  <a:pt x="1770778" y="90062"/>
                </a:lnTo>
                <a:lnTo>
                  <a:pt x="1780709" y="95899"/>
                </a:lnTo>
                <a:lnTo>
                  <a:pt x="1790640" y="133113"/>
                </a:lnTo>
                <a:lnTo>
                  <a:pt x="1800572" y="186996"/>
                </a:lnTo>
                <a:lnTo>
                  <a:pt x="1810503" y="232335"/>
                </a:lnTo>
                <a:lnTo>
                  <a:pt x="1820434" y="252781"/>
                </a:lnTo>
                <a:lnTo>
                  <a:pt x="1830366" y="244783"/>
                </a:lnTo>
                <a:lnTo>
                  <a:pt x="1840297" y="215196"/>
                </a:lnTo>
                <a:lnTo>
                  <a:pt x="1850228" y="183055"/>
                </a:lnTo>
                <a:lnTo>
                  <a:pt x="1860160" y="169831"/>
                </a:lnTo>
                <a:lnTo>
                  <a:pt x="1870091" y="178425"/>
                </a:lnTo>
                <a:lnTo>
                  <a:pt x="1880023" y="190428"/>
                </a:lnTo>
                <a:lnTo>
                  <a:pt x="1889954" y="186726"/>
                </a:lnTo>
                <a:lnTo>
                  <a:pt x="1899885" y="163071"/>
                </a:lnTo>
                <a:lnTo>
                  <a:pt x="1909817" y="129912"/>
                </a:lnTo>
                <a:lnTo>
                  <a:pt x="1919748" y="107910"/>
                </a:lnTo>
                <a:lnTo>
                  <a:pt x="1929679" y="117522"/>
                </a:lnTo>
                <a:lnTo>
                  <a:pt x="1939611" y="160664"/>
                </a:lnTo>
                <a:lnTo>
                  <a:pt x="1949542" y="215015"/>
                </a:lnTo>
                <a:lnTo>
                  <a:pt x="1959473" y="251112"/>
                </a:lnTo>
                <a:lnTo>
                  <a:pt x="1969405" y="250791"/>
                </a:lnTo>
                <a:lnTo>
                  <a:pt x="1979336" y="212968"/>
                </a:lnTo>
                <a:lnTo>
                  <a:pt x="1989267" y="155621"/>
                </a:lnTo>
                <a:lnTo>
                  <a:pt x="1999199" y="111356"/>
                </a:lnTo>
                <a:lnTo>
                  <a:pt x="2009130" y="105908"/>
                </a:lnTo>
                <a:lnTo>
                  <a:pt x="2019061" y="137272"/>
                </a:lnTo>
                <a:lnTo>
                  <a:pt x="2028993" y="181038"/>
                </a:lnTo>
                <a:lnTo>
                  <a:pt x="2038924" y="211389"/>
                </a:lnTo>
                <a:lnTo>
                  <a:pt x="2048855" y="213758"/>
                </a:lnTo>
                <a:lnTo>
                  <a:pt x="2058787" y="190525"/>
                </a:lnTo>
                <a:lnTo>
                  <a:pt x="2068718" y="163861"/>
                </a:lnTo>
                <a:lnTo>
                  <a:pt x="2078650" y="162169"/>
                </a:lnTo>
                <a:lnTo>
                  <a:pt x="2088581" y="193637"/>
                </a:lnTo>
                <a:lnTo>
                  <a:pt x="2098512" y="237318"/>
                </a:lnTo>
                <a:lnTo>
                  <a:pt x="2108444" y="261269"/>
                </a:lnTo>
                <a:lnTo>
                  <a:pt x="2118375" y="244163"/>
                </a:lnTo>
                <a:lnTo>
                  <a:pt x="2128306" y="185945"/>
                </a:lnTo>
                <a:lnTo>
                  <a:pt x="2138238" y="111029"/>
                </a:lnTo>
                <a:lnTo>
                  <a:pt x="2148169" y="58684"/>
                </a:lnTo>
                <a:lnTo>
                  <a:pt x="2158100" y="57234"/>
                </a:lnTo>
                <a:lnTo>
                  <a:pt x="2168032" y="103989"/>
                </a:lnTo>
                <a:lnTo>
                  <a:pt x="2177963" y="170887"/>
                </a:lnTo>
                <a:lnTo>
                  <a:pt x="2187894" y="224073"/>
                </a:lnTo>
                <a:lnTo>
                  <a:pt x="2197826" y="239326"/>
                </a:lnTo>
                <a:lnTo>
                  <a:pt x="2207757" y="213461"/>
                </a:lnTo>
                <a:lnTo>
                  <a:pt x="2217688" y="169444"/>
                </a:lnTo>
                <a:lnTo>
                  <a:pt x="2227620" y="142906"/>
                </a:lnTo>
                <a:lnTo>
                  <a:pt x="2237551" y="155911"/>
                </a:lnTo>
                <a:lnTo>
                  <a:pt x="2247482" y="202957"/>
                </a:lnTo>
                <a:lnTo>
                  <a:pt x="2257414" y="258407"/>
                </a:lnTo>
                <a:lnTo>
                  <a:pt x="2267345" y="292213"/>
                </a:lnTo>
                <a:lnTo>
                  <a:pt x="2277277" y="283647"/>
                </a:lnTo>
                <a:lnTo>
                  <a:pt x="2287208" y="231074"/>
                </a:lnTo>
                <a:lnTo>
                  <a:pt x="2297139" y="153144"/>
                </a:lnTo>
                <a:lnTo>
                  <a:pt x="2307071" y="79128"/>
                </a:lnTo>
                <a:lnTo>
                  <a:pt x="2317002" y="35208"/>
                </a:lnTo>
                <a:lnTo>
                  <a:pt x="2326933" y="34207"/>
                </a:lnTo>
                <a:lnTo>
                  <a:pt x="2336865" y="72097"/>
                </a:lnTo>
                <a:lnTo>
                  <a:pt x="2346796" y="133260"/>
                </a:lnTo>
                <a:lnTo>
                  <a:pt x="2356727" y="200000"/>
                </a:lnTo>
                <a:lnTo>
                  <a:pt x="2366659" y="256322"/>
                </a:lnTo>
                <a:lnTo>
                  <a:pt x="2376590" y="286601"/>
                </a:lnTo>
                <a:lnTo>
                  <a:pt x="2386521" y="279807"/>
                </a:lnTo>
                <a:lnTo>
                  <a:pt x="2396453" y="238227"/>
                </a:lnTo>
                <a:lnTo>
                  <a:pt x="2406384" y="178494"/>
                </a:lnTo>
                <a:lnTo>
                  <a:pt x="2416315" y="124190"/>
                </a:lnTo>
                <a:lnTo>
                  <a:pt x="2426247" y="98442"/>
                </a:lnTo>
                <a:lnTo>
                  <a:pt x="2436178" y="115437"/>
                </a:lnTo>
                <a:lnTo>
                  <a:pt x="2446109" y="169251"/>
                </a:lnTo>
                <a:lnTo>
                  <a:pt x="2456041" y="232281"/>
                </a:lnTo>
                <a:lnTo>
                  <a:pt x="2465972" y="270776"/>
                </a:lnTo>
                <a:lnTo>
                  <a:pt x="2475904" y="263881"/>
                </a:lnTo>
                <a:lnTo>
                  <a:pt x="2485835" y="212524"/>
                </a:lnTo>
                <a:lnTo>
                  <a:pt x="2495766" y="139406"/>
                </a:lnTo>
                <a:lnTo>
                  <a:pt x="2505698" y="80657"/>
                </a:lnTo>
                <a:lnTo>
                  <a:pt x="2515629" y="66155"/>
                </a:lnTo>
                <a:lnTo>
                  <a:pt x="2525560" y="100150"/>
                </a:lnTo>
                <a:lnTo>
                  <a:pt x="2535492" y="160359"/>
                </a:lnTo>
                <a:lnTo>
                  <a:pt x="2545423" y="214022"/>
                </a:lnTo>
                <a:lnTo>
                  <a:pt x="2555354" y="235540"/>
                </a:lnTo>
                <a:lnTo>
                  <a:pt x="2565286" y="218455"/>
                </a:lnTo>
                <a:lnTo>
                  <a:pt x="2575217" y="178905"/>
                </a:lnTo>
                <a:lnTo>
                  <a:pt x="2585148" y="145002"/>
                </a:lnTo>
                <a:lnTo>
                  <a:pt x="2595080" y="137724"/>
                </a:lnTo>
                <a:lnTo>
                  <a:pt x="2605011" y="159927"/>
                </a:lnTo>
                <a:lnTo>
                  <a:pt x="2614942" y="198509"/>
                </a:lnTo>
                <a:lnTo>
                  <a:pt x="2624874" y="232044"/>
                </a:lnTo>
                <a:lnTo>
                  <a:pt x="2634805" y="241860"/>
                </a:lnTo>
                <a:lnTo>
                  <a:pt x="2644736" y="224705"/>
                </a:lnTo>
                <a:lnTo>
                  <a:pt x="2654668" y="194382"/>
                </a:lnTo>
                <a:lnTo>
                  <a:pt x="2664599" y="168246"/>
                </a:lnTo>
                <a:lnTo>
                  <a:pt x="2674531" y="155003"/>
                </a:lnTo>
                <a:lnTo>
                  <a:pt x="2684462" y="154439"/>
                </a:lnTo>
                <a:lnTo>
                  <a:pt x="2694393" y="160369"/>
                </a:lnTo>
                <a:lnTo>
                  <a:pt x="2704325" y="162861"/>
                </a:lnTo>
                <a:lnTo>
                  <a:pt x="2714256" y="155877"/>
                </a:lnTo>
                <a:lnTo>
                  <a:pt x="2724187" y="143989"/>
                </a:lnTo>
                <a:lnTo>
                  <a:pt x="2734119" y="136279"/>
                </a:lnTo>
                <a:lnTo>
                  <a:pt x="2744050" y="136195"/>
                </a:lnTo>
                <a:lnTo>
                  <a:pt x="2753981" y="142265"/>
                </a:lnTo>
                <a:lnTo>
                  <a:pt x="2763913" y="153363"/>
                </a:lnTo>
                <a:lnTo>
                  <a:pt x="2773844" y="168055"/>
                </a:lnTo>
                <a:lnTo>
                  <a:pt x="2783775" y="185000"/>
                </a:lnTo>
                <a:lnTo>
                  <a:pt x="2793707" y="207439"/>
                </a:lnTo>
                <a:lnTo>
                  <a:pt x="2803638" y="239242"/>
                </a:lnTo>
                <a:lnTo>
                  <a:pt x="2813569" y="273251"/>
                </a:lnTo>
                <a:lnTo>
                  <a:pt x="2823501" y="291100"/>
                </a:lnTo>
                <a:lnTo>
                  <a:pt x="2833432" y="276754"/>
                </a:lnTo>
                <a:lnTo>
                  <a:pt x="2843363" y="226151"/>
                </a:lnTo>
                <a:lnTo>
                  <a:pt x="2853295" y="148957"/>
                </a:lnTo>
                <a:lnTo>
                  <a:pt x="2863226" y="69906"/>
                </a:lnTo>
                <a:lnTo>
                  <a:pt x="2873158" y="22860"/>
                </a:lnTo>
                <a:lnTo>
                  <a:pt x="2883089" y="30805"/>
                </a:lnTo>
                <a:lnTo>
                  <a:pt x="2893020" y="89204"/>
                </a:lnTo>
                <a:lnTo>
                  <a:pt x="2902952" y="170090"/>
                </a:lnTo>
                <a:lnTo>
                  <a:pt x="2912883" y="238102"/>
                </a:lnTo>
                <a:lnTo>
                  <a:pt x="2922814" y="265007"/>
                </a:lnTo>
                <a:lnTo>
                  <a:pt x="2932746" y="242909"/>
                </a:lnTo>
                <a:lnTo>
                  <a:pt x="2942677" y="191305"/>
                </a:lnTo>
                <a:lnTo>
                  <a:pt x="2952608" y="145593"/>
                </a:lnTo>
                <a:lnTo>
                  <a:pt x="2962540" y="133468"/>
                </a:lnTo>
                <a:lnTo>
                  <a:pt x="2972471" y="160437"/>
                </a:lnTo>
                <a:lnTo>
                  <a:pt x="2982402" y="210429"/>
                </a:lnTo>
                <a:lnTo>
                  <a:pt x="2992334" y="254143"/>
                </a:lnTo>
                <a:lnTo>
                  <a:pt x="3002265" y="264301"/>
                </a:lnTo>
                <a:lnTo>
                  <a:pt x="3012196" y="233743"/>
                </a:lnTo>
                <a:lnTo>
                  <a:pt x="3022128" y="179735"/>
                </a:lnTo>
                <a:lnTo>
                  <a:pt x="3032059" y="129237"/>
                </a:lnTo>
                <a:lnTo>
                  <a:pt x="3041990" y="102002"/>
                </a:lnTo>
                <a:lnTo>
                  <a:pt x="3051922" y="103786"/>
                </a:lnTo>
                <a:lnTo>
                  <a:pt x="3061853" y="125757"/>
                </a:lnTo>
                <a:lnTo>
                  <a:pt x="3071785" y="149661"/>
                </a:lnTo>
                <a:lnTo>
                  <a:pt x="3081716" y="161892"/>
                </a:lnTo>
                <a:lnTo>
                  <a:pt x="3091647" y="165158"/>
                </a:lnTo>
                <a:lnTo>
                  <a:pt x="3101579" y="173307"/>
                </a:lnTo>
                <a:lnTo>
                  <a:pt x="3111510" y="195850"/>
                </a:lnTo>
                <a:lnTo>
                  <a:pt x="3121441" y="228804"/>
                </a:lnTo>
                <a:lnTo>
                  <a:pt x="3131373" y="255985"/>
                </a:lnTo>
                <a:lnTo>
                  <a:pt x="3141304" y="257246"/>
                </a:lnTo>
                <a:lnTo>
                  <a:pt x="3151235" y="221745"/>
                </a:lnTo>
                <a:lnTo>
                  <a:pt x="3161167" y="158895"/>
                </a:lnTo>
                <a:lnTo>
                  <a:pt x="3171098" y="96317"/>
                </a:lnTo>
                <a:lnTo>
                  <a:pt x="3181029" y="65495"/>
                </a:lnTo>
                <a:lnTo>
                  <a:pt x="3190961" y="85004"/>
                </a:lnTo>
                <a:lnTo>
                  <a:pt x="3200892" y="148724"/>
                </a:lnTo>
                <a:lnTo>
                  <a:pt x="3210823" y="225636"/>
                </a:lnTo>
                <a:lnTo>
                  <a:pt x="3220755" y="276230"/>
                </a:lnTo>
                <a:lnTo>
                  <a:pt x="3230686" y="276266"/>
                </a:lnTo>
                <a:lnTo>
                  <a:pt x="3240617" y="229345"/>
                </a:lnTo>
                <a:lnTo>
                  <a:pt x="3250549" y="162390"/>
                </a:lnTo>
                <a:lnTo>
                  <a:pt x="3260480" y="111007"/>
                </a:lnTo>
                <a:lnTo>
                  <a:pt x="3270412" y="100311"/>
                </a:lnTo>
                <a:lnTo>
                  <a:pt x="3280343" y="129748"/>
                </a:lnTo>
                <a:lnTo>
                  <a:pt x="3290274" y="175834"/>
                </a:lnTo>
                <a:lnTo>
                  <a:pt x="3300206" y="211274"/>
                </a:lnTo>
                <a:lnTo>
                  <a:pt x="3310137" y="220511"/>
                </a:lnTo>
                <a:lnTo>
                  <a:pt x="3320068" y="202852"/>
                </a:lnTo>
                <a:lnTo>
                  <a:pt x="3330000" y="171133"/>
                </a:lnTo>
                <a:lnTo>
                  <a:pt x="3339931" y="145850"/>
                </a:lnTo>
                <a:lnTo>
                  <a:pt x="3349862" y="140120"/>
                </a:lnTo>
                <a:lnTo>
                  <a:pt x="3359794" y="149425"/>
                </a:lnTo>
                <a:lnTo>
                  <a:pt x="3369725" y="160748"/>
                </a:lnTo>
                <a:lnTo>
                  <a:pt x="3379656" y="167615"/>
                </a:lnTo>
                <a:lnTo>
                  <a:pt x="3389588" y="171972"/>
                </a:lnTo>
                <a:lnTo>
                  <a:pt x="3399519" y="178772"/>
                </a:lnTo>
                <a:lnTo>
                  <a:pt x="3409450" y="193709"/>
                </a:lnTo>
                <a:lnTo>
                  <a:pt x="3419382" y="218478"/>
                </a:lnTo>
                <a:lnTo>
                  <a:pt x="3429313" y="243764"/>
                </a:lnTo>
                <a:lnTo>
                  <a:pt x="3439245" y="253309"/>
                </a:lnTo>
                <a:lnTo>
                  <a:pt x="3449176" y="237164"/>
                </a:lnTo>
                <a:lnTo>
                  <a:pt x="3459107" y="197171"/>
                </a:lnTo>
                <a:lnTo>
                  <a:pt x="3469039" y="143469"/>
                </a:lnTo>
                <a:lnTo>
                  <a:pt x="3478970" y="92067"/>
                </a:lnTo>
                <a:lnTo>
                  <a:pt x="3488901" y="60535"/>
                </a:lnTo>
                <a:lnTo>
                  <a:pt x="3498833" y="58370"/>
                </a:lnTo>
                <a:lnTo>
                  <a:pt x="3508764" y="83753"/>
                </a:lnTo>
                <a:lnTo>
                  <a:pt x="3518695" y="130260"/>
                </a:lnTo>
                <a:lnTo>
                  <a:pt x="3528627" y="189403"/>
                </a:lnTo>
                <a:lnTo>
                  <a:pt x="3538558" y="247047"/>
                </a:lnTo>
                <a:lnTo>
                  <a:pt x="3548489" y="287082"/>
                </a:lnTo>
                <a:lnTo>
                  <a:pt x="3558421" y="299650"/>
                </a:lnTo>
                <a:lnTo>
                  <a:pt x="3568352" y="281042"/>
                </a:lnTo>
                <a:lnTo>
                  <a:pt x="3578283" y="232333"/>
                </a:lnTo>
                <a:lnTo>
                  <a:pt x="3588215" y="166781"/>
                </a:lnTo>
                <a:lnTo>
                  <a:pt x="3598146" y="110975"/>
                </a:lnTo>
                <a:lnTo>
                  <a:pt x="3608077" y="87831"/>
                </a:lnTo>
                <a:lnTo>
                  <a:pt x="3618009" y="100959"/>
                </a:lnTo>
                <a:lnTo>
                  <a:pt x="3627940" y="137741"/>
                </a:lnTo>
                <a:lnTo>
                  <a:pt x="3637872" y="179000"/>
                </a:lnTo>
                <a:lnTo>
                  <a:pt x="3647803" y="204338"/>
                </a:lnTo>
                <a:lnTo>
                  <a:pt x="3657734" y="201124"/>
                </a:lnTo>
                <a:lnTo>
                  <a:pt x="3667666" y="175417"/>
                </a:lnTo>
                <a:lnTo>
                  <a:pt x="3677597" y="148524"/>
                </a:lnTo>
                <a:lnTo>
                  <a:pt x="3687528" y="139997"/>
                </a:lnTo>
                <a:lnTo>
                  <a:pt x="3697460" y="155123"/>
                </a:lnTo>
                <a:lnTo>
                  <a:pt x="3707391" y="183898"/>
                </a:lnTo>
                <a:lnTo>
                  <a:pt x="3717322" y="207321"/>
                </a:lnTo>
                <a:lnTo>
                  <a:pt x="3727254" y="210037"/>
                </a:lnTo>
                <a:lnTo>
                  <a:pt x="3737185" y="193023"/>
                </a:lnTo>
                <a:lnTo>
                  <a:pt x="3747116" y="172503"/>
                </a:lnTo>
                <a:lnTo>
                  <a:pt x="3757048" y="165200"/>
                </a:lnTo>
                <a:lnTo>
                  <a:pt x="3766979" y="176111"/>
                </a:lnTo>
                <a:lnTo>
                  <a:pt x="3776910" y="197098"/>
                </a:lnTo>
                <a:lnTo>
                  <a:pt x="3786842" y="212228"/>
                </a:lnTo>
                <a:lnTo>
                  <a:pt x="3796773" y="207579"/>
                </a:lnTo>
                <a:lnTo>
                  <a:pt x="3806704" y="182248"/>
                </a:lnTo>
                <a:lnTo>
                  <a:pt x="3816636" y="150439"/>
                </a:lnTo>
                <a:lnTo>
                  <a:pt x="3826567" y="131087"/>
                </a:lnTo>
                <a:lnTo>
                  <a:pt x="3836499" y="134742"/>
                </a:lnTo>
                <a:lnTo>
                  <a:pt x="3846430" y="156723"/>
                </a:lnTo>
                <a:lnTo>
                  <a:pt x="3856361" y="179039"/>
                </a:lnTo>
                <a:lnTo>
                  <a:pt x="3866293" y="182260"/>
                </a:lnTo>
                <a:lnTo>
                  <a:pt x="3876224" y="161755"/>
                </a:lnTo>
                <a:lnTo>
                  <a:pt x="3886155" y="133667"/>
                </a:lnTo>
                <a:lnTo>
                  <a:pt x="3896087" y="124007"/>
                </a:lnTo>
                <a:lnTo>
                  <a:pt x="3906018" y="150425"/>
                </a:lnTo>
                <a:lnTo>
                  <a:pt x="3915949" y="208200"/>
                </a:lnTo>
                <a:lnTo>
                  <a:pt x="3925881" y="268053"/>
                </a:lnTo>
                <a:lnTo>
                  <a:pt x="3935812" y="291941"/>
                </a:lnTo>
                <a:lnTo>
                  <a:pt x="3945743" y="260034"/>
                </a:lnTo>
                <a:lnTo>
                  <a:pt x="3955675" y="185841"/>
                </a:lnTo>
                <a:lnTo>
                  <a:pt x="3965606" y="107220"/>
                </a:lnTo>
                <a:lnTo>
                  <a:pt x="3975537" y="65289"/>
                </a:lnTo>
                <a:lnTo>
                  <a:pt x="3985469" y="83917"/>
                </a:lnTo>
                <a:lnTo>
                  <a:pt x="3995400" y="153565"/>
                </a:lnTo>
                <a:lnTo>
                  <a:pt x="4005331" y="231484"/>
                </a:lnTo>
                <a:lnTo>
                  <a:pt x="4015263" y="268728"/>
                </a:lnTo>
                <a:lnTo>
                  <a:pt x="4025194" y="244237"/>
                </a:lnTo>
                <a:lnTo>
                  <a:pt x="4035126" y="174864"/>
                </a:lnTo>
                <a:lnTo>
                  <a:pt x="4045057" y="100302"/>
                </a:lnTo>
                <a:lnTo>
                  <a:pt x="4054988" y="62056"/>
                </a:lnTo>
                <a:lnTo>
                  <a:pt x="4064920" y="83005"/>
                </a:lnTo>
                <a:lnTo>
                  <a:pt x="4074851" y="151370"/>
                </a:lnTo>
                <a:lnTo>
                  <a:pt x="4084782" y="225986"/>
                </a:lnTo>
                <a:lnTo>
                  <a:pt x="4094714" y="265742"/>
                </a:lnTo>
                <a:lnTo>
                  <a:pt x="4104645" y="256421"/>
                </a:lnTo>
                <a:lnTo>
                  <a:pt x="4114576" y="213484"/>
                </a:lnTo>
                <a:lnTo>
                  <a:pt x="4124508" y="167892"/>
                </a:lnTo>
                <a:lnTo>
                  <a:pt x="4134439" y="147569"/>
                </a:lnTo>
                <a:lnTo>
                  <a:pt x="4144370" y="159828"/>
                </a:lnTo>
                <a:lnTo>
                  <a:pt x="4154302" y="186194"/>
                </a:lnTo>
                <a:lnTo>
                  <a:pt x="4164233" y="198860"/>
                </a:lnTo>
                <a:lnTo>
                  <a:pt x="4174164" y="184444"/>
                </a:lnTo>
                <a:lnTo>
                  <a:pt x="4184096" y="152277"/>
                </a:lnTo>
                <a:lnTo>
                  <a:pt x="4194027" y="125395"/>
                </a:lnTo>
                <a:lnTo>
                  <a:pt x="4203958" y="125971"/>
                </a:lnTo>
                <a:lnTo>
                  <a:pt x="4213890" y="160535"/>
                </a:lnTo>
                <a:lnTo>
                  <a:pt x="4223821" y="210682"/>
                </a:lnTo>
                <a:lnTo>
                  <a:pt x="4233753" y="241428"/>
                </a:lnTo>
                <a:lnTo>
                  <a:pt x="4243684" y="226632"/>
                </a:lnTo>
                <a:lnTo>
                  <a:pt x="4253615" y="169737"/>
                </a:lnTo>
                <a:lnTo>
                  <a:pt x="4263547" y="101592"/>
                </a:lnTo>
                <a:lnTo>
                  <a:pt x="4273478" y="60382"/>
                </a:lnTo>
                <a:lnTo>
                  <a:pt x="4283409" y="70626"/>
                </a:lnTo>
                <a:lnTo>
                  <a:pt x="4293341" y="131647"/>
                </a:lnTo>
                <a:lnTo>
                  <a:pt x="4303272" y="217574"/>
                </a:lnTo>
                <a:lnTo>
                  <a:pt x="4313203" y="289182"/>
                </a:lnTo>
                <a:lnTo>
                  <a:pt x="4323135" y="315036"/>
                </a:lnTo>
                <a:lnTo>
                  <a:pt x="4333066" y="290276"/>
                </a:lnTo>
                <a:lnTo>
                  <a:pt x="4342997" y="236949"/>
                </a:lnTo>
                <a:lnTo>
                  <a:pt x="4352929" y="184354"/>
                </a:lnTo>
                <a:lnTo>
                  <a:pt x="4362860" y="148875"/>
                </a:lnTo>
                <a:lnTo>
                  <a:pt x="4372791" y="130459"/>
                </a:lnTo>
                <a:lnTo>
                  <a:pt x="4382723" y="120514"/>
                </a:lnTo>
                <a:lnTo>
                  <a:pt x="4392654" y="109082"/>
                </a:lnTo>
                <a:lnTo>
                  <a:pt x="4402585" y="91810"/>
                </a:lnTo>
                <a:lnTo>
                  <a:pt x="4412517" y="77338"/>
                </a:lnTo>
                <a:lnTo>
                  <a:pt x="4422448" y="83695"/>
                </a:lnTo>
                <a:lnTo>
                  <a:pt x="4432380" y="121119"/>
                </a:lnTo>
                <a:lnTo>
                  <a:pt x="4442311" y="180445"/>
                </a:lnTo>
                <a:lnTo>
                  <a:pt x="4452242" y="240238"/>
                </a:lnTo>
                <a:lnTo>
                  <a:pt x="4462174" y="280759"/>
                </a:lnTo>
                <a:lnTo>
                  <a:pt x="4472105" y="290998"/>
                </a:lnTo>
                <a:lnTo>
                  <a:pt x="4482036" y="271281"/>
                </a:lnTo>
                <a:lnTo>
                  <a:pt x="4491968" y="233968"/>
                </a:lnTo>
                <a:lnTo>
                  <a:pt x="4501899" y="196446"/>
                </a:lnTo>
                <a:lnTo>
                  <a:pt x="4511830" y="169221"/>
                </a:lnTo>
                <a:lnTo>
                  <a:pt x="4521762" y="151823"/>
                </a:lnTo>
                <a:lnTo>
                  <a:pt x="4531693" y="138763"/>
                </a:lnTo>
                <a:lnTo>
                  <a:pt x="4541624" y="126072"/>
                </a:lnTo>
                <a:lnTo>
                  <a:pt x="4551556" y="114284"/>
                </a:lnTo>
                <a:lnTo>
                  <a:pt x="4561487" y="109000"/>
                </a:lnTo>
                <a:lnTo>
                  <a:pt x="4571418" y="116519"/>
                </a:lnTo>
                <a:lnTo>
                  <a:pt x="4581350" y="136222"/>
                </a:lnTo>
                <a:lnTo>
                  <a:pt x="4591281" y="159853"/>
                </a:lnTo>
                <a:lnTo>
                  <a:pt x="4601212" y="179871"/>
                </a:lnTo>
                <a:lnTo>
                  <a:pt x="4611144" y="195202"/>
                </a:lnTo>
                <a:lnTo>
                  <a:pt x="4621075" y="208282"/>
                </a:lnTo>
                <a:lnTo>
                  <a:pt x="4631007" y="220626"/>
                </a:lnTo>
                <a:lnTo>
                  <a:pt x="4640938" y="231488"/>
                </a:lnTo>
                <a:lnTo>
                  <a:pt x="4650869" y="236696"/>
                </a:lnTo>
                <a:lnTo>
                  <a:pt x="4660801" y="228962"/>
                </a:lnTo>
                <a:lnTo>
                  <a:pt x="4670732" y="203674"/>
                </a:lnTo>
                <a:lnTo>
                  <a:pt x="4680663" y="165596"/>
                </a:lnTo>
                <a:lnTo>
                  <a:pt x="4690595" y="128684"/>
                </a:lnTo>
                <a:lnTo>
                  <a:pt x="4700526" y="109482"/>
                </a:lnTo>
                <a:lnTo>
                  <a:pt x="4710457" y="118606"/>
                </a:lnTo>
                <a:lnTo>
                  <a:pt x="4720389" y="152818"/>
                </a:lnTo>
                <a:lnTo>
                  <a:pt x="4730320" y="192961"/>
                </a:lnTo>
                <a:lnTo>
                  <a:pt x="4740251" y="213746"/>
                </a:lnTo>
                <a:lnTo>
                  <a:pt x="4750183" y="200460"/>
                </a:lnTo>
                <a:lnTo>
                  <a:pt x="4760114" y="159164"/>
                </a:lnTo>
                <a:lnTo>
                  <a:pt x="4770045" y="113580"/>
                </a:lnTo>
                <a:lnTo>
                  <a:pt x="4779977" y="92154"/>
                </a:lnTo>
                <a:lnTo>
                  <a:pt x="4789908" y="112241"/>
                </a:lnTo>
                <a:lnTo>
                  <a:pt x="4799839" y="169633"/>
                </a:lnTo>
                <a:lnTo>
                  <a:pt x="4809771" y="240141"/>
                </a:lnTo>
                <a:lnTo>
                  <a:pt x="4819702" y="291862"/>
                </a:lnTo>
                <a:lnTo>
                  <a:pt x="4829634" y="300452"/>
                </a:lnTo>
                <a:lnTo>
                  <a:pt x="4839565" y="261166"/>
                </a:lnTo>
                <a:lnTo>
                  <a:pt x="4849496" y="192104"/>
                </a:lnTo>
                <a:lnTo>
                  <a:pt x="4859428" y="124123"/>
                </a:lnTo>
                <a:lnTo>
                  <a:pt x="4869359" y="83430"/>
                </a:lnTo>
                <a:lnTo>
                  <a:pt x="4879290" y="80714"/>
                </a:lnTo>
                <a:lnTo>
                  <a:pt x="4889222" y="110674"/>
                </a:lnTo>
                <a:lnTo>
                  <a:pt x="4899153" y="155553"/>
                </a:lnTo>
                <a:lnTo>
                  <a:pt x="4909084" y="192411"/>
                </a:lnTo>
                <a:lnTo>
                  <a:pt x="4919016" y="205997"/>
                </a:lnTo>
                <a:lnTo>
                  <a:pt x="4928947" y="196881"/>
                </a:lnTo>
                <a:lnTo>
                  <a:pt x="4938878" y="175789"/>
                </a:lnTo>
                <a:lnTo>
                  <a:pt x="4948810" y="154343"/>
                </a:lnTo>
                <a:lnTo>
                  <a:pt x="4958741" y="143361"/>
                </a:lnTo>
                <a:lnTo>
                  <a:pt x="4968672" y="151750"/>
                </a:lnTo>
                <a:lnTo>
                  <a:pt x="4978604" y="179972"/>
                </a:lnTo>
                <a:lnTo>
                  <a:pt x="4988535" y="217878"/>
                </a:lnTo>
                <a:lnTo>
                  <a:pt x="4998466" y="251231"/>
                </a:lnTo>
                <a:lnTo>
                  <a:pt x="5008398" y="266770"/>
                </a:lnTo>
                <a:lnTo>
                  <a:pt x="5018329" y="253793"/>
                </a:lnTo>
                <a:lnTo>
                  <a:pt x="5028261" y="210111"/>
                </a:lnTo>
                <a:lnTo>
                  <a:pt x="5038192" y="147640"/>
                </a:lnTo>
                <a:lnTo>
                  <a:pt x="5048123" y="87084"/>
                </a:lnTo>
                <a:lnTo>
                  <a:pt x="5058055" y="48008"/>
                </a:lnTo>
                <a:lnTo>
                  <a:pt x="5067986" y="44555"/>
                </a:lnTo>
                <a:lnTo>
                  <a:pt x="5077917" y="81262"/>
                </a:lnTo>
                <a:lnTo>
                  <a:pt x="5087849" y="146131"/>
                </a:lnTo>
                <a:lnTo>
                  <a:pt x="5097780" y="213831"/>
                </a:lnTo>
              </a:path>
            </a:pathLst>
          </a:custGeom>
          <a:solidFill>
            <a:srgbClr val="FFFFFF">
              <a:alpha val="0"/>
            </a:srgbClr>
          </a:solidFill>
          <a:ln w="13335" cap="rnd">
            <a:solidFill>
              <a:srgbClr val="007C83"/>
            </a:solidFill>
            <a:prstDash val="dash"/>
          </a:ln>
        </p:spPr>
      </p:sp>
      <p:sp>
        <p:nvSpPr>
          <p:cNvPr id="55" name="Text 53"/>
          <p:cNvSpPr/>
          <p:nvPr/>
        </p:nvSpPr>
        <p:spPr>
          <a:xfrm>
            <a:off x="6007608" y="4041648"/>
            <a:ext cx="347472" cy="192024"/>
          </a:xfrm>
          <a:prstGeom prst="rect">
            <a:avLst/>
          </a:prstGeom>
          <a:noFill/>
          <a:ln/>
        </p:spPr>
        <p:txBody>
          <a:bodyPr wrap="square" lIns="0" tIns="0" rIns="0" bIns="0" rtlCol="0" anchor="t"/>
          <a:lstStyle/>
          <a:p>
            <a:pPr algn="r" indent="0" marL="0">
              <a:lnSpc>
                <a:spcPct val="100000"/>
              </a:lnSpc>
              <a:buNone/>
            </a:pPr>
            <a:r>
              <a:rPr lang="ko-KR" altLang="en-US" sz="850" dirty="0">
                <a:solidFill>
                  <a:srgbClr val="647986"/>
                </a:solidFill>
                <a:latin typeface="Pretendard" pitchFamily="34" charset="0"/>
                <a:ea typeface="Pretendard" pitchFamily="34" charset="-122"/>
                <a:cs typeface="Pretendard" pitchFamily="34" charset="-120"/>
              </a:rPr>
              <a:t>-2.4</a:t>
            </a:r>
            <a:endParaRPr lang="ko-KR" sz="850" dirty="0"/>
          </a:p>
        </p:txBody>
      </p:sp>
      <p:sp>
        <p:nvSpPr>
          <p:cNvPr id="56" name="Text 54"/>
          <p:cNvSpPr/>
          <p:nvPr/>
        </p:nvSpPr>
        <p:spPr>
          <a:xfrm>
            <a:off x="6007608" y="3858768"/>
            <a:ext cx="347472" cy="192024"/>
          </a:xfrm>
          <a:prstGeom prst="rect">
            <a:avLst/>
          </a:prstGeom>
          <a:noFill/>
          <a:ln/>
        </p:spPr>
        <p:txBody>
          <a:bodyPr wrap="square" lIns="0" tIns="0" rIns="0" bIns="0" rtlCol="0" anchor="t"/>
          <a:lstStyle/>
          <a:p>
            <a:pPr algn="r" indent="0" marL="0">
              <a:lnSpc>
                <a:spcPct val="100000"/>
              </a:lnSpc>
              <a:buNone/>
            </a:pPr>
            <a:r>
              <a:rPr lang="ko-KR" altLang="en-US" sz="850" dirty="0">
                <a:solidFill>
                  <a:srgbClr val="647986"/>
                </a:solidFill>
                <a:latin typeface="Pretendard" pitchFamily="34" charset="0"/>
                <a:ea typeface="Pretendard" pitchFamily="34" charset="-122"/>
                <a:cs typeface="Pretendard" pitchFamily="34" charset="-120"/>
              </a:rPr>
              <a:t>0.0</a:t>
            </a:r>
            <a:endParaRPr lang="ko-KR" sz="850" dirty="0"/>
          </a:p>
        </p:txBody>
      </p:sp>
      <p:sp>
        <p:nvSpPr>
          <p:cNvPr id="57" name="Text 55"/>
          <p:cNvSpPr/>
          <p:nvPr/>
        </p:nvSpPr>
        <p:spPr>
          <a:xfrm>
            <a:off x="6007608" y="3675888"/>
            <a:ext cx="347472" cy="192024"/>
          </a:xfrm>
          <a:prstGeom prst="rect">
            <a:avLst/>
          </a:prstGeom>
          <a:noFill/>
          <a:ln/>
        </p:spPr>
        <p:txBody>
          <a:bodyPr wrap="square" lIns="0" tIns="0" rIns="0" bIns="0" rtlCol="0" anchor="t"/>
          <a:lstStyle/>
          <a:p>
            <a:pPr algn="r" indent="0" marL="0">
              <a:lnSpc>
                <a:spcPct val="100000"/>
              </a:lnSpc>
              <a:buNone/>
            </a:pPr>
            <a:r>
              <a:rPr lang="ko-KR" altLang="en-US" sz="850" dirty="0">
                <a:solidFill>
                  <a:srgbClr val="647986"/>
                </a:solidFill>
                <a:latin typeface="Pretendard" pitchFamily="34" charset="0"/>
                <a:ea typeface="Pretendard" pitchFamily="34" charset="-122"/>
                <a:cs typeface="Pretendard" pitchFamily="34" charset="-120"/>
              </a:rPr>
              <a:t>2.4</a:t>
            </a:r>
            <a:endParaRPr lang="ko-KR" sz="850" dirty="0"/>
          </a:p>
        </p:txBody>
      </p:sp>
      <p:sp>
        <p:nvSpPr>
          <p:cNvPr id="58" name="Shape 56"/>
          <p:cNvSpPr/>
          <p:nvPr/>
        </p:nvSpPr>
        <p:spPr>
          <a:xfrm>
            <a:off x="6428232" y="4224528"/>
            <a:ext cx="5074920" cy="164592"/>
          </a:xfrm>
          <a:prstGeom prst="rect">
            <a:avLst>
              <a:gd name="adj" fmla="val 55556"/>
            </a:avLst>
          </a:prstGeom>
          <a:solidFill>
            <a:srgbClr val="FFFFFF"/>
          </a:solidFill>
          <a:ln w="12700">
            <a:solidFill>
              <a:srgbClr val="DAE3E7"/>
            </a:solidFill>
            <a:prstDash val="solid"/>
          </a:ln>
        </p:spPr>
      </p:sp>
      <p:sp>
        <p:nvSpPr>
          <p:cNvPr id="59" name="Shape 57"/>
          <p:cNvSpPr/>
          <p:nvPr/>
        </p:nvSpPr>
        <p:spPr>
          <a:xfrm>
            <a:off x="6428232" y="4306824"/>
            <a:ext cx="5074920" cy="0"/>
          </a:xfrm>
          <a:prstGeom prst="line">
            <a:avLst/>
          </a:prstGeom>
          <a:noFill/>
          <a:ln w="8255">
            <a:solidFill>
              <a:srgbClr val="DAE3E7"/>
            </a:solidFill>
            <a:prstDash val="solid"/>
          </a:ln>
        </p:spPr>
      </p:sp>
      <p:sp>
        <p:nvSpPr>
          <p:cNvPr id="60" name="wave_11"/>
          <p:cNvSpPr/>
          <p:nvPr/>
        </p:nvSpPr>
        <p:spPr>
          <a:xfrm>
            <a:off x="6405372" y="4262266"/>
            <a:ext cx="5120640" cy="85576"/>
          </a:xfrm>
          <a:custGeom>
            <a:avLst/>
            <a:gdLst/>
            <a:ahLst/>
            <a:cxnLst/>
            <a:rect l="l" t="t" r="r" b="b"/>
            <a:pathLst>
              <a:path w="5120640" h="85576" fill="none" stroke="1" extrusionOk="0">
                <a:moveTo>
                  <a:pt x="22860" y="48244"/>
                </a:moveTo>
                <a:lnTo>
                  <a:pt x="32791" y="47267"/>
                </a:lnTo>
                <a:lnTo>
                  <a:pt x="42723" y="45231"/>
                </a:lnTo>
                <a:lnTo>
                  <a:pt x="52654" y="42755"/>
                </a:lnTo>
                <a:lnTo>
                  <a:pt x="62585" y="39636"/>
                </a:lnTo>
                <a:lnTo>
                  <a:pt x="72517" y="38167"/>
                </a:lnTo>
                <a:lnTo>
                  <a:pt x="82448" y="40017"/>
                </a:lnTo>
                <a:lnTo>
                  <a:pt x="92379" y="42029"/>
                </a:lnTo>
                <a:lnTo>
                  <a:pt x="102311" y="41013"/>
                </a:lnTo>
                <a:lnTo>
                  <a:pt x="112242" y="39675"/>
                </a:lnTo>
                <a:lnTo>
                  <a:pt x="122174" y="42323"/>
                </a:lnTo>
                <a:lnTo>
                  <a:pt x="132105" y="48097"/>
                </a:lnTo>
                <a:lnTo>
                  <a:pt x="142036" y="53003"/>
                </a:lnTo>
                <a:lnTo>
                  <a:pt x="151968" y="55010"/>
                </a:lnTo>
                <a:lnTo>
                  <a:pt x="161899" y="53708"/>
                </a:lnTo>
                <a:lnTo>
                  <a:pt x="171830" y="48659"/>
                </a:lnTo>
                <a:lnTo>
                  <a:pt x="181762" y="41206"/>
                </a:lnTo>
                <a:lnTo>
                  <a:pt x="191693" y="35368"/>
                </a:lnTo>
                <a:lnTo>
                  <a:pt x="201624" y="34839"/>
                </a:lnTo>
                <a:lnTo>
                  <a:pt x="211556" y="39817"/>
                </a:lnTo>
                <a:lnTo>
                  <a:pt x="221487" y="46846"/>
                </a:lnTo>
                <a:lnTo>
                  <a:pt x="231418" y="51513"/>
                </a:lnTo>
                <a:lnTo>
                  <a:pt x="241350" y="51945"/>
                </a:lnTo>
                <a:lnTo>
                  <a:pt x="251281" y="49460"/>
                </a:lnTo>
                <a:lnTo>
                  <a:pt x="261212" y="45691"/>
                </a:lnTo>
                <a:lnTo>
                  <a:pt x="271144" y="41167"/>
                </a:lnTo>
                <a:lnTo>
                  <a:pt x="281075" y="37143"/>
                </a:lnTo>
                <a:lnTo>
                  <a:pt x="291006" y="35583"/>
                </a:lnTo>
                <a:lnTo>
                  <a:pt x="300938" y="36519"/>
                </a:lnTo>
                <a:lnTo>
                  <a:pt x="310869" y="38314"/>
                </a:lnTo>
                <a:lnTo>
                  <a:pt x="320801" y="40528"/>
                </a:lnTo>
                <a:lnTo>
                  <a:pt x="330732" y="43815"/>
                </a:lnTo>
                <a:lnTo>
                  <a:pt x="340663" y="48075"/>
                </a:lnTo>
                <a:lnTo>
                  <a:pt x="350595" y="52833"/>
                </a:lnTo>
                <a:lnTo>
                  <a:pt x="360526" y="57283"/>
                </a:lnTo>
                <a:lnTo>
                  <a:pt x="370457" y="58815"/>
                </a:lnTo>
                <a:lnTo>
                  <a:pt x="380389" y="54987"/>
                </a:lnTo>
                <a:lnTo>
                  <a:pt x="390320" y="47496"/>
                </a:lnTo>
                <a:lnTo>
                  <a:pt x="400251" y="40522"/>
                </a:lnTo>
                <a:lnTo>
                  <a:pt x="410183" y="36105"/>
                </a:lnTo>
                <a:lnTo>
                  <a:pt x="420114" y="34818"/>
                </a:lnTo>
                <a:lnTo>
                  <a:pt x="430045" y="37890"/>
                </a:lnTo>
                <a:lnTo>
                  <a:pt x="439977" y="43996"/>
                </a:lnTo>
                <a:lnTo>
                  <a:pt x="449908" y="47666"/>
                </a:lnTo>
                <a:lnTo>
                  <a:pt x="459839" y="45393"/>
                </a:lnTo>
                <a:lnTo>
                  <a:pt x="469771" y="39915"/>
                </a:lnTo>
                <a:lnTo>
                  <a:pt x="479702" y="35935"/>
                </a:lnTo>
                <a:lnTo>
                  <a:pt x="489633" y="35650"/>
                </a:lnTo>
                <a:lnTo>
                  <a:pt x="499565" y="39309"/>
                </a:lnTo>
                <a:lnTo>
                  <a:pt x="509496" y="45494"/>
                </a:lnTo>
                <a:lnTo>
                  <a:pt x="519428" y="51010"/>
                </a:lnTo>
                <a:lnTo>
                  <a:pt x="529359" y="54162"/>
                </a:lnTo>
                <a:lnTo>
                  <a:pt x="539290" y="56107"/>
                </a:lnTo>
                <a:lnTo>
                  <a:pt x="549222" y="56627"/>
                </a:lnTo>
                <a:lnTo>
                  <a:pt x="559153" y="53334"/>
                </a:lnTo>
                <a:lnTo>
                  <a:pt x="569084" y="47248"/>
                </a:lnTo>
                <a:lnTo>
                  <a:pt x="579016" y="42778"/>
                </a:lnTo>
                <a:lnTo>
                  <a:pt x="588947" y="40344"/>
                </a:lnTo>
                <a:lnTo>
                  <a:pt x="598878" y="36317"/>
                </a:lnTo>
                <a:lnTo>
                  <a:pt x="608810" y="31547"/>
                </a:lnTo>
                <a:lnTo>
                  <a:pt x="618741" y="31859"/>
                </a:lnTo>
                <a:lnTo>
                  <a:pt x="628672" y="38555"/>
                </a:lnTo>
                <a:lnTo>
                  <a:pt x="638604" y="46009"/>
                </a:lnTo>
                <a:lnTo>
                  <a:pt x="648535" y="50071"/>
                </a:lnTo>
                <a:lnTo>
                  <a:pt x="658466" y="51920"/>
                </a:lnTo>
                <a:lnTo>
                  <a:pt x="668398" y="52365"/>
                </a:lnTo>
                <a:lnTo>
                  <a:pt x="678329" y="49151"/>
                </a:lnTo>
                <a:lnTo>
                  <a:pt x="688260" y="42446"/>
                </a:lnTo>
                <a:lnTo>
                  <a:pt x="698192" y="37633"/>
                </a:lnTo>
                <a:lnTo>
                  <a:pt x="708123" y="39117"/>
                </a:lnTo>
                <a:lnTo>
                  <a:pt x="718055" y="44671"/>
                </a:lnTo>
                <a:lnTo>
                  <a:pt x="727986" y="49002"/>
                </a:lnTo>
                <a:lnTo>
                  <a:pt x="737917" y="50051"/>
                </a:lnTo>
                <a:lnTo>
                  <a:pt x="747849" y="48663"/>
                </a:lnTo>
                <a:lnTo>
                  <a:pt x="757780" y="45323"/>
                </a:lnTo>
                <a:lnTo>
                  <a:pt x="767711" y="41328"/>
                </a:lnTo>
                <a:lnTo>
                  <a:pt x="777643" y="40332"/>
                </a:lnTo>
                <a:lnTo>
                  <a:pt x="787574" y="44487"/>
                </a:lnTo>
                <a:lnTo>
                  <a:pt x="797505" y="51301"/>
                </a:lnTo>
                <a:lnTo>
                  <a:pt x="807437" y="56906"/>
                </a:lnTo>
                <a:lnTo>
                  <a:pt x="817368" y="59086"/>
                </a:lnTo>
                <a:lnTo>
                  <a:pt x="827299" y="56062"/>
                </a:lnTo>
                <a:lnTo>
                  <a:pt x="837231" y="47526"/>
                </a:lnTo>
                <a:lnTo>
                  <a:pt x="847162" y="37520"/>
                </a:lnTo>
                <a:lnTo>
                  <a:pt x="857093" y="30864"/>
                </a:lnTo>
                <a:lnTo>
                  <a:pt x="867025" y="27871"/>
                </a:lnTo>
                <a:lnTo>
                  <a:pt x="876956" y="27829"/>
                </a:lnTo>
                <a:lnTo>
                  <a:pt x="886887" y="33175"/>
                </a:lnTo>
                <a:lnTo>
                  <a:pt x="896819" y="43490"/>
                </a:lnTo>
                <a:lnTo>
                  <a:pt x="906750" y="51588"/>
                </a:lnTo>
                <a:lnTo>
                  <a:pt x="916682" y="52821"/>
                </a:lnTo>
                <a:lnTo>
                  <a:pt x="926613" y="51332"/>
                </a:lnTo>
                <a:lnTo>
                  <a:pt x="936544" y="51370"/>
                </a:lnTo>
                <a:lnTo>
                  <a:pt x="946476" y="51134"/>
                </a:lnTo>
                <a:lnTo>
                  <a:pt x="956407" y="49862"/>
                </a:lnTo>
                <a:lnTo>
                  <a:pt x="966338" y="51076"/>
                </a:lnTo>
                <a:lnTo>
                  <a:pt x="976270" y="54806"/>
                </a:lnTo>
                <a:lnTo>
                  <a:pt x="986201" y="55602"/>
                </a:lnTo>
                <a:lnTo>
                  <a:pt x="996132" y="50407"/>
                </a:lnTo>
                <a:lnTo>
                  <a:pt x="1006064" y="41284"/>
                </a:lnTo>
                <a:lnTo>
                  <a:pt x="1015995" y="31635"/>
                </a:lnTo>
                <a:lnTo>
                  <a:pt x="1025926" y="25817"/>
                </a:lnTo>
                <a:lnTo>
                  <a:pt x="1035858" y="28400"/>
                </a:lnTo>
                <a:lnTo>
                  <a:pt x="1045789" y="38315"/>
                </a:lnTo>
                <a:lnTo>
                  <a:pt x="1055720" y="48445"/>
                </a:lnTo>
                <a:lnTo>
                  <a:pt x="1065652" y="53748"/>
                </a:lnTo>
                <a:lnTo>
                  <a:pt x="1075583" y="54146"/>
                </a:lnTo>
                <a:lnTo>
                  <a:pt x="1085514" y="50117"/>
                </a:lnTo>
                <a:lnTo>
                  <a:pt x="1095446" y="43151"/>
                </a:lnTo>
                <a:lnTo>
                  <a:pt x="1105377" y="38720"/>
                </a:lnTo>
                <a:lnTo>
                  <a:pt x="1115309" y="41165"/>
                </a:lnTo>
                <a:lnTo>
                  <a:pt x="1125240" y="47927"/>
                </a:lnTo>
                <a:lnTo>
                  <a:pt x="1135171" y="53749"/>
                </a:lnTo>
                <a:lnTo>
                  <a:pt x="1145103" y="55958"/>
                </a:lnTo>
                <a:lnTo>
                  <a:pt x="1155034" y="52870"/>
                </a:lnTo>
                <a:lnTo>
                  <a:pt x="1164965" y="44066"/>
                </a:lnTo>
                <a:lnTo>
                  <a:pt x="1174897" y="34422"/>
                </a:lnTo>
                <a:lnTo>
                  <a:pt x="1184828" y="30940"/>
                </a:lnTo>
                <a:lnTo>
                  <a:pt x="1194759" y="34853"/>
                </a:lnTo>
                <a:lnTo>
                  <a:pt x="1204691" y="42158"/>
                </a:lnTo>
                <a:lnTo>
                  <a:pt x="1214622" y="49207"/>
                </a:lnTo>
                <a:lnTo>
                  <a:pt x="1224553" y="52642"/>
                </a:lnTo>
                <a:lnTo>
                  <a:pt x="1234485" y="48902"/>
                </a:lnTo>
                <a:lnTo>
                  <a:pt x="1244416" y="39588"/>
                </a:lnTo>
                <a:lnTo>
                  <a:pt x="1254347" y="32710"/>
                </a:lnTo>
                <a:lnTo>
                  <a:pt x="1264279" y="34418"/>
                </a:lnTo>
                <a:lnTo>
                  <a:pt x="1274210" y="43122"/>
                </a:lnTo>
                <a:lnTo>
                  <a:pt x="1284141" y="52926"/>
                </a:lnTo>
                <a:lnTo>
                  <a:pt x="1294073" y="58763"/>
                </a:lnTo>
                <a:lnTo>
                  <a:pt x="1304004" y="58463"/>
                </a:lnTo>
                <a:lnTo>
                  <a:pt x="1313936" y="53345"/>
                </a:lnTo>
                <a:lnTo>
                  <a:pt x="1323867" y="46363"/>
                </a:lnTo>
                <a:lnTo>
                  <a:pt x="1333798" y="39265"/>
                </a:lnTo>
                <a:lnTo>
                  <a:pt x="1343730" y="33961"/>
                </a:lnTo>
                <a:lnTo>
                  <a:pt x="1353661" y="34179"/>
                </a:lnTo>
                <a:lnTo>
                  <a:pt x="1363592" y="40292"/>
                </a:lnTo>
                <a:lnTo>
                  <a:pt x="1373524" y="45380"/>
                </a:lnTo>
                <a:lnTo>
                  <a:pt x="1383455" y="43004"/>
                </a:lnTo>
                <a:lnTo>
                  <a:pt x="1393386" y="36207"/>
                </a:lnTo>
                <a:lnTo>
                  <a:pt x="1403318" y="33087"/>
                </a:lnTo>
                <a:lnTo>
                  <a:pt x="1413249" y="36834"/>
                </a:lnTo>
                <a:lnTo>
                  <a:pt x="1423180" y="44936"/>
                </a:lnTo>
                <a:lnTo>
                  <a:pt x="1433112" y="54102"/>
                </a:lnTo>
                <a:lnTo>
                  <a:pt x="1443043" y="61195"/>
                </a:lnTo>
                <a:lnTo>
                  <a:pt x="1452974" y="62426"/>
                </a:lnTo>
                <a:lnTo>
                  <a:pt x="1462906" y="55714"/>
                </a:lnTo>
                <a:lnTo>
                  <a:pt x="1472837" y="43337"/>
                </a:lnTo>
                <a:lnTo>
                  <a:pt x="1482768" y="31385"/>
                </a:lnTo>
                <a:lnTo>
                  <a:pt x="1492700" y="26253"/>
                </a:lnTo>
                <a:lnTo>
                  <a:pt x="1502631" y="29877"/>
                </a:lnTo>
                <a:lnTo>
                  <a:pt x="1512563" y="38082"/>
                </a:lnTo>
                <a:lnTo>
                  <a:pt x="1522494" y="45236"/>
                </a:lnTo>
                <a:lnTo>
                  <a:pt x="1532425" y="49463"/>
                </a:lnTo>
                <a:lnTo>
                  <a:pt x="1542357" y="51433"/>
                </a:lnTo>
                <a:lnTo>
                  <a:pt x="1552288" y="51095"/>
                </a:lnTo>
                <a:lnTo>
                  <a:pt x="1562219" y="48815"/>
                </a:lnTo>
                <a:lnTo>
                  <a:pt x="1572151" y="46885"/>
                </a:lnTo>
                <a:lnTo>
                  <a:pt x="1582082" y="46837"/>
                </a:lnTo>
                <a:lnTo>
                  <a:pt x="1592013" y="47518"/>
                </a:lnTo>
                <a:lnTo>
                  <a:pt x="1601945" y="47310"/>
                </a:lnTo>
                <a:lnTo>
                  <a:pt x="1611876" y="45915"/>
                </a:lnTo>
                <a:lnTo>
                  <a:pt x="1621807" y="43802"/>
                </a:lnTo>
                <a:lnTo>
                  <a:pt x="1631739" y="42104"/>
                </a:lnTo>
                <a:lnTo>
                  <a:pt x="1641670" y="42236"/>
                </a:lnTo>
                <a:lnTo>
                  <a:pt x="1651601" y="43974"/>
                </a:lnTo>
                <a:lnTo>
                  <a:pt x="1661533" y="45433"/>
                </a:lnTo>
                <a:lnTo>
                  <a:pt x="1671464" y="45348"/>
                </a:lnTo>
                <a:lnTo>
                  <a:pt x="1681395" y="43300"/>
                </a:lnTo>
                <a:lnTo>
                  <a:pt x="1691327" y="39077"/>
                </a:lnTo>
                <a:lnTo>
                  <a:pt x="1701258" y="34762"/>
                </a:lnTo>
                <a:lnTo>
                  <a:pt x="1711190" y="34758"/>
                </a:lnTo>
                <a:lnTo>
                  <a:pt x="1721121" y="40372"/>
                </a:lnTo>
                <a:lnTo>
                  <a:pt x="1731052" y="47658"/>
                </a:lnTo>
                <a:lnTo>
                  <a:pt x="1740984" y="53032"/>
                </a:lnTo>
                <a:lnTo>
                  <a:pt x="1750915" y="56433"/>
                </a:lnTo>
                <a:lnTo>
                  <a:pt x="1760846" y="57488"/>
                </a:lnTo>
                <a:lnTo>
                  <a:pt x="1770778" y="54517"/>
                </a:lnTo>
                <a:lnTo>
                  <a:pt x="1780709" y="48616"/>
                </a:lnTo>
                <a:lnTo>
                  <a:pt x="1790640" y="43239"/>
                </a:lnTo>
                <a:lnTo>
                  <a:pt x="1800572" y="39814"/>
                </a:lnTo>
                <a:lnTo>
                  <a:pt x="1810503" y="38185"/>
                </a:lnTo>
                <a:lnTo>
                  <a:pt x="1820434" y="38797"/>
                </a:lnTo>
                <a:lnTo>
                  <a:pt x="1830366" y="40290"/>
                </a:lnTo>
                <a:lnTo>
                  <a:pt x="1840297" y="39452"/>
                </a:lnTo>
                <a:lnTo>
                  <a:pt x="1850228" y="37139"/>
                </a:lnTo>
                <a:lnTo>
                  <a:pt x="1860160" y="38419"/>
                </a:lnTo>
                <a:lnTo>
                  <a:pt x="1870091" y="44381"/>
                </a:lnTo>
                <a:lnTo>
                  <a:pt x="1880023" y="50517"/>
                </a:lnTo>
                <a:lnTo>
                  <a:pt x="1889954" y="54071"/>
                </a:lnTo>
                <a:lnTo>
                  <a:pt x="1899885" y="55520"/>
                </a:lnTo>
                <a:lnTo>
                  <a:pt x="1909817" y="53688"/>
                </a:lnTo>
                <a:lnTo>
                  <a:pt x="1919748" y="47465"/>
                </a:lnTo>
                <a:lnTo>
                  <a:pt x="1929679" y="40513"/>
                </a:lnTo>
                <a:lnTo>
                  <a:pt x="1939611" y="37122"/>
                </a:lnTo>
                <a:lnTo>
                  <a:pt x="1949542" y="36706"/>
                </a:lnTo>
                <a:lnTo>
                  <a:pt x="1959473" y="37783"/>
                </a:lnTo>
                <a:lnTo>
                  <a:pt x="1969405" y="41612"/>
                </a:lnTo>
                <a:lnTo>
                  <a:pt x="1979336" y="47287"/>
                </a:lnTo>
                <a:lnTo>
                  <a:pt x="1989267" y="50409"/>
                </a:lnTo>
                <a:lnTo>
                  <a:pt x="1999199" y="50018"/>
                </a:lnTo>
                <a:lnTo>
                  <a:pt x="2009130" y="49309"/>
                </a:lnTo>
                <a:lnTo>
                  <a:pt x="2019061" y="48391"/>
                </a:lnTo>
                <a:lnTo>
                  <a:pt x="2028993" y="44652"/>
                </a:lnTo>
                <a:lnTo>
                  <a:pt x="2038924" y="39594"/>
                </a:lnTo>
                <a:lnTo>
                  <a:pt x="2048855" y="36961"/>
                </a:lnTo>
                <a:lnTo>
                  <a:pt x="2058787" y="36476"/>
                </a:lnTo>
                <a:lnTo>
                  <a:pt x="2068718" y="36884"/>
                </a:lnTo>
                <a:lnTo>
                  <a:pt x="2078650" y="40510"/>
                </a:lnTo>
                <a:lnTo>
                  <a:pt x="2088581" y="47819"/>
                </a:lnTo>
                <a:lnTo>
                  <a:pt x="2098512" y="53552"/>
                </a:lnTo>
                <a:lnTo>
                  <a:pt x="2108444" y="54363"/>
                </a:lnTo>
                <a:lnTo>
                  <a:pt x="2118375" y="53404"/>
                </a:lnTo>
                <a:lnTo>
                  <a:pt x="2128306" y="52916"/>
                </a:lnTo>
                <a:lnTo>
                  <a:pt x="2138238" y="50090"/>
                </a:lnTo>
                <a:lnTo>
                  <a:pt x="2148169" y="43781"/>
                </a:lnTo>
                <a:lnTo>
                  <a:pt x="2158100" y="37669"/>
                </a:lnTo>
                <a:lnTo>
                  <a:pt x="2168032" y="34443"/>
                </a:lnTo>
                <a:lnTo>
                  <a:pt x="2177963" y="33253"/>
                </a:lnTo>
                <a:lnTo>
                  <a:pt x="2187894" y="33591"/>
                </a:lnTo>
                <a:lnTo>
                  <a:pt x="2197826" y="36294"/>
                </a:lnTo>
                <a:lnTo>
                  <a:pt x="2207757" y="41077"/>
                </a:lnTo>
                <a:lnTo>
                  <a:pt x="2217688" y="46583"/>
                </a:lnTo>
                <a:lnTo>
                  <a:pt x="2227620" y="51488"/>
                </a:lnTo>
                <a:lnTo>
                  <a:pt x="2237551" y="54092"/>
                </a:lnTo>
                <a:lnTo>
                  <a:pt x="2247482" y="53366"/>
                </a:lnTo>
                <a:lnTo>
                  <a:pt x="2257414" y="50498"/>
                </a:lnTo>
                <a:lnTo>
                  <a:pt x="2267345" y="47016"/>
                </a:lnTo>
                <a:lnTo>
                  <a:pt x="2277277" y="43100"/>
                </a:lnTo>
                <a:lnTo>
                  <a:pt x="2287208" y="39753"/>
                </a:lnTo>
                <a:lnTo>
                  <a:pt x="2297139" y="39202"/>
                </a:lnTo>
                <a:lnTo>
                  <a:pt x="2307071" y="41492"/>
                </a:lnTo>
                <a:lnTo>
                  <a:pt x="2317002" y="44539"/>
                </a:lnTo>
                <a:lnTo>
                  <a:pt x="2326933" y="47451"/>
                </a:lnTo>
                <a:lnTo>
                  <a:pt x="2336865" y="49213"/>
                </a:lnTo>
                <a:lnTo>
                  <a:pt x="2346796" y="46526"/>
                </a:lnTo>
                <a:lnTo>
                  <a:pt x="2356727" y="38979"/>
                </a:lnTo>
                <a:lnTo>
                  <a:pt x="2366659" y="32950"/>
                </a:lnTo>
                <a:lnTo>
                  <a:pt x="2376590" y="34100"/>
                </a:lnTo>
                <a:lnTo>
                  <a:pt x="2386521" y="40069"/>
                </a:lnTo>
                <a:lnTo>
                  <a:pt x="2396453" y="45850"/>
                </a:lnTo>
                <a:lnTo>
                  <a:pt x="2406384" y="50829"/>
                </a:lnTo>
                <a:lnTo>
                  <a:pt x="2416315" y="55619"/>
                </a:lnTo>
                <a:lnTo>
                  <a:pt x="2426247" y="57966"/>
                </a:lnTo>
                <a:lnTo>
                  <a:pt x="2436178" y="56323"/>
                </a:lnTo>
                <a:lnTo>
                  <a:pt x="2446109" y="52462"/>
                </a:lnTo>
                <a:lnTo>
                  <a:pt x="2456041" y="47940"/>
                </a:lnTo>
                <a:lnTo>
                  <a:pt x="2465972" y="42382"/>
                </a:lnTo>
                <a:lnTo>
                  <a:pt x="2475904" y="36294"/>
                </a:lnTo>
                <a:lnTo>
                  <a:pt x="2485835" y="31938"/>
                </a:lnTo>
                <a:lnTo>
                  <a:pt x="2495766" y="31233"/>
                </a:lnTo>
                <a:lnTo>
                  <a:pt x="2505698" y="34564"/>
                </a:lnTo>
                <a:lnTo>
                  <a:pt x="2515629" y="40472"/>
                </a:lnTo>
                <a:lnTo>
                  <a:pt x="2525560" y="46193"/>
                </a:lnTo>
                <a:lnTo>
                  <a:pt x="2535492" y="50262"/>
                </a:lnTo>
                <a:lnTo>
                  <a:pt x="2545423" y="53371"/>
                </a:lnTo>
                <a:lnTo>
                  <a:pt x="2555354" y="55139"/>
                </a:lnTo>
                <a:lnTo>
                  <a:pt x="2565286" y="53393"/>
                </a:lnTo>
                <a:lnTo>
                  <a:pt x="2575217" y="48497"/>
                </a:lnTo>
                <a:lnTo>
                  <a:pt x="2585148" y="43860"/>
                </a:lnTo>
                <a:lnTo>
                  <a:pt x="2595080" y="40714"/>
                </a:lnTo>
                <a:lnTo>
                  <a:pt x="2605011" y="37415"/>
                </a:lnTo>
                <a:lnTo>
                  <a:pt x="2614942" y="34359"/>
                </a:lnTo>
                <a:lnTo>
                  <a:pt x="2624874" y="34185"/>
                </a:lnTo>
                <a:lnTo>
                  <a:pt x="2634805" y="37468"/>
                </a:lnTo>
                <a:lnTo>
                  <a:pt x="2644736" y="42802"/>
                </a:lnTo>
                <a:lnTo>
                  <a:pt x="2654668" y="49242"/>
                </a:lnTo>
                <a:lnTo>
                  <a:pt x="2664599" y="54893"/>
                </a:lnTo>
                <a:lnTo>
                  <a:pt x="2674531" y="56282"/>
                </a:lnTo>
                <a:lnTo>
                  <a:pt x="2684462" y="52276"/>
                </a:lnTo>
                <a:lnTo>
                  <a:pt x="2694393" y="45542"/>
                </a:lnTo>
                <a:lnTo>
                  <a:pt x="2704325" y="39290"/>
                </a:lnTo>
                <a:lnTo>
                  <a:pt x="2714256" y="35898"/>
                </a:lnTo>
                <a:lnTo>
                  <a:pt x="2724187" y="36954"/>
                </a:lnTo>
                <a:lnTo>
                  <a:pt x="2734119" y="40733"/>
                </a:lnTo>
                <a:lnTo>
                  <a:pt x="2744050" y="42974"/>
                </a:lnTo>
                <a:lnTo>
                  <a:pt x="2753981" y="43195"/>
                </a:lnTo>
                <a:lnTo>
                  <a:pt x="2763913" y="44882"/>
                </a:lnTo>
                <a:lnTo>
                  <a:pt x="2773844" y="47847"/>
                </a:lnTo>
                <a:lnTo>
                  <a:pt x="2783775" y="48257"/>
                </a:lnTo>
                <a:lnTo>
                  <a:pt x="2793707" y="46968"/>
                </a:lnTo>
                <a:lnTo>
                  <a:pt x="2803638" y="48323"/>
                </a:lnTo>
                <a:lnTo>
                  <a:pt x="2813569" y="50697"/>
                </a:lnTo>
                <a:lnTo>
                  <a:pt x="2823501" y="48436"/>
                </a:lnTo>
                <a:lnTo>
                  <a:pt x="2833432" y="42271"/>
                </a:lnTo>
                <a:lnTo>
                  <a:pt x="2843363" y="38103"/>
                </a:lnTo>
                <a:lnTo>
                  <a:pt x="2853295" y="37797"/>
                </a:lnTo>
                <a:lnTo>
                  <a:pt x="2863226" y="39993"/>
                </a:lnTo>
                <a:lnTo>
                  <a:pt x="2873158" y="45822"/>
                </a:lnTo>
                <a:lnTo>
                  <a:pt x="2883089" y="55239"/>
                </a:lnTo>
                <a:lnTo>
                  <a:pt x="2893020" y="62218"/>
                </a:lnTo>
                <a:lnTo>
                  <a:pt x="2902952" y="60850"/>
                </a:lnTo>
                <a:lnTo>
                  <a:pt x="2912883" y="52204"/>
                </a:lnTo>
                <a:lnTo>
                  <a:pt x="2922814" y="41188"/>
                </a:lnTo>
                <a:lnTo>
                  <a:pt x="2932746" y="31860"/>
                </a:lnTo>
                <a:lnTo>
                  <a:pt x="2942677" y="27845"/>
                </a:lnTo>
                <a:lnTo>
                  <a:pt x="2952608" y="31255"/>
                </a:lnTo>
                <a:lnTo>
                  <a:pt x="2962540" y="39566"/>
                </a:lnTo>
                <a:lnTo>
                  <a:pt x="2972471" y="47939"/>
                </a:lnTo>
                <a:lnTo>
                  <a:pt x="2982402" y="53868"/>
                </a:lnTo>
                <a:lnTo>
                  <a:pt x="2992334" y="56302"/>
                </a:lnTo>
                <a:lnTo>
                  <a:pt x="3002265" y="53776"/>
                </a:lnTo>
                <a:lnTo>
                  <a:pt x="3012196" y="47415"/>
                </a:lnTo>
                <a:lnTo>
                  <a:pt x="3022128" y="41800"/>
                </a:lnTo>
                <a:lnTo>
                  <a:pt x="3032059" y="39510"/>
                </a:lnTo>
                <a:lnTo>
                  <a:pt x="3041990" y="38837"/>
                </a:lnTo>
                <a:lnTo>
                  <a:pt x="3051922" y="38678"/>
                </a:lnTo>
                <a:lnTo>
                  <a:pt x="3061853" y="40485"/>
                </a:lnTo>
                <a:lnTo>
                  <a:pt x="3071785" y="43766"/>
                </a:lnTo>
                <a:lnTo>
                  <a:pt x="3081716" y="45125"/>
                </a:lnTo>
                <a:lnTo>
                  <a:pt x="3091647" y="43655"/>
                </a:lnTo>
                <a:lnTo>
                  <a:pt x="3101579" y="42580"/>
                </a:lnTo>
                <a:lnTo>
                  <a:pt x="3111510" y="44012"/>
                </a:lnTo>
                <a:lnTo>
                  <a:pt x="3121441" y="46309"/>
                </a:lnTo>
                <a:lnTo>
                  <a:pt x="3131373" y="48051"/>
                </a:lnTo>
                <a:lnTo>
                  <a:pt x="3141304" y="50433"/>
                </a:lnTo>
                <a:lnTo>
                  <a:pt x="3151235" y="53568"/>
                </a:lnTo>
                <a:lnTo>
                  <a:pt x="3161167" y="53969"/>
                </a:lnTo>
                <a:lnTo>
                  <a:pt x="3171098" y="48812"/>
                </a:lnTo>
                <a:lnTo>
                  <a:pt x="3181029" y="40481"/>
                </a:lnTo>
                <a:lnTo>
                  <a:pt x="3190961" y="33976"/>
                </a:lnTo>
                <a:lnTo>
                  <a:pt x="3200892" y="31642"/>
                </a:lnTo>
                <a:lnTo>
                  <a:pt x="3210823" y="33055"/>
                </a:lnTo>
                <a:lnTo>
                  <a:pt x="3220755" y="37618"/>
                </a:lnTo>
                <a:lnTo>
                  <a:pt x="3230686" y="43777"/>
                </a:lnTo>
                <a:lnTo>
                  <a:pt x="3240617" y="48011"/>
                </a:lnTo>
                <a:lnTo>
                  <a:pt x="3250549" y="48514"/>
                </a:lnTo>
                <a:lnTo>
                  <a:pt x="3260480" y="47905"/>
                </a:lnTo>
                <a:lnTo>
                  <a:pt x="3270412" y="49066"/>
                </a:lnTo>
                <a:lnTo>
                  <a:pt x="3280343" y="50926"/>
                </a:lnTo>
                <a:lnTo>
                  <a:pt x="3290274" y="51454"/>
                </a:lnTo>
                <a:lnTo>
                  <a:pt x="3300206" y="51245"/>
                </a:lnTo>
                <a:lnTo>
                  <a:pt x="3310137" y="50717"/>
                </a:lnTo>
                <a:lnTo>
                  <a:pt x="3320068" y="47459"/>
                </a:lnTo>
                <a:lnTo>
                  <a:pt x="3330000" y="40188"/>
                </a:lnTo>
                <a:lnTo>
                  <a:pt x="3339931" y="32482"/>
                </a:lnTo>
                <a:lnTo>
                  <a:pt x="3349862" y="29447"/>
                </a:lnTo>
                <a:lnTo>
                  <a:pt x="3359794" y="32561"/>
                </a:lnTo>
                <a:lnTo>
                  <a:pt x="3369725" y="39169"/>
                </a:lnTo>
                <a:lnTo>
                  <a:pt x="3379656" y="44920"/>
                </a:lnTo>
                <a:lnTo>
                  <a:pt x="3389588" y="46206"/>
                </a:lnTo>
                <a:lnTo>
                  <a:pt x="3399519" y="42653"/>
                </a:lnTo>
                <a:lnTo>
                  <a:pt x="3409450" y="37867"/>
                </a:lnTo>
                <a:lnTo>
                  <a:pt x="3419382" y="36409"/>
                </a:lnTo>
                <a:lnTo>
                  <a:pt x="3429313" y="39867"/>
                </a:lnTo>
                <a:lnTo>
                  <a:pt x="3439245" y="46135"/>
                </a:lnTo>
                <a:lnTo>
                  <a:pt x="3449176" y="51640"/>
                </a:lnTo>
                <a:lnTo>
                  <a:pt x="3459107" y="53987"/>
                </a:lnTo>
                <a:lnTo>
                  <a:pt x="3469039" y="53152"/>
                </a:lnTo>
                <a:lnTo>
                  <a:pt x="3478970" y="50398"/>
                </a:lnTo>
                <a:lnTo>
                  <a:pt x="3488901" y="46599"/>
                </a:lnTo>
                <a:lnTo>
                  <a:pt x="3498833" y="42671"/>
                </a:lnTo>
                <a:lnTo>
                  <a:pt x="3508764" y="40523"/>
                </a:lnTo>
                <a:lnTo>
                  <a:pt x="3518695" y="41246"/>
                </a:lnTo>
                <a:lnTo>
                  <a:pt x="3528627" y="43125"/>
                </a:lnTo>
                <a:lnTo>
                  <a:pt x="3538558" y="43534"/>
                </a:lnTo>
                <a:lnTo>
                  <a:pt x="3548489" y="41731"/>
                </a:lnTo>
                <a:lnTo>
                  <a:pt x="3558421" y="38515"/>
                </a:lnTo>
                <a:lnTo>
                  <a:pt x="3568352" y="35373"/>
                </a:lnTo>
                <a:lnTo>
                  <a:pt x="3578283" y="34836"/>
                </a:lnTo>
                <a:lnTo>
                  <a:pt x="3588215" y="38603"/>
                </a:lnTo>
                <a:lnTo>
                  <a:pt x="3598146" y="44895"/>
                </a:lnTo>
                <a:lnTo>
                  <a:pt x="3608077" y="50670"/>
                </a:lnTo>
                <a:lnTo>
                  <a:pt x="3618009" y="55074"/>
                </a:lnTo>
                <a:lnTo>
                  <a:pt x="3627940" y="57305"/>
                </a:lnTo>
                <a:lnTo>
                  <a:pt x="3637872" y="54690"/>
                </a:lnTo>
                <a:lnTo>
                  <a:pt x="3647803" y="47790"/>
                </a:lnTo>
                <a:lnTo>
                  <a:pt x="3657734" y="42906"/>
                </a:lnTo>
                <a:lnTo>
                  <a:pt x="3667666" y="43971"/>
                </a:lnTo>
                <a:lnTo>
                  <a:pt x="3677597" y="46839"/>
                </a:lnTo>
                <a:lnTo>
                  <a:pt x="3687528" y="46403"/>
                </a:lnTo>
                <a:lnTo>
                  <a:pt x="3697460" y="43334"/>
                </a:lnTo>
                <a:lnTo>
                  <a:pt x="3707391" y="39558"/>
                </a:lnTo>
                <a:lnTo>
                  <a:pt x="3717322" y="34210"/>
                </a:lnTo>
                <a:lnTo>
                  <a:pt x="3727254" y="28377"/>
                </a:lnTo>
                <a:lnTo>
                  <a:pt x="3737185" y="27172"/>
                </a:lnTo>
                <a:lnTo>
                  <a:pt x="3747116" y="33429"/>
                </a:lnTo>
                <a:lnTo>
                  <a:pt x="3757048" y="44374"/>
                </a:lnTo>
                <a:lnTo>
                  <a:pt x="3766979" y="55473"/>
                </a:lnTo>
                <a:lnTo>
                  <a:pt x="3776910" y="62716"/>
                </a:lnTo>
                <a:lnTo>
                  <a:pt x="3786842" y="62285"/>
                </a:lnTo>
                <a:lnTo>
                  <a:pt x="3796773" y="53561"/>
                </a:lnTo>
                <a:lnTo>
                  <a:pt x="3806704" y="41691"/>
                </a:lnTo>
                <a:lnTo>
                  <a:pt x="3816636" y="33661"/>
                </a:lnTo>
                <a:lnTo>
                  <a:pt x="3826567" y="33005"/>
                </a:lnTo>
                <a:lnTo>
                  <a:pt x="3836499" y="39038"/>
                </a:lnTo>
                <a:lnTo>
                  <a:pt x="3846430" y="47898"/>
                </a:lnTo>
                <a:lnTo>
                  <a:pt x="3856361" y="54164"/>
                </a:lnTo>
                <a:lnTo>
                  <a:pt x="3866293" y="54548"/>
                </a:lnTo>
                <a:lnTo>
                  <a:pt x="3876224" y="49486"/>
                </a:lnTo>
                <a:lnTo>
                  <a:pt x="3886155" y="40518"/>
                </a:lnTo>
                <a:lnTo>
                  <a:pt x="3896087" y="30384"/>
                </a:lnTo>
                <a:lnTo>
                  <a:pt x="3906018" y="25679"/>
                </a:lnTo>
                <a:lnTo>
                  <a:pt x="3915949" y="31769"/>
                </a:lnTo>
                <a:lnTo>
                  <a:pt x="3925881" y="44108"/>
                </a:lnTo>
                <a:lnTo>
                  <a:pt x="3935812" y="52597"/>
                </a:lnTo>
                <a:lnTo>
                  <a:pt x="3945743" y="54453"/>
                </a:lnTo>
                <a:lnTo>
                  <a:pt x="3955675" y="54287"/>
                </a:lnTo>
                <a:lnTo>
                  <a:pt x="3965606" y="53516"/>
                </a:lnTo>
                <a:lnTo>
                  <a:pt x="3975537" y="49592"/>
                </a:lnTo>
                <a:lnTo>
                  <a:pt x="3985469" y="43457"/>
                </a:lnTo>
                <a:lnTo>
                  <a:pt x="3995400" y="38454"/>
                </a:lnTo>
                <a:lnTo>
                  <a:pt x="4005331" y="34688"/>
                </a:lnTo>
                <a:lnTo>
                  <a:pt x="4015263" y="31933"/>
                </a:lnTo>
                <a:lnTo>
                  <a:pt x="4025194" y="33308"/>
                </a:lnTo>
                <a:lnTo>
                  <a:pt x="4035126" y="39644"/>
                </a:lnTo>
                <a:lnTo>
                  <a:pt x="4045057" y="46154"/>
                </a:lnTo>
                <a:lnTo>
                  <a:pt x="4054988" y="49702"/>
                </a:lnTo>
                <a:lnTo>
                  <a:pt x="4064920" y="52325"/>
                </a:lnTo>
                <a:lnTo>
                  <a:pt x="4074851" y="53975"/>
                </a:lnTo>
                <a:lnTo>
                  <a:pt x="4084782" y="50213"/>
                </a:lnTo>
                <a:lnTo>
                  <a:pt x="4094714" y="40768"/>
                </a:lnTo>
                <a:lnTo>
                  <a:pt x="4104645" y="32722"/>
                </a:lnTo>
                <a:lnTo>
                  <a:pt x="4114576" y="32020"/>
                </a:lnTo>
                <a:lnTo>
                  <a:pt x="4124508" y="37717"/>
                </a:lnTo>
                <a:lnTo>
                  <a:pt x="4134439" y="45726"/>
                </a:lnTo>
                <a:lnTo>
                  <a:pt x="4144370" y="52634"/>
                </a:lnTo>
                <a:lnTo>
                  <a:pt x="4154302" y="55265"/>
                </a:lnTo>
                <a:lnTo>
                  <a:pt x="4164233" y="51547"/>
                </a:lnTo>
                <a:lnTo>
                  <a:pt x="4174164" y="43119"/>
                </a:lnTo>
                <a:lnTo>
                  <a:pt x="4184096" y="34777"/>
                </a:lnTo>
                <a:lnTo>
                  <a:pt x="4194027" y="31072"/>
                </a:lnTo>
                <a:lnTo>
                  <a:pt x="4203958" y="33891"/>
                </a:lnTo>
                <a:lnTo>
                  <a:pt x="4213890" y="41786"/>
                </a:lnTo>
                <a:lnTo>
                  <a:pt x="4223821" y="50497"/>
                </a:lnTo>
                <a:lnTo>
                  <a:pt x="4233753" y="55101"/>
                </a:lnTo>
                <a:lnTo>
                  <a:pt x="4243684" y="52928"/>
                </a:lnTo>
                <a:lnTo>
                  <a:pt x="4253615" y="45218"/>
                </a:lnTo>
                <a:lnTo>
                  <a:pt x="4263547" y="36464"/>
                </a:lnTo>
                <a:lnTo>
                  <a:pt x="4273478" y="31648"/>
                </a:lnTo>
                <a:lnTo>
                  <a:pt x="4283409" y="33132"/>
                </a:lnTo>
                <a:lnTo>
                  <a:pt x="4293341" y="39740"/>
                </a:lnTo>
                <a:lnTo>
                  <a:pt x="4303272" y="47885"/>
                </a:lnTo>
                <a:lnTo>
                  <a:pt x="4313203" y="52796"/>
                </a:lnTo>
                <a:lnTo>
                  <a:pt x="4323135" y="50655"/>
                </a:lnTo>
                <a:lnTo>
                  <a:pt x="4333066" y="42457"/>
                </a:lnTo>
                <a:lnTo>
                  <a:pt x="4342997" y="34739"/>
                </a:lnTo>
                <a:lnTo>
                  <a:pt x="4352929" y="33751"/>
                </a:lnTo>
                <a:lnTo>
                  <a:pt x="4362860" y="39815"/>
                </a:lnTo>
                <a:lnTo>
                  <a:pt x="4372791" y="48882"/>
                </a:lnTo>
                <a:lnTo>
                  <a:pt x="4382723" y="56833"/>
                </a:lnTo>
                <a:lnTo>
                  <a:pt x="4392654" y="59956"/>
                </a:lnTo>
                <a:lnTo>
                  <a:pt x="4402585" y="54963"/>
                </a:lnTo>
                <a:lnTo>
                  <a:pt x="4412517" y="42561"/>
                </a:lnTo>
                <a:lnTo>
                  <a:pt x="4422448" y="29271"/>
                </a:lnTo>
                <a:lnTo>
                  <a:pt x="4432380" y="22860"/>
                </a:lnTo>
                <a:lnTo>
                  <a:pt x="4442311" y="26624"/>
                </a:lnTo>
                <a:lnTo>
                  <a:pt x="4452242" y="38263"/>
                </a:lnTo>
                <a:lnTo>
                  <a:pt x="4462174" y="51914"/>
                </a:lnTo>
                <a:lnTo>
                  <a:pt x="4472105" y="60952"/>
                </a:lnTo>
                <a:lnTo>
                  <a:pt x="4482036" y="61552"/>
                </a:lnTo>
                <a:lnTo>
                  <a:pt x="4491968" y="55097"/>
                </a:lnTo>
                <a:lnTo>
                  <a:pt x="4501899" y="46710"/>
                </a:lnTo>
                <a:lnTo>
                  <a:pt x="4511830" y="41378"/>
                </a:lnTo>
                <a:lnTo>
                  <a:pt x="4521762" y="40973"/>
                </a:lnTo>
                <a:lnTo>
                  <a:pt x="4531693" y="43390"/>
                </a:lnTo>
                <a:lnTo>
                  <a:pt x="4541624" y="44487"/>
                </a:lnTo>
                <a:lnTo>
                  <a:pt x="4551556" y="42164"/>
                </a:lnTo>
                <a:lnTo>
                  <a:pt x="4561487" y="38252"/>
                </a:lnTo>
                <a:lnTo>
                  <a:pt x="4571418" y="35630"/>
                </a:lnTo>
                <a:lnTo>
                  <a:pt x="4581350" y="35360"/>
                </a:lnTo>
                <a:lnTo>
                  <a:pt x="4591281" y="37834"/>
                </a:lnTo>
                <a:lnTo>
                  <a:pt x="4601212" y="43733"/>
                </a:lnTo>
                <a:lnTo>
                  <a:pt x="4611144" y="51408"/>
                </a:lnTo>
                <a:lnTo>
                  <a:pt x="4621075" y="56018"/>
                </a:lnTo>
                <a:lnTo>
                  <a:pt x="4631007" y="54029"/>
                </a:lnTo>
                <a:lnTo>
                  <a:pt x="4640938" y="46822"/>
                </a:lnTo>
                <a:lnTo>
                  <a:pt x="4650869" y="38523"/>
                </a:lnTo>
                <a:lnTo>
                  <a:pt x="4660801" y="32708"/>
                </a:lnTo>
                <a:lnTo>
                  <a:pt x="4670732" y="31970"/>
                </a:lnTo>
                <a:lnTo>
                  <a:pt x="4680663" y="37044"/>
                </a:lnTo>
                <a:lnTo>
                  <a:pt x="4690595" y="44723"/>
                </a:lnTo>
                <a:lnTo>
                  <a:pt x="4700526" y="49845"/>
                </a:lnTo>
                <a:lnTo>
                  <a:pt x="4710457" y="50871"/>
                </a:lnTo>
                <a:lnTo>
                  <a:pt x="4720389" y="50708"/>
                </a:lnTo>
                <a:lnTo>
                  <a:pt x="4730320" y="51154"/>
                </a:lnTo>
                <a:lnTo>
                  <a:pt x="4740251" y="50075"/>
                </a:lnTo>
                <a:lnTo>
                  <a:pt x="4750183" y="45680"/>
                </a:lnTo>
                <a:lnTo>
                  <a:pt x="4760114" y="40238"/>
                </a:lnTo>
                <a:lnTo>
                  <a:pt x="4770045" y="37208"/>
                </a:lnTo>
                <a:lnTo>
                  <a:pt x="4779977" y="36975"/>
                </a:lnTo>
                <a:lnTo>
                  <a:pt x="4789908" y="37715"/>
                </a:lnTo>
                <a:lnTo>
                  <a:pt x="4799839" y="38755"/>
                </a:lnTo>
                <a:lnTo>
                  <a:pt x="4809771" y="40769"/>
                </a:lnTo>
                <a:lnTo>
                  <a:pt x="4819702" y="43730"/>
                </a:lnTo>
                <a:lnTo>
                  <a:pt x="4829634" y="46698"/>
                </a:lnTo>
                <a:lnTo>
                  <a:pt x="4839565" y="48946"/>
                </a:lnTo>
                <a:lnTo>
                  <a:pt x="4849496" y="49789"/>
                </a:lnTo>
                <a:lnTo>
                  <a:pt x="4859428" y="48339"/>
                </a:lnTo>
                <a:lnTo>
                  <a:pt x="4869359" y="45112"/>
                </a:lnTo>
                <a:lnTo>
                  <a:pt x="4879290" y="42738"/>
                </a:lnTo>
                <a:lnTo>
                  <a:pt x="4889222" y="43094"/>
                </a:lnTo>
                <a:lnTo>
                  <a:pt x="4899153" y="44732"/>
                </a:lnTo>
                <a:lnTo>
                  <a:pt x="4909084" y="45021"/>
                </a:lnTo>
                <a:lnTo>
                  <a:pt x="4919016" y="43664"/>
                </a:lnTo>
                <a:lnTo>
                  <a:pt x="4928947" y="42129"/>
                </a:lnTo>
                <a:lnTo>
                  <a:pt x="4938878" y="41096"/>
                </a:lnTo>
                <a:lnTo>
                  <a:pt x="4948810" y="40766"/>
                </a:lnTo>
                <a:lnTo>
                  <a:pt x="4958741" y="42222"/>
                </a:lnTo>
                <a:lnTo>
                  <a:pt x="4968672" y="45834"/>
                </a:lnTo>
                <a:lnTo>
                  <a:pt x="4978604" y="49336"/>
                </a:lnTo>
                <a:lnTo>
                  <a:pt x="4988535" y="49790"/>
                </a:lnTo>
                <a:lnTo>
                  <a:pt x="4998466" y="46790"/>
                </a:lnTo>
                <a:lnTo>
                  <a:pt x="5008398" y="42162"/>
                </a:lnTo>
                <a:lnTo>
                  <a:pt x="5018329" y="37587"/>
                </a:lnTo>
                <a:lnTo>
                  <a:pt x="5028261" y="34050"/>
                </a:lnTo>
                <a:lnTo>
                  <a:pt x="5038192" y="32798"/>
                </a:lnTo>
                <a:lnTo>
                  <a:pt x="5048123" y="35281"/>
                </a:lnTo>
                <a:lnTo>
                  <a:pt x="5058055" y="41863"/>
                </a:lnTo>
                <a:lnTo>
                  <a:pt x="5067986" y="50517"/>
                </a:lnTo>
                <a:lnTo>
                  <a:pt x="5077917" y="56888"/>
                </a:lnTo>
                <a:lnTo>
                  <a:pt x="5087849" y="56888"/>
                </a:lnTo>
                <a:lnTo>
                  <a:pt x="5097780" y="50299"/>
                </a:lnTo>
              </a:path>
            </a:pathLst>
          </a:custGeom>
          <a:solidFill>
            <a:srgbClr val="FFFFFF">
              <a:alpha val="0"/>
            </a:srgbClr>
          </a:solidFill>
          <a:ln w="10922" cap="rnd">
            <a:solidFill>
              <a:srgbClr val="BA4A00"/>
            </a:solidFill>
            <a:prstDash val="solid"/>
          </a:ln>
        </p:spPr>
      </p:sp>
      <p:sp>
        <p:nvSpPr>
          <p:cNvPr id="61" name="Text 59"/>
          <p:cNvSpPr/>
          <p:nvPr/>
        </p:nvSpPr>
        <p:spPr>
          <a:xfrm>
            <a:off x="6007608" y="4233672"/>
            <a:ext cx="347472" cy="192024"/>
          </a:xfrm>
          <a:prstGeom prst="rect">
            <a:avLst/>
          </a:prstGeom>
          <a:noFill/>
          <a:ln/>
        </p:spPr>
        <p:txBody>
          <a:bodyPr wrap="square" lIns="0" tIns="0" rIns="0" bIns="0" rtlCol="0" anchor="t"/>
          <a:lstStyle/>
          <a:p>
            <a:pPr algn="r" indent="0" marL="0">
              <a:lnSpc>
                <a:spcPct val="100000"/>
              </a:lnSpc>
              <a:buNone/>
            </a:pPr>
            <a:r>
              <a:rPr lang="ko-KR" altLang="en-US" sz="850" dirty="0">
                <a:solidFill>
                  <a:srgbClr val="647986"/>
                </a:solidFill>
                <a:latin typeface="Pretendard" pitchFamily="34" charset="0"/>
                <a:ea typeface="Pretendard" pitchFamily="34" charset="-122"/>
                <a:cs typeface="Pretendard" pitchFamily="34" charset="-120"/>
              </a:rPr>
              <a:t>0.0</a:t>
            </a:r>
            <a:endParaRPr lang="ko-KR" sz="850" dirty="0"/>
          </a:p>
        </p:txBody>
      </p:sp>
      <p:sp>
        <p:nvSpPr>
          <p:cNvPr id="62" name="Text 60"/>
          <p:cNvSpPr/>
          <p:nvPr/>
        </p:nvSpPr>
        <p:spPr>
          <a:xfrm>
            <a:off x="10588752" y="4242816"/>
            <a:ext cx="841248" cy="164592"/>
          </a:xfrm>
          <a:prstGeom prst="rect">
            <a:avLst/>
          </a:prstGeom>
          <a:noFill/>
          <a:ln/>
        </p:spPr>
        <p:txBody>
          <a:bodyPr wrap="square" lIns="0" tIns="0" rIns="0" bIns="0" rtlCol="0" anchor="t"/>
          <a:lstStyle/>
          <a:p>
            <a:pPr algn="r" indent="0" marL="0">
              <a:lnSpc>
                <a:spcPct val="100000"/>
              </a:lnSpc>
              <a:buNone/>
            </a:pPr>
            <a:r>
              <a:rPr lang="ko-KR" altLang="en-US" sz="870" dirty="0">
                <a:solidFill>
                  <a:srgbClr val="BA4A00"/>
                </a:solidFill>
                <a:latin typeface="Pretendard" pitchFamily="34" charset="0"/>
                <a:ea typeface="Pretendard" pitchFamily="34" charset="-122"/>
                <a:cs typeface="Pretendard" pitchFamily="34" charset="-120"/>
              </a:rPr>
              <a:t>남은 오차</a:t>
            </a:r>
            <a:endParaRPr lang="ko-KR" sz="870" dirty="0"/>
          </a:p>
        </p:txBody>
      </p:sp>
      <p:sp>
        <p:nvSpPr>
          <p:cNvPr id="63" name="Text 61"/>
          <p:cNvSpPr/>
          <p:nvPr/>
        </p:nvSpPr>
        <p:spPr>
          <a:xfrm>
            <a:off x="905256" y="4471416"/>
            <a:ext cx="5074920" cy="269875"/>
          </a:xfrm>
          <a:prstGeom prst="rect">
            <a:avLst/>
          </a:prstGeom>
          <a:noFill/>
          <a:ln/>
        </p:spPr>
        <p:txBody>
          <a:bodyPr wrap="square" lIns="0" tIns="0" rIns="0" bIns="0" rtlCol="0" anchor="t"/>
          <a:lstStyle/>
          <a:p>
            <a:pPr algn="l" indent="0" marL="0">
              <a:lnSpc>
                <a:spcPct val="100000"/>
              </a:lnSpc>
              <a:buNone/>
            </a:pPr>
            <a:r>
              <a:rPr lang="ko-KR" altLang="en-US" sz="1700" b="1" dirty="0">
                <a:solidFill>
                  <a:srgbClr val="17313B"/>
                </a:solidFill>
                <a:latin typeface="Pretendard" pitchFamily="34" charset="0"/>
                <a:ea typeface="Pretendard" pitchFamily="34" charset="-122"/>
                <a:cs typeface="Pretendard" pitchFamily="34" charset="-120"/>
              </a:rPr>
              <a:t>MAVIC3 PRO · 실수부 I</a:t>
            </a:r>
            <a:endParaRPr lang="ko-KR" sz="1700" dirty="0"/>
          </a:p>
        </p:txBody>
      </p:sp>
      <p:sp>
        <p:nvSpPr>
          <p:cNvPr id="64" name="Shape 62"/>
          <p:cNvSpPr/>
          <p:nvPr/>
        </p:nvSpPr>
        <p:spPr>
          <a:xfrm>
            <a:off x="905256" y="4791456"/>
            <a:ext cx="5074920" cy="365760"/>
          </a:xfrm>
          <a:prstGeom prst="rect">
            <a:avLst>
              <a:gd name="adj" fmla="val 25000"/>
            </a:avLst>
          </a:prstGeom>
          <a:solidFill>
            <a:srgbClr val="FFFFFF"/>
          </a:solidFill>
          <a:ln w="12700">
            <a:solidFill>
              <a:srgbClr val="DAE3E7"/>
            </a:solidFill>
            <a:prstDash val="solid"/>
          </a:ln>
        </p:spPr>
      </p:sp>
      <p:sp>
        <p:nvSpPr>
          <p:cNvPr id="65" name="Shape 63"/>
          <p:cNvSpPr/>
          <p:nvPr/>
        </p:nvSpPr>
        <p:spPr>
          <a:xfrm>
            <a:off x="905256" y="4974336"/>
            <a:ext cx="5074920" cy="0"/>
          </a:xfrm>
          <a:prstGeom prst="line">
            <a:avLst/>
          </a:prstGeom>
          <a:noFill/>
          <a:ln w="8255">
            <a:solidFill>
              <a:srgbClr val="DAE3E7"/>
            </a:solidFill>
            <a:prstDash val="solid"/>
          </a:ln>
        </p:spPr>
      </p:sp>
      <p:sp>
        <p:nvSpPr>
          <p:cNvPr id="66" name="wave_12"/>
          <p:cNvSpPr/>
          <p:nvPr/>
        </p:nvSpPr>
        <p:spPr>
          <a:xfrm>
            <a:off x="882396" y="4788701"/>
            <a:ext cx="5120640" cy="373448"/>
          </a:xfrm>
          <a:custGeom>
            <a:avLst/>
            <a:gdLst/>
            <a:ahLst/>
            <a:cxnLst/>
            <a:rect l="l" t="t" r="r" b="b"/>
            <a:pathLst>
              <a:path w="5120640" h="373448" fill="none" stroke="1" extrusionOk="0">
                <a:moveTo>
                  <a:pt x="22860" y="273608"/>
                </a:moveTo>
                <a:lnTo>
                  <a:pt x="32791" y="124268"/>
                </a:lnTo>
                <a:lnTo>
                  <a:pt x="42723" y="22860"/>
                </a:lnTo>
                <a:lnTo>
                  <a:pt x="52654" y="36056"/>
                </a:lnTo>
                <a:lnTo>
                  <a:pt x="62585" y="150756"/>
                </a:lnTo>
                <a:lnTo>
                  <a:pt x="72517" y="286356"/>
                </a:lnTo>
                <a:lnTo>
                  <a:pt x="82448" y="350588"/>
                </a:lnTo>
                <a:lnTo>
                  <a:pt x="92379" y="301569"/>
                </a:lnTo>
                <a:lnTo>
                  <a:pt x="102311" y="175925"/>
                </a:lnTo>
                <a:lnTo>
                  <a:pt x="112242" y="62406"/>
                </a:lnTo>
                <a:lnTo>
                  <a:pt x="122174" y="37870"/>
                </a:lnTo>
                <a:lnTo>
                  <a:pt x="132105" y="113597"/>
                </a:lnTo>
                <a:lnTo>
                  <a:pt x="142036" y="232157"/>
                </a:lnTo>
                <a:lnTo>
                  <a:pt x="151968" y="312257"/>
                </a:lnTo>
                <a:lnTo>
                  <a:pt x="161899" y="303873"/>
                </a:lnTo>
                <a:lnTo>
                  <a:pt x="171830" y="217315"/>
                </a:lnTo>
                <a:lnTo>
                  <a:pt x="181762" y="113269"/>
                </a:lnTo>
                <a:lnTo>
                  <a:pt x="191693" y="62331"/>
                </a:lnTo>
                <a:lnTo>
                  <a:pt x="201624" y="97553"/>
                </a:lnTo>
                <a:lnTo>
                  <a:pt x="211556" y="191014"/>
                </a:lnTo>
                <a:lnTo>
                  <a:pt x="221487" y="274089"/>
                </a:lnTo>
                <a:lnTo>
                  <a:pt x="231418" y="288857"/>
                </a:lnTo>
                <a:lnTo>
                  <a:pt x="241350" y="230362"/>
                </a:lnTo>
                <a:lnTo>
                  <a:pt x="251281" y="145930"/>
                </a:lnTo>
                <a:lnTo>
                  <a:pt x="261212" y="95726"/>
                </a:lnTo>
                <a:lnTo>
                  <a:pt x="271144" y="109930"/>
                </a:lnTo>
                <a:lnTo>
                  <a:pt x="281075" y="172897"/>
                </a:lnTo>
                <a:lnTo>
                  <a:pt x="291006" y="237960"/>
                </a:lnTo>
                <a:lnTo>
                  <a:pt x="300938" y="259444"/>
                </a:lnTo>
                <a:lnTo>
                  <a:pt x="310869" y="224368"/>
                </a:lnTo>
                <a:lnTo>
                  <a:pt x="320801" y="162901"/>
                </a:lnTo>
                <a:lnTo>
                  <a:pt x="330732" y="124416"/>
                </a:lnTo>
                <a:lnTo>
                  <a:pt x="340663" y="136118"/>
                </a:lnTo>
                <a:lnTo>
                  <a:pt x="350595" y="182898"/>
                </a:lnTo>
                <a:lnTo>
                  <a:pt x="360526" y="225394"/>
                </a:lnTo>
                <a:lnTo>
                  <a:pt x="370457" y="233453"/>
                </a:lnTo>
                <a:lnTo>
                  <a:pt x="380389" y="205042"/>
                </a:lnTo>
                <a:lnTo>
                  <a:pt x="390320" y="163804"/>
                </a:lnTo>
                <a:lnTo>
                  <a:pt x="400251" y="142287"/>
                </a:lnTo>
                <a:lnTo>
                  <a:pt x="410183" y="158311"/>
                </a:lnTo>
                <a:lnTo>
                  <a:pt x="420114" y="198871"/>
                </a:lnTo>
                <a:lnTo>
                  <a:pt x="430045" y="229117"/>
                </a:lnTo>
                <a:lnTo>
                  <a:pt x="439977" y="222484"/>
                </a:lnTo>
                <a:lnTo>
                  <a:pt x="449908" y="183735"/>
                </a:lnTo>
                <a:lnTo>
                  <a:pt x="459839" y="144135"/>
                </a:lnTo>
                <a:lnTo>
                  <a:pt x="469771" y="136214"/>
                </a:lnTo>
                <a:lnTo>
                  <a:pt x="479702" y="169183"/>
                </a:lnTo>
                <a:lnTo>
                  <a:pt x="489633" y="220408"/>
                </a:lnTo>
                <a:lnTo>
                  <a:pt x="499565" y="249582"/>
                </a:lnTo>
                <a:lnTo>
                  <a:pt x="509496" y="229940"/>
                </a:lnTo>
                <a:lnTo>
                  <a:pt x="519428" y="172990"/>
                </a:lnTo>
                <a:lnTo>
                  <a:pt x="529359" y="121694"/>
                </a:lnTo>
                <a:lnTo>
                  <a:pt x="539290" y="115823"/>
                </a:lnTo>
                <a:lnTo>
                  <a:pt x="549222" y="161394"/>
                </a:lnTo>
                <a:lnTo>
                  <a:pt x="559153" y="228042"/>
                </a:lnTo>
                <a:lnTo>
                  <a:pt x="569084" y="269681"/>
                </a:lnTo>
                <a:lnTo>
                  <a:pt x="579016" y="253128"/>
                </a:lnTo>
                <a:lnTo>
                  <a:pt x="588947" y="183220"/>
                </a:lnTo>
                <a:lnTo>
                  <a:pt x="598878" y="107317"/>
                </a:lnTo>
                <a:lnTo>
                  <a:pt x="608810" y="83891"/>
                </a:lnTo>
                <a:lnTo>
                  <a:pt x="618741" y="133803"/>
                </a:lnTo>
                <a:lnTo>
                  <a:pt x="628672" y="221319"/>
                </a:lnTo>
                <a:lnTo>
                  <a:pt x="638604" y="283811"/>
                </a:lnTo>
                <a:lnTo>
                  <a:pt x="648535" y="278173"/>
                </a:lnTo>
                <a:lnTo>
                  <a:pt x="658466" y="206963"/>
                </a:lnTo>
                <a:lnTo>
                  <a:pt x="668398" y="116770"/>
                </a:lnTo>
                <a:lnTo>
                  <a:pt x="678329" y="71790"/>
                </a:lnTo>
                <a:lnTo>
                  <a:pt x="688260" y="108431"/>
                </a:lnTo>
                <a:lnTo>
                  <a:pt x="698192" y="202240"/>
                </a:lnTo>
                <a:lnTo>
                  <a:pt x="708123" y="284530"/>
                </a:lnTo>
                <a:lnTo>
                  <a:pt x="718055" y="297303"/>
                </a:lnTo>
                <a:lnTo>
                  <a:pt x="727986" y="233948"/>
                </a:lnTo>
                <a:lnTo>
                  <a:pt x="737917" y="137801"/>
                </a:lnTo>
                <a:lnTo>
                  <a:pt x="747849" y="72596"/>
                </a:lnTo>
                <a:lnTo>
                  <a:pt x="757780" y="83614"/>
                </a:lnTo>
                <a:lnTo>
                  <a:pt x="767711" y="165237"/>
                </a:lnTo>
                <a:lnTo>
                  <a:pt x="777643" y="260619"/>
                </a:lnTo>
                <a:lnTo>
                  <a:pt x="787574" y="302767"/>
                </a:lnTo>
                <a:lnTo>
                  <a:pt x="797505" y="264096"/>
                </a:lnTo>
                <a:lnTo>
                  <a:pt x="807437" y="173421"/>
                </a:lnTo>
                <a:lnTo>
                  <a:pt x="817368" y="93475"/>
                </a:lnTo>
                <a:lnTo>
                  <a:pt x="827299" y="78311"/>
                </a:lnTo>
                <a:lnTo>
                  <a:pt x="837231" y="136217"/>
                </a:lnTo>
                <a:lnTo>
                  <a:pt x="847162" y="224569"/>
                </a:lnTo>
                <a:lnTo>
                  <a:pt x="857093" y="283023"/>
                </a:lnTo>
                <a:lnTo>
                  <a:pt x="867025" y="275812"/>
                </a:lnTo>
                <a:lnTo>
                  <a:pt x="876956" y="210664"/>
                </a:lnTo>
                <a:lnTo>
                  <a:pt x="886887" y="131223"/>
                </a:lnTo>
                <a:lnTo>
                  <a:pt x="896819" y="91345"/>
                </a:lnTo>
                <a:lnTo>
                  <a:pt x="906750" y="117870"/>
                </a:lnTo>
                <a:lnTo>
                  <a:pt x="916682" y="187822"/>
                </a:lnTo>
                <a:lnTo>
                  <a:pt x="926613" y="248794"/>
                </a:lnTo>
                <a:lnTo>
                  <a:pt x="936544" y="263445"/>
                </a:lnTo>
                <a:lnTo>
                  <a:pt x="946476" y="230289"/>
                </a:lnTo>
                <a:lnTo>
                  <a:pt x="956407" y="173354"/>
                </a:lnTo>
                <a:lnTo>
                  <a:pt x="966338" y="127218"/>
                </a:lnTo>
                <a:lnTo>
                  <a:pt x="976270" y="121285"/>
                </a:lnTo>
                <a:lnTo>
                  <a:pt x="986201" y="157542"/>
                </a:lnTo>
                <a:lnTo>
                  <a:pt x="996132" y="205826"/>
                </a:lnTo>
                <a:lnTo>
                  <a:pt x="1006064" y="232426"/>
                </a:lnTo>
                <a:lnTo>
                  <a:pt x="1015995" y="228220"/>
                </a:lnTo>
                <a:lnTo>
                  <a:pt x="1025926" y="204430"/>
                </a:lnTo>
                <a:lnTo>
                  <a:pt x="1035858" y="175357"/>
                </a:lnTo>
                <a:lnTo>
                  <a:pt x="1045789" y="154037"/>
                </a:lnTo>
                <a:lnTo>
                  <a:pt x="1055720" y="151096"/>
                </a:lnTo>
                <a:lnTo>
                  <a:pt x="1065652" y="166748"/>
                </a:lnTo>
                <a:lnTo>
                  <a:pt x="1075583" y="189836"/>
                </a:lnTo>
                <a:lnTo>
                  <a:pt x="1085514" y="208373"/>
                </a:lnTo>
                <a:lnTo>
                  <a:pt x="1095446" y="215896"/>
                </a:lnTo>
                <a:lnTo>
                  <a:pt x="1105377" y="209366"/>
                </a:lnTo>
                <a:lnTo>
                  <a:pt x="1115309" y="189283"/>
                </a:lnTo>
                <a:lnTo>
                  <a:pt x="1125240" y="162944"/>
                </a:lnTo>
                <a:lnTo>
                  <a:pt x="1135171" y="143596"/>
                </a:lnTo>
                <a:lnTo>
                  <a:pt x="1145103" y="144692"/>
                </a:lnTo>
                <a:lnTo>
                  <a:pt x="1155034" y="171275"/>
                </a:lnTo>
                <a:lnTo>
                  <a:pt x="1164965" y="211780"/>
                </a:lnTo>
                <a:lnTo>
                  <a:pt x="1174897" y="240528"/>
                </a:lnTo>
                <a:lnTo>
                  <a:pt x="1184828" y="235248"/>
                </a:lnTo>
                <a:lnTo>
                  <a:pt x="1194759" y="195228"/>
                </a:lnTo>
                <a:lnTo>
                  <a:pt x="1204691" y="143979"/>
                </a:lnTo>
                <a:lnTo>
                  <a:pt x="1214622" y="115733"/>
                </a:lnTo>
                <a:lnTo>
                  <a:pt x="1224553" y="133378"/>
                </a:lnTo>
                <a:lnTo>
                  <a:pt x="1234485" y="189487"/>
                </a:lnTo>
                <a:lnTo>
                  <a:pt x="1244416" y="247469"/>
                </a:lnTo>
                <a:lnTo>
                  <a:pt x="1254347" y="266776"/>
                </a:lnTo>
                <a:lnTo>
                  <a:pt x="1264279" y="231502"/>
                </a:lnTo>
                <a:lnTo>
                  <a:pt x="1274210" y="161369"/>
                </a:lnTo>
                <a:lnTo>
                  <a:pt x="1284141" y="101947"/>
                </a:lnTo>
                <a:lnTo>
                  <a:pt x="1294073" y="97121"/>
                </a:lnTo>
                <a:lnTo>
                  <a:pt x="1304004" y="154993"/>
                </a:lnTo>
                <a:lnTo>
                  <a:pt x="1313936" y="236774"/>
                </a:lnTo>
                <a:lnTo>
                  <a:pt x="1323867" y="285422"/>
                </a:lnTo>
                <a:lnTo>
                  <a:pt x="1333798" y="267212"/>
                </a:lnTo>
                <a:lnTo>
                  <a:pt x="1343730" y="191544"/>
                </a:lnTo>
                <a:lnTo>
                  <a:pt x="1353661" y="105909"/>
                </a:lnTo>
                <a:lnTo>
                  <a:pt x="1363592" y="71386"/>
                </a:lnTo>
                <a:lnTo>
                  <a:pt x="1373524" y="119030"/>
                </a:lnTo>
                <a:lnTo>
                  <a:pt x="1383455" y="216974"/>
                </a:lnTo>
                <a:lnTo>
                  <a:pt x="1393386" y="291898"/>
                </a:lnTo>
                <a:lnTo>
                  <a:pt x="1403318" y="290473"/>
                </a:lnTo>
                <a:lnTo>
                  <a:pt x="1413249" y="217093"/>
                </a:lnTo>
                <a:lnTo>
                  <a:pt x="1423180" y="122346"/>
                </a:lnTo>
                <a:lnTo>
                  <a:pt x="1433112" y="69017"/>
                </a:lnTo>
                <a:lnTo>
                  <a:pt x="1443043" y="95720"/>
                </a:lnTo>
                <a:lnTo>
                  <a:pt x="1452974" y="187322"/>
                </a:lnTo>
                <a:lnTo>
                  <a:pt x="1462906" y="278922"/>
                </a:lnTo>
                <a:lnTo>
                  <a:pt x="1472837" y="303796"/>
                </a:lnTo>
                <a:lnTo>
                  <a:pt x="1482768" y="244757"/>
                </a:lnTo>
                <a:lnTo>
                  <a:pt x="1492700" y="144487"/>
                </a:lnTo>
                <a:lnTo>
                  <a:pt x="1502631" y="74365"/>
                </a:lnTo>
                <a:lnTo>
                  <a:pt x="1512563" y="85624"/>
                </a:lnTo>
                <a:lnTo>
                  <a:pt x="1522494" y="170249"/>
                </a:lnTo>
                <a:lnTo>
                  <a:pt x="1532425" y="264087"/>
                </a:lnTo>
                <a:lnTo>
                  <a:pt x="1542357" y="297971"/>
                </a:lnTo>
                <a:lnTo>
                  <a:pt x="1552288" y="250973"/>
                </a:lnTo>
                <a:lnTo>
                  <a:pt x="1562219" y="159457"/>
                </a:lnTo>
                <a:lnTo>
                  <a:pt x="1572151" y="87183"/>
                </a:lnTo>
                <a:lnTo>
                  <a:pt x="1582082" y="84687"/>
                </a:lnTo>
                <a:lnTo>
                  <a:pt x="1592013" y="154660"/>
                </a:lnTo>
                <a:lnTo>
                  <a:pt x="1601945" y="244864"/>
                </a:lnTo>
                <a:lnTo>
                  <a:pt x="1611876" y="286622"/>
                </a:lnTo>
                <a:lnTo>
                  <a:pt x="1621807" y="250718"/>
                </a:lnTo>
                <a:lnTo>
                  <a:pt x="1631739" y="167245"/>
                </a:lnTo>
                <a:lnTo>
                  <a:pt x="1641670" y="97873"/>
                </a:lnTo>
                <a:lnTo>
                  <a:pt x="1651601" y="92213"/>
                </a:lnTo>
                <a:lnTo>
                  <a:pt x="1661533" y="155178"/>
                </a:lnTo>
                <a:lnTo>
                  <a:pt x="1671464" y="240704"/>
                </a:lnTo>
                <a:lnTo>
                  <a:pt x="1681395" y="283490"/>
                </a:lnTo>
                <a:lnTo>
                  <a:pt x="1691327" y="251198"/>
                </a:lnTo>
                <a:lnTo>
                  <a:pt x="1701258" y="170312"/>
                </a:lnTo>
                <a:lnTo>
                  <a:pt x="1711190" y="102789"/>
                </a:lnTo>
                <a:lnTo>
                  <a:pt x="1721121" y="98476"/>
                </a:lnTo>
                <a:lnTo>
                  <a:pt x="1731052" y="160123"/>
                </a:lnTo>
                <a:lnTo>
                  <a:pt x="1740984" y="241367"/>
                </a:lnTo>
                <a:lnTo>
                  <a:pt x="1750915" y="280109"/>
                </a:lnTo>
                <a:lnTo>
                  <a:pt x="1760846" y="246010"/>
                </a:lnTo>
                <a:lnTo>
                  <a:pt x="1770778" y="164310"/>
                </a:lnTo>
                <a:lnTo>
                  <a:pt x="1780709" y="96587"/>
                </a:lnTo>
                <a:lnTo>
                  <a:pt x="1790640" y="94893"/>
                </a:lnTo>
                <a:lnTo>
                  <a:pt x="1800572" y="162191"/>
                </a:lnTo>
                <a:lnTo>
                  <a:pt x="1810503" y="247954"/>
                </a:lnTo>
                <a:lnTo>
                  <a:pt x="1820434" y="286950"/>
                </a:lnTo>
                <a:lnTo>
                  <a:pt x="1830366" y="251396"/>
                </a:lnTo>
                <a:lnTo>
                  <a:pt x="1840297" y="169870"/>
                </a:lnTo>
                <a:lnTo>
                  <a:pt x="1850228" y="101455"/>
                </a:lnTo>
                <a:lnTo>
                  <a:pt x="1860160" y="94306"/>
                </a:lnTo>
                <a:lnTo>
                  <a:pt x="1870091" y="155378"/>
                </a:lnTo>
                <a:lnTo>
                  <a:pt x="1880023" y="242892"/>
                </a:lnTo>
                <a:lnTo>
                  <a:pt x="1889954" y="292085"/>
                </a:lnTo>
                <a:lnTo>
                  <a:pt x="1899885" y="264853"/>
                </a:lnTo>
                <a:lnTo>
                  <a:pt x="1909817" y="180777"/>
                </a:lnTo>
                <a:lnTo>
                  <a:pt x="1919748" y="100306"/>
                </a:lnTo>
                <a:lnTo>
                  <a:pt x="1929679" y="80169"/>
                </a:lnTo>
                <a:lnTo>
                  <a:pt x="1939611" y="136308"/>
                </a:lnTo>
                <a:lnTo>
                  <a:pt x="1949542" y="231387"/>
                </a:lnTo>
                <a:lnTo>
                  <a:pt x="1959473" y="296404"/>
                </a:lnTo>
                <a:lnTo>
                  <a:pt x="1969405" y="281819"/>
                </a:lnTo>
                <a:lnTo>
                  <a:pt x="1979336" y="198236"/>
                </a:lnTo>
                <a:lnTo>
                  <a:pt x="1989267" y="106532"/>
                </a:lnTo>
                <a:lnTo>
                  <a:pt x="1999199" y="70269"/>
                </a:lnTo>
                <a:lnTo>
                  <a:pt x="2009130" y="114120"/>
                </a:lnTo>
                <a:lnTo>
                  <a:pt x="2019061" y="209868"/>
                </a:lnTo>
                <a:lnTo>
                  <a:pt x="2028993" y="291791"/>
                </a:lnTo>
                <a:lnTo>
                  <a:pt x="2038924" y="300051"/>
                </a:lnTo>
                <a:lnTo>
                  <a:pt x="2048855" y="227670"/>
                </a:lnTo>
                <a:lnTo>
                  <a:pt x="2058787" y="127786"/>
                </a:lnTo>
                <a:lnTo>
                  <a:pt x="2068718" y="71619"/>
                </a:lnTo>
                <a:lnTo>
                  <a:pt x="2078650" y="96307"/>
                </a:lnTo>
                <a:lnTo>
                  <a:pt x="2088581" y="182421"/>
                </a:lnTo>
                <a:lnTo>
                  <a:pt x="2098512" y="269583"/>
                </a:lnTo>
                <a:lnTo>
                  <a:pt x="2108444" y="297582"/>
                </a:lnTo>
                <a:lnTo>
                  <a:pt x="2118375" y="248172"/>
                </a:lnTo>
                <a:lnTo>
                  <a:pt x="2128306" y="157367"/>
                </a:lnTo>
                <a:lnTo>
                  <a:pt x="2138238" y="88327"/>
                </a:lnTo>
                <a:lnTo>
                  <a:pt x="2148169" y="87055"/>
                </a:lnTo>
                <a:lnTo>
                  <a:pt x="2158100" y="152549"/>
                </a:lnTo>
                <a:lnTo>
                  <a:pt x="2168032" y="238839"/>
                </a:lnTo>
                <a:lnTo>
                  <a:pt x="2177963" y="287071"/>
                </a:lnTo>
                <a:lnTo>
                  <a:pt x="2187894" y="266283"/>
                </a:lnTo>
                <a:lnTo>
                  <a:pt x="2197826" y="193261"/>
                </a:lnTo>
                <a:lnTo>
                  <a:pt x="2207757" y="118838"/>
                </a:lnTo>
                <a:lnTo>
                  <a:pt x="2217688" y="93176"/>
                </a:lnTo>
                <a:lnTo>
                  <a:pt x="2227620" y="132358"/>
                </a:lnTo>
                <a:lnTo>
                  <a:pt x="2237551" y="207017"/>
                </a:lnTo>
                <a:lnTo>
                  <a:pt x="2247482" y="264069"/>
                </a:lnTo>
                <a:lnTo>
                  <a:pt x="2257414" y="266597"/>
                </a:lnTo>
                <a:lnTo>
                  <a:pt x="2267345" y="217624"/>
                </a:lnTo>
                <a:lnTo>
                  <a:pt x="2277277" y="152093"/>
                </a:lnTo>
                <a:lnTo>
                  <a:pt x="2287208" y="112110"/>
                </a:lnTo>
                <a:lnTo>
                  <a:pt x="2297139" y="122780"/>
                </a:lnTo>
                <a:lnTo>
                  <a:pt x="2307071" y="176168"/>
                </a:lnTo>
                <a:lnTo>
                  <a:pt x="2317002" y="234488"/>
                </a:lnTo>
                <a:lnTo>
                  <a:pt x="2326933" y="257206"/>
                </a:lnTo>
                <a:lnTo>
                  <a:pt x="2336865" y="231051"/>
                </a:lnTo>
                <a:lnTo>
                  <a:pt x="2346796" y="176739"/>
                </a:lnTo>
                <a:lnTo>
                  <a:pt x="2356727" y="131644"/>
                </a:lnTo>
                <a:lnTo>
                  <a:pt x="2366659" y="124808"/>
                </a:lnTo>
                <a:lnTo>
                  <a:pt x="2376590" y="158288"/>
                </a:lnTo>
                <a:lnTo>
                  <a:pt x="2386521" y="206457"/>
                </a:lnTo>
                <a:lnTo>
                  <a:pt x="2396453" y="236166"/>
                </a:lnTo>
                <a:lnTo>
                  <a:pt x="2406384" y="230339"/>
                </a:lnTo>
                <a:lnTo>
                  <a:pt x="2416315" y="195499"/>
                </a:lnTo>
                <a:lnTo>
                  <a:pt x="2426247" y="154835"/>
                </a:lnTo>
                <a:lnTo>
                  <a:pt x="2436178" y="135727"/>
                </a:lnTo>
                <a:lnTo>
                  <a:pt x="2446109" y="152392"/>
                </a:lnTo>
                <a:lnTo>
                  <a:pt x="2456041" y="192509"/>
                </a:lnTo>
                <a:lnTo>
                  <a:pt x="2465972" y="225651"/>
                </a:lnTo>
                <a:lnTo>
                  <a:pt x="2475904" y="228884"/>
                </a:lnTo>
                <a:lnTo>
                  <a:pt x="2485835" y="202524"/>
                </a:lnTo>
                <a:lnTo>
                  <a:pt x="2495766" y="165546"/>
                </a:lnTo>
                <a:lnTo>
                  <a:pt x="2505698" y="142722"/>
                </a:lnTo>
                <a:lnTo>
                  <a:pt x="2515629" y="150573"/>
                </a:lnTo>
                <a:lnTo>
                  <a:pt x="2525560" y="184468"/>
                </a:lnTo>
                <a:lnTo>
                  <a:pt x="2535492" y="219451"/>
                </a:lnTo>
                <a:lnTo>
                  <a:pt x="2545423" y="229945"/>
                </a:lnTo>
                <a:lnTo>
                  <a:pt x="2555354" y="209585"/>
                </a:lnTo>
                <a:lnTo>
                  <a:pt x="2565286" y="173387"/>
                </a:lnTo>
                <a:lnTo>
                  <a:pt x="2575217" y="146382"/>
                </a:lnTo>
                <a:lnTo>
                  <a:pt x="2585148" y="148489"/>
                </a:lnTo>
                <a:lnTo>
                  <a:pt x="2595080" y="180170"/>
                </a:lnTo>
                <a:lnTo>
                  <a:pt x="2605011" y="218744"/>
                </a:lnTo>
                <a:lnTo>
                  <a:pt x="2614942" y="234232"/>
                </a:lnTo>
                <a:lnTo>
                  <a:pt x="2624874" y="213600"/>
                </a:lnTo>
                <a:lnTo>
                  <a:pt x="2634805" y="171223"/>
                </a:lnTo>
                <a:lnTo>
                  <a:pt x="2644736" y="137759"/>
                </a:lnTo>
                <a:lnTo>
                  <a:pt x="2654668" y="137749"/>
                </a:lnTo>
                <a:lnTo>
                  <a:pt x="2664599" y="172169"/>
                </a:lnTo>
                <a:lnTo>
                  <a:pt x="2674531" y="218140"/>
                </a:lnTo>
                <a:lnTo>
                  <a:pt x="2684462" y="244884"/>
                </a:lnTo>
                <a:lnTo>
                  <a:pt x="2694393" y="232713"/>
                </a:lnTo>
                <a:lnTo>
                  <a:pt x="2704325" y="185103"/>
                </a:lnTo>
                <a:lnTo>
                  <a:pt x="2714256" y="131106"/>
                </a:lnTo>
                <a:lnTo>
                  <a:pt x="2724187" y="111272"/>
                </a:lnTo>
                <a:lnTo>
                  <a:pt x="2734119" y="146383"/>
                </a:lnTo>
                <a:lnTo>
                  <a:pt x="2744050" y="214630"/>
                </a:lnTo>
                <a:lnTo>
                  <a:pt x="2753981" y="265934"/>
                </a:lnTo>
                <a:lnTo>
                  <a:pt x="2763913" y="262058"/>
                </a:lnTo>
                <a:lnTo>
                  <a:pt x="2773844" y="203881"/>
                </a:lnTo>
                <a:lnTo>
                  <a:pt x="2783775" y="128864"/>
                </a:lnTo>
                <a:lnTo>
                  <a:pt x="2793707" y="88470"/>
                </a:lnTo>
                <a:lnTo>
                  <a:pt x="2803638" y="115758"/>
                </a:lnTo>
                <a:lnTo>
                  <a:pt x="2813569" y="197320"/>
                </a:lnTo>
                <a:lnTo>
                  <a:pt x="2823501" y="276292"/>
                </a:lnTo>
                <a:lnTo>
                  <a:pt x="2833432" y="294152"/>
                </a:lnTo>
                <a:lnTo>
                  <a:pt x="2843363" y="236445"/>
                </a:lnTo>
                <a:lnTo>
                  <a:pt x="2853295" y="142205"/>
                </a:lnTo>
                <a:lnTo>
                  <a:pt x="2863226" y="75009"/>
                </a:lnTo>
                <a:lnTo>
                  <a:pt x="2873158" y="81398"/>
                </a:lnTo>
                <a:lnTo>
                  <a:pt x="2883089" y="160319"/>
                </a:lnTo>
                <a:lnTo>
                  <a:pt x="2893020" y="260364"/>
                </a:lnTo>
                <a:lnTo>
                  <a:pt x="2902952" y="312137"/>
                </a:lnTo>
                <a:lnTo>
                  <a:pt x="2912883" y="277655"/>
                </a:lnTo>
                <a:lnTo>
                  <a:pt x="2922814" y="178844"/>
                </a:lnTo>
                <a:lnTo>
                  <a:pt x="2932746" y="82670"/>
                </a:lnTo>
                <a:lnTo>
                  <a:pt x="2942677" y="55418"/>
                </a:lnTo>
                <a:lnTo>
                  <a:pt x="2952608" y="117696"/>
                </a:lnTo>
                <a:lnTo>
                  <a:pt x="2962540" y="228622"/>
                </a:lnTo>
                <a:lnTo>
                  <a:pt x="2972471" y="311895"/>
                </a:lnTo>
                <a:lnTo>
                  <a:pt x="2982402" y="309371"/>
                </a:lnTo>
                <a:lnTo>
                  <a:pt x="2992334" y="222834"/>
                </a:lnTo>
                <a:lnTo>
                  <a:pt x="3002265" y="111529"/>
                </a:lnTo>
                <a:lnTo>
                  <a:pt x="3012196" y="50187"/>
                </a:lnTo>
                <a:lnTo>
                  <a:pt x="3022128" y="79837"/>
                </a:lnTo>
                <a:lnTo>
                  <a:pt x="3032059" y="181118"/>
                </a:lnTo>
                <a:lnTo>
                  <a:pt x="3041990" y="285309"/>
                </a:lnTo>
                <a:lnTo>
                  <a:pt x="3051922" y="320749"/>
                </a:lnTo>
                <a:lnTo>
                  <a:pt x="3061853" y="264937"/>
                </a:lnTo>
                <a:lnTo>
                  <a:pt x="3071785" y="159363"/>
                </a:lnTo>
                <a:lnTo>
                  <a:pt x="3081716" y="75495"/>
                </a:lnTo>
                <a:lnTo>
                  <a:pt x="3091647" y="65409"/>
                </a:lnTo>
                <a:lnTo>
                  <a:pt x="3101579" y="133045"/>
                </a:lnTo>
                <a:lnTo>
                  <a:pt x="3111510" y="234102"/>
                </a:lnTo>
                <a:lnTo>
                  <a:pt x="3121441" y="301413"/>
                </a:lnTo>
                <a:lnTo>
                  <a:pt x="3131373" y="289424"/>
                </a:lnTo>
                <a:lnTo>
                  <a:pt x="3141304" y="209189"/>
                </a:lnTo>
                <a:lnTo>
                  <a:pt x="3151235" y="119098"/>
                </a:lnTo>
                <a:lnTo>
                  <a:pt x="3161167" y="78334"/>
                </a:lnTo>
                <a:lnTo>
                  <a:pt x="3171098" y="107508"/>
                </a:lnTo>
                <a:lnTo>
                  <a:pt x="3181029" y="182760"/>
                </a:lnTo>
                <a:lnTo>
                  <a:pt x="3190961" y="254522"/>
                </a:lnTo>
                <a:lnTo>
                  <a:pt x="3200892" y="277241"/>
                </a:lnTo>
                <a:lnTo>
                  <a:pt x="3210823" y="238921"/>
                </a:lnTo>
                <a:lnTo>
                  <a:pt x="3220755" y="169642"/>
                </a:lnTo>
                <a:lnTo>
                  <a:pt x="3230686" y="117463"/>
                </a:lnTo>
                <a:lnTo>
                  <a:pt x="3240617" y="112679"/>
                </a:lnTo>
                <a:lnTo>
                  <a:pt x="3250549" y="151451"/>
                </a:lnTo>
                <a:lnTo>
                  <a:pt x="3260480" y="205159"/>
                </a:lnTo>
                <a:lnTo>
                  <a:pt x="3270412" y="241189"/>
                </a:lnTo>
                <a:lnTo>
                  <a:pt x="3280343" y="241460"/>
                </a:lnTo>
                <a:lnTo>
                  <a:pt x="3290274" y="210550"/>
                </a:lnTo>
                <a:lnTo>
                  <a:pt x="3300206" y="170137"/>
                </a:lnTo>
                <a:lnTo>
                  <a:pt x="3310137" y="144292"/>
                </a:lnTo>
                <a:lnTo>
                  <a:pt x="3320068" y="145046"/>
                </a:lnTo>
                <a:lnTo>
                  <a:pt x="3330000" y="166804"/>
                </a:lnTo>
                <a:lnTo>
                  <a:pt x="3339931" y="193597"/>
                </a:lnTo>
                <a:lnTo>
                  <a:pt x="3349862" y="212340"/>
                </a:lnTo>
                <a:lnTo>
                  <a:pt x="3359794" y="218190"/>
                </a:lnTo>
                <a:lnTo>
                  <a:pt x="3369725" y="210226"/>
                </a:lnTo>
                <a:lnTo>
                  <a:pt x="3379656" y="190086"/>
                </a:lnTo>
                <a:lnTo>
                  <a:pt x="3389588" y="166147"/>
                </a:lnTo>
                <a:lnTo>
                  <a:pt x="3399519" y="151426"/>
                </a:lnTo>
                <a:lnTo>
                  <a:pt x="3409450" y="154384"/>
                </a:lnTo>
                <a:lnTo>
                  <a:pt x="3419382" y="174698"/>
                </a:lnTo>
                <a:lnTo>
                  <a:pt x="3429313" y="204688"/>
                </a:lnTo>
                <a:lnTo>
                  <a:pt x="3439245" y="229366"/>
                </a:lnTo>
                <a:lnTo>
                  <a:pt x="3449176" y="230914"/>
                </a:lnTo>
                <a:lnTo>
                  <a:pt x="3459107" y="202892"/>
                </a:lnTo>
                <a:lnTo>
                  <a:pt x="3469039" y="159876"/>
                </a:lnTo>
                <a:lnTo>
                  <a:pt x="3478970" y="129192"/>
                </a:lnTo>
                <a:lnTo>
                  <a:pt x="3488901" y="132820"/>
                </a:lnTo>
                <a:lnTo>
                  <a:pt x="3498833" y="172419"/>
                </a:lnTo>
                <a:lnTo>
                  <a:pt x="3508764" y="224234"/>
                </a:lnTo>
                <a:lnTo>
                  <a:pt x="3518695" y="252239"/>
                </a:lnTo>
                <a:lnTo>
                  <a:pt x="3528627" y="236063"/>
                </a:lnTo>
                <a:lnTo>
                  <a:pt x="3538558" y="186936"/>
                </a:lnTo>
                <a:lnTo>
                  <a:pt x="3548489" y="135942"/>
                </a:lnTo>
                <a:lnTo>
                  <a:pt x="3558421" y="113466"/>
                </a:lnTo>
                <a:lnTo>
                  <a:pt x="3568352" y="136224"/>
                </a:lnTo>
                <a:lnTo>
                  <a:pt x="3578283" y="195064"/>
                </a:lnTo>
                <a:lnTo>
                  <a:pt x="3588215" y="250823"/>
                </a:lnTo>
                <a:lnTo>
                  <a:pt x="3598146" y="260337"/>
                </a:lnTo>
                <a:lnTo>
                  <a:pt x="3608077" y="215778"/>
                </a:lnTo>
                <a:lnTo>
                  <a:pt x="3618009" y="150714"/>
                </a:lnTo>
                <a:lnTo>
                  <a:pt x="3627940" y="109258"/>
                </a:lnTo>
                <a:lnTo>
                  <a:pt x="3637872" y="117330"/>
                </a:lnTo>
                <a:lnTo>
                  <a:pt x="3647803" y="171743"/>
                </a:lnTo>
                <a:lnTo>
                  <a:pt x="3657734" y="238525"/>
                </a:lnTo>
                <a:lnTo>
                  <a:pt x="3667666" y="269501"/>
                </a:lnTo>
                <a:lnTo>
                  <a:pt x="3677597" y="240583"/>
                </a:lnTo>
                <a:lnTo>
                  <a:pt x="3687528" y="174770"/>
                </a:lnTo>
                <a:lnTo>
                  <a:pt x="3697460" y="120486"/>
                </a:lnTo>
                <a:lnTo>
                  <a:pt x="3707391" y="111999"/>
                </a:lnTo>
                <a:lnTo>
                  <a:pt x="3717322" y="151015"/>
                </a:lnTo>
                <a:lnTo>
                  <a:pt x="3727254" y="211052"/>
                </a:lnTo>
                <a:lnTo>
                  <a:pt x="3737185" y="252431"/>
                </a:lnTo>
                <a:lnTo>
                  <a:pt x="3747116" y="246776"/>
                </a:lnTo>
                <a:lnTo>
                  <a:pt x="3757048" y="199374"/>
                </a:lnTo>
                <a:lnTo>
                  <a:pt x="3766979" y="146017"/>
                </a:lnTo>
                <a:lnTo>
                  <a:pt x="3776910" y="124484"/>
                </a:lnTo>
                <a:lnTo>
                  <a:pt x="3786842" y="147220"/>
                </a:lnTo>
                <a:lnTo>
                  <a:pt x="3796773" y="195082"/>
                </a:lnTo>
                <a:lnTo>
                  <a:pt x="3806704" y="232450"/>
                </a:lnTo>
                <a:lnTo>
                  <a:pt x="3816636" y="233147"/>
                </a:lnTo>
                <a:lnTo>
                  <a:pt x="3826567" y="199266"/>
                </a:lnTo>
                <a:lnTo>
                  <a:pt x="3836499" y="157514"/>
                </a:lnTo>
                <a:lnTo>
                  <a:pt x="3846430" y="137607"/>
                </a:lnTo>
                <a:lnTo>
                  <a:pt x="3856361" y="151938"/>
                </a:lnTo>
                <a:lnTo>
                  <a:pt x="3866293" y="188956"/>
                </a:lnTo>
                <a:lnTo>
                  <a:pt x="3876224" y="221267"/>
                </a:lnTo>
                <a:lnTo>
                  <a:pt x="3886155" y="224530"/>
                </a:lnTo>
                <a:lnTo>
                  <a:pt x="3896087" y="196402"/>
                </a:lnTo>
                <a:lnTo>
                  <a:pt x="3906018" y="159752"/>
                </a:lnTo>
                <a:lnTo>
                  <a:pt x="3915949" y="144927"/>
                </a:lnTo>
                <a:lnTo>
                  <a:pt x="3925881" y="164517"/>
                </a:lnTo>
                <a:lnTo>
                  <a:pt x="3935812" y="202241"/>
                </a:lnTo>
                <a:lnTo>
                  <a:pt x="3945743" y="226893"/>
                </a:lnTo>
                <a:lnTo>
                  <a:pt x="3955675" y="219273"/>
                </a:lnTo>
                <a:lnTo>
                  <a:pt x="3965606" y="186567"/>
                </a:lnTo>
                <a:lnTo>
                  <a:pt x="3975537" y="153443"/>
                </a:lnTo>
                <a:lnTo>
                  <a:pt x="3985469" y="143309"/>
                </a:lnTo>
                <a:lnTo>
                  <a:pt x="3995400" y="164367"/>
                </a:lnTo>
                <a:lnTo>
                  <a:pt x="4005331" y="203452"/>
                </a:lnTo>
                <a:lnTo>
                  <a:pt x="4015263" y="231918"/>
                </a:lnTo>
                <a:lnTo>
                  <a:pt x="4025194" y="226698"/>
                </a:lnTo>
                <a:lnTo>
                  <a:pt x="4035126" y="190429"/>
                </a:lnTo>
                <a:lnTo>
                  <a:pt x="4045057" y="149327"/>
                </a:lnTo>
                <a:lnTo>
                  <a:pt x="4054988" y="132681"/>
                </a:lnTo>
                <a:lnTo>
                  <a:pt x="4064920" y="153452"/>
                </a:lnTo>
                <a:lnTo>
                  <a:pt x="4074851" y="199150"/>
                </a:lnTo>
                <a:lnTo>
                  <a:pt x="4084782" y="237138"/>
                </a:lnTo>
                <a:lnTo>
                  <a:pt x="4094714" y="238321"/>
                </a:lnTo>
                <a:lnTo>
                  <a:pt x="4104645" y="202380"/>
                </a:lnTo>
                <a:lnTo>
                  <a:pt x="4114576" y="156458"/>
                </a:lnTo>
                <a:lnTo>
                  <a:pt x="4124508" y="130670"/>
                </a:lnTo>
                <a:lnTo>
                  <a:pt x="4134439" y="139913"/>
                </a:lnTo>
                <a:lnTo>
                  <a:pt x="4144370" y="179852"/>
                </a:lnTo>
                <a:lnTo>
                  <a:pt x="4154302" y="226403"/>
                </a:lnTo>
                <a:lnTo>
                  <a:pt x="4164233" y="245865"/>
                </a:lnTo>
                <a:lnTo>
                  <a:pt x="4174164" y="222137"/>
                </a:lnTo>
                <a:lnTo>
                  <a:pt x="4184096" y="173510"/>
                </a:lnTo>
                <a:lnTo>
                  <a:pt x="4194027" y="135053"/>
                </a:lnTo>
                <a:lnTo>
                  <a:pt x="4203958" y="129557"/>
                </a:lnTo>
                <a:lnTo>
                  <a:pt x="4213890" y="158410"/>
                </a:lnTo>
                <a:lnTo>
                  <a:pt x="4223821" y="206119"/>
                </a:lnTo>
                <a:lnTo>
                  <a:pt x="4233753" y="244460"/>
                </a:lnTo>
                <a:lnTo>
                  <a:pt x="4243684" y="245905"/>
                </a:lnTo>
                <a:lnTo>
                  <a:pt x="4253615" y="207130"/>
                </a:lnTo>
                <a:lnTo>
                  <a:pt x="4263547" y="155513"/>
                </a:lnTo>
                <a:lnTo>
                  <a:pt x="4273478" y="126384"/>
                </a:lnTo>
                <a:lnTo>
                  <a:pt x="4283409" y="136412"/>
                </a:lnTo>
                <a:lnTo>
                  <a:pt x="4293341" y="176954"/>
                </a:lnTo>
                <a:lnTo>
                  <a:pt x="4303272" y="222696"/>
                </a:lnTo>
                <a:lnTo>
                  <a:pt x="4313203" y="244883"/>
                </a:lnTo>
                <a:lnTo>
                  <a:pt x="4323135" y="227887"/>
                </a:lnTo>
                <a:lnTo>
                  <a:pt x="4333066" y="182159"/>
                </a:lnTo>
                <a:lnTo>
                  <a:pt x="4342997" y="138775"/>
                </a:lnTo>
                <a:lnTo>
                  <a:pt x="4352929" y="126110"/>
                </a:lnTo>
                <a:lnTo>
                  <a:pt x="4362860" y="150064"/>
                </a:lnTo>
                <a:lnTo>
                  <a:pt x="4372791" y="194053"/>
                </a:lnTo>
                <a:lnTo>
                  <a:pt x="4382723" y="232260"/>
                </a:lnTo>
                <a:lnTo>
                  <a:pt x="4392654" y="242629"/>
                </a:lnTo>
                <a:lnTo>
                  <a:pt x="4402585" y="217425"/>
                </a:lnTo>
                <a:lnTo>
                  <a:pt x="4412517" y="170972"/>
                </a:lnTo>
                <a:lnTo>
                  <a:pt x="4422448" y="134079"/>
                </a:lnTo>
                <a:lnTo>
                  <a:pt x="4432380" y="131817"/>
                </a:lnTo>
                <a:lnTo>
                  <a:pt x="4442311" y="164160"/>
                </a:lnTo>
                <a:lnTo>
                  <a:pt x="4452242" y="208632"/>
                </a:lnTo>
                <a:lnTo>
                  <a:pt x="4462174" y="237705"/>
                </a:lnTo>
                <a:lnTo>
                  <a:pt x="4472105" y="233759"/>
                </a:lnTo>
                <a:lnTo>
                  <a:pt x="4482036" y="198094"/>
                </a:lnTo>
                <a:lnTo>
                  <a:pt x="4491968" y="153093"/>
                </a:lnTo>
                <a:lnTo>
                  <a:pt x="4501899" y="129379"/>
                </a:lnTo>
                <a:lnTo>
                  <a:pt x="4511830" y="142706"/>
                </a:lnTo>
                <a:lnTo>
                  <a:pt x="4521762" y="182627"/>
                </a:lnTo>
                <a:lnTo>
                  <a:pt x="4531693" y="222447"/>
                </a:lnTo>
                <a:lnTo>
                  <a:pt x="4541624" y="237209"/>
                </a:lnTo>
                <a:lnTo>
                  <a:pt x="4551556" y="217571"/>
                </a:lnTo>
                <a:lnTo>
                  <a:pt x="4561487" y="176445"/>
                </a:lnTo>
                <a:lnTo>
                  <a:pt x="4571418" y="142393"/>
                </a:lnTo>
                <a:lnTo>
                  <a:pt x="4581350" y="138940"/>
                </a:lnTo>
                <a:lnTo>
                  <a:pt x="4591281" y="166869"/>
                </a:lnTo>
                <a:lnTo>
                  <a:pt x="4601212" y="205953"/>
                </a:lnTo>
                <a:lnTo>
                  <a:pt x="4611144" y="230841"/>
                </a:lnTo>
                <a:lnTo>
                  <a:pt x="4621075" y="226389"/>
                </a:lnTo>
                <a:lnTo>
                  <a:pt x="4631007" y="195776"/>
                </a:lnTo>
                <a:lnTo>
                  <a:pt x="4640938" y="159087"/>
                </a:lnTo>
                <a:lnTo>
                  <a:pt x="4650869" y="140952"/>
                </a:lnTo>
                <a:lnTo>
                  <a:pt x="4660801" y="153645"/>
                </a:lnTo>
                <a:lnTo>
                  <a:pt x="4670732" y="187835"/>
                </a:lnTo>
                <a:lnTo>
                  <a:pt x="4680663" y="218588"/>
                </a:lnTo>
                <a:lnTo>
                  <a:pt x="4690595" y="223867"/>
                </a:lnTo>
                <a:lnTo>
                  <a:pt x="4700526" y="201602"/>
                </a:lnTo>
                <a:lnTo>
                  <a:pt x="4710457" y="169602"/>
                </a:lnTo>
                <a:lnTo>
                  <a:pt x="4720389" y="149893"/>
                </a:lnTo>
                <a:lnTo>
                  <a:pt x="4730320" y="154672"/>
                </a:lnTo>
                <a:lnTo>
                  <a:pt x="4740251" y="181430"/>
                </a:lnTo>
                <a:lnTo>
                  <a:pt x="4750183" y="212584"/>
                </a:lnTo>
                <a:lnTo>
                  <a:pt x="4760114" y="223865"/>
                </a:lnTo>
                <a:lnTo>
                  <a:pt x="4770045" y="205035"/>
                </a:lnTo>
                <a:lnTo>
                  <a:pt x="4779977" y="172095"/>
                </a:lnTo>
                <a:lnTo>
                  <a:pt x="4789908" y="151693"/>
                </a:lnTo>
                <a:lnTo>
                  <a:pt x="4799839" y="156770"/>
                </a:lnTo>
                <a:lnTo>
                  <a:pt x="4809771" y="181428"/>
                </a:lnTo>
                <a:lnTo>
                  <a:pt x="4819702" y="209428"/>
                </a:lnTo>
                <a:lnTo>
                  <a:pt x="4829634" y="221402"/>
                </a:lnTo>
                <a:lnTo>
                  <a:pt x="4839565" y="206190"/>
                </a:lnTo>
                <a:lnTo>
                  <a:pt x="4849496" y="174129"/>
                </a:lnTo>
                <a:lnTo>
                  <a:pt x="4859428" y="150843"/>
                </a:lnTo>
                <a:lnTo>
                  <a:pt x="4869359" y="153427"/>
                </a:lnTo>
                <a:lnTo>
                  <a:pt x="4879290" y="178527"/>
                </a:lnTo>
                <a:lnTo>
                  <a:pt x="4889222" y="209565"/>
                </a:lnTo>
                <a:lnTo>
                  <a:pt x="4899153" y="225874"/>
                </a:lnTo>
                <a:lnTo>
                  <a:pt x="4909084" y="212978"/>
                </a:lnTo>
                <a:lnTo>
                  <a:pt x="4919016" y="178000"/>
                </a:lnTo>
                <a:lnTo>
                  <a:pt x="4928947" y="149128"/>
                </a:lnTo>
                <a:lnTo>
                  <a:pt x="4938878" y="149093"/>
                </a:lnTo>
                <a:lnTo>
                  <a:pt x="4948810" y="174758"/>
                </a:lnTo>
                <a:lnTo>
                  <a:pt x="4958741" y="206261"/>
                </a:lnTo>
                <a:lnTo>
                  <a:pt x="4968672" y="224289"/>
                </a:lnTo>
                <a:lnTo>
                  <a:pt x="4978604" y="216658"/>
                </a:lnTo>
                <a:lnTo>
                  <a:pt x="4988535" y="185039"/>
                </a:lnTo>
                <a:lnTo>
                  <a:pt x="4998466" y="150900"/>
                </a:lnTo>
                <a:lnTo>
                  <a:pt x="5008398" y="141513"/>
                </a:lnTo>
                <a:lnTo>
                  <a:pt x="5018329" y="164589"/>
                </a:lnTo>
                <a:lnTo>
                  <a:pt x="5028261" y="202058"/>
                </a:lnTo>
                <a:lnTo>
                  <a:pt x="5038192" y="226373"/>
                </a:lnTo>
                <a:lnTo>
                  <a:pt x="5048123" y="219452"/>
                </a:lnTo>
                <a:lnTo>
                  <a:pt x="5058055" y="185043"/>
                </a:lnTo>
                <a:lnTo>
                  <a:pt x="5067986" y="149177"/>
                </a:lnTo>
                <a:lnTo>
                  <a:pt x="5077917" y="140270"/>
                </a:lnTo>
                <a:lnTo>
                  <a:pt x="5087849" y="163572"/>
                </a:lnTo>
                <a:lnTo>
                  <a:pt x="5097780" y="199563"/>
                </a:lnTo>
              </a:path>
            </a:pathLst>
          </a:custGeom>
          <a:solidFill>
            <a:srgbClr val="FFFFFF">
              <a:alpha val="0"/>
            </a:srgbClr>
          </a:solidFill>
          <a:ln w="13335" cap="rnd">
            <a:solidFill>
              <a:srgbClr val="17313B"/>
            </a:solidFill>
            <a:prstDash val="solid"/>
          </a:ln>
        </p:spPr>
      </p:sp>
      <p:sp>
        <p:nvSpPr>
          <p:cNvPr id="67" name="wave_13"/>
          <p:cNvSpPr/>
          <p:nvPr/>
        </p:nvSpPr>
        <p:spPr>
          <a:xfrm>
            <a:off x="882396" y="4786765"/>
            <a:ext cx="5120640" cy="370860"/>
          </a:xfrm>
          <a:custGeom>
            <a:avLst/>
            <a:gdLst/>
            <a:ahLst/>
            <a:cxnLst/>
            <a:rect l="l" t="t" r="r" b="b"/>
            <a:pathLst>
              <a:path w="5120640" h="370860" fill="none" stroke="1" extrusionOk="0">
                <a:moveTo>
                  <a:pt x="22860" y="270067"/>
                </a:moveTo>
                <a:lnTo>
                  <a:pt x="32791" y="122616"/>
                </a:lnTo>
                <a:lnTo>
                  <a:pt x="42723" y="22860"/>
                </a:lnTo>
                <a:lnTo>
                  <a:pt x="52654" y="36144"/>
                </a:lnTo>
                <a:lnTo>
                  <a:pt x="62585" y="149407"/>
                </a:lnTo>
                <a:lnTo>
                  <a:pt x="72517" y="283160"/>
                </a:lnTo>
                <a:lnTo>
                  <a:pt x="82448" y="348000"/>
                </a:lnTo>
                <a:lnTo>
                  <a:pt x="92379" y="303420"/>
                </a:lnTo>
                <a:lnTo>
                  <a:pt x="102311" y="182297"/>
                </a:lnTo>
                <a:lnTo>
                  <a:pt x="112242" y="68784"/>
                </a:lnTo>
                <a:lnTo>
                  <a:pt x="122174" y="40819"/>
                </a:lnTo>
                <a:lnTo>
                  <a:pt x="132105" y="114369"/>
                </a:lnTo>
                <a:lnTo>
                  <a:pt x="142036" y="234133"/>
                </a:lnTo>
                <a:lnTo>
                  <a:pt x="151968" y="317418"/>
                </a:lnTo>
                <a:lnTo>
                  <a:pt x="161899" y="311384"/>
                </a:lnTo>
                <a:lnTo>
                  <a:pt x="171830" y="224106"/>
                </a:lnTo>
                <a:lnTo>
                  <a:pt x="181762" y="117566"/>
                </a:lnTo>
                <a:lnTo>
                  <a:pt x="191693" y="65892"/>
                </a:lnTo>
                <a:lnTo>
                  <a:pt x="201624" y="100901"/>
                </a:lnTo>
                <a:lnTo>
                  <a:pt x="211556" y="189929"/>
                </a:lnTo>
                <a:lnTo>
                  <a:pt x="221487" y="267662"/>
                </a:lnTo>
                <a:lnTo>
                  <a:pt x="231418" y="286226"/>
                </a:lnTo>
                <a:lnTo>
                  <a:pt x="241350" y="239581"/>
                </a:lnTo>
                <a:lnTo>
                  <a:pt x="251281" y="160682"/>
                </a:lnTo>
                <a:lnTo>
                  <a:pt x="261212" y="103756"/>
                </a:lnTo>
                <a:lnTo>
                  <a:pt x="271144" y="109906"/>
                </a:lnTo>
                <a:lnTo>
                  <a:pt x="281075" y="172351"/>
                </a:lnTo>
                <a:lnTo>
                  <a:pt x="291006" y="239856"/>
                </a:lnTo>
                <a:lnTo>
                  <a:pt x="300938" y="261383"/>
                </a:lnTo>
                <a:lnTo>
                  <a:pt x="310869" y="226394"/>
                </a:lnTo>
                <a:lnTo>
                  <a:pt x="320801" y="166725"/>
                </a:lnTo>
                <a:lnTo>
                  <a:pt x="330732" y="128429"/>
                </a:lnTo>
                <a:lnTo>
                  <a:pt x="340663" y="137625"/>
                </a:lnTo>
                <a:lnTo>
                  <a:pt x="350595" y="182043"/>
                </a:lnTo>
                <a:lnTo>
                  <a:pt x="360526" y="223525"/>
                </a:lnTo>
                <a:lnTo>
                  <a:pt x="370457" y="231518"/>
                </a:lnTo>
                <a:lnTo>
                  <a:pt x="380389" y="205092"/>
                </a:lnTo>
                <a:lnTo>
                  <a:pt x="390320" y="167803"/>
                </a:lnTo>
                <a:lnTo>
                  <a:pt x="400251" y="148787"/>
                </a:lnTo>
                <a:lnTo>
                  <a:pt x="410183" y="163681"/>
                </a:lnTo>
                <a:lnTo>
                  <a:pt x="420114" y="201393"/>
                </a:lnTo>
                <a:lnTo>
                  <a:pt x="430045" y="229301"/>
                </a:lnTo>
                <a:lnTo>
                  <a:pt x="439977" y="221055"/>
                </a:lnTo>
                <a:lnTo>
                  <a:pt x="449908" y="182127"/>
                </a:lnTo>
                <a:lnTo>
                  <a:pt x="459839" y="145306"/>
                </a:lnTo>
                <a:lnTo>
                  <a:pt x="469771" y="141667"/>
                </a:lnTo>
                <a:lnTo>
                  <a:pt x="479702" y="175497"/>
                </a:lnTo>
                <a:lnTo>
                  <a:pt x="489633" y="221725"/>
                </a:lnTo>
                <a:lnTo>
                  <a:pt x="499565" y="244613"/>
                </a:lnTo>
                <a:lnTo>
                  <a:pt x="509496" y="224018"/>
                </a:lnTo>
                <a:lnTo>
                  <a:pt x="519428" y="171402"/>
                </a:lnTo>
                <a:lnTo>
                  <a:pt x="529359" y="123944"/>
                </a:lnTo>
                <a:lnTo>
                  <a:pt x="539290" y="119061"/>
                </a:lnTo>
                <a:lnTo>
                  <a:pt x="549222" y="165392"/>
                </a:lnTo>
                <a:lnTo>
                  <a:pt x="559153" y="232812"/>
                </a:lnTo>
                <a:lnTo>
                  <a:pt x="569084" y="273005"/>
                </a:lnTo>
                <a:lnTo>
                  <a:pt x="579016" y="255124"/>
                </a:lnTo>
                <a:lnTo>
                  <a:pt x="588947" y="187729"/>
                </a:lnTo>
                <a:lnTo>
                  <a:pt x="598878" y="114458"/>
                </a:lnTo>
                <a:lnTo>
                  <a:pt x="608810" y="88472"/>
                </a:lnTo>
                <a:lnTo>
                  <a:pt x="618741" y="135200"/>
                </a:lnTo>
                <a:lnTo>
                  <a:pt x="628672" y="225856"/>
                </a:lnTo>
                <a:lnTo>
                  <a:pt x="638604" y="293150"/>
                </a:lnTo>
                <a:lnTo>
                  <a:pt x="648535" y="285176"/>
                </a:lnTo>
                <a:lnTo>
                  <a:pt x="658466" y="206975"/>
                </a:lnTo>
                <a:lnTo>
                  <a:pt x="668398" y="113427"/>
                </a:lnTo>
                <a:lnTo>
                  <a:pt x="678329" y="69568"/>
                </a:lnTo>
                <a:lnTo>
                  <a:pt x="688260" y="108542"/>
                </a:lnTo>
                <a:lnTo>
                  <a:pt x="698192" y="206188"/>
                </a:lnTo>
                <a:lnTo>
                  <a:pt x="708123" y="292526"/>
                </a:lnTo>
                <a:lnTo>
                  <a:pt x="718055" y="304349"/>
                </a:lnTo>
                <a:lnTo>
                  <a:pt x="727986" y="235315"/>
                </a:lnTo>
                <a:lnTo>
                  <a:pt x="737917" y="135526"/>
                </a:lnTo>
                <a:lnTo>
                  <a:pt x="747849" y="70996"/>
                </a:lnTo>
                <a:lnTo>
                  <a:pt x="757780" y="83843"/>
                </a:lnTo>
                <a:lnTo>
                  <a:pt x="767711" y="168061"/>
                </a:lnTo>
                <a:lnTo>
                  <a:pt x="777643" y="266725"/>
                </a:lnTo>
                <a:lnTo>
                  <a:pt x="787574" y="307787"/>
                </a:lnTo>
                <a:lnTo>
                  <a:pt x="797505" y="262266"/>
                </a:lnTo>
                <a:lnTo>
                  <a:pt x="807437" y="167000"/>
                </a:lnTo>
                <a:lnTo>
                  <a:pt x="817368" y="89546"/>
                </a:lnTo>
                <a:lnTo>
                  <a:pt x="827299" y="78370"/>
                </a:lnTo>
                <a:lnTo>
                  <a:pt x="837231" y="138296"/>
                </a:lnTo>
                <a:lnTo>
                  <a:pt x="847162" y="230204"/>
                </a:lnTo>
                <a:lnTo>
                  <a:pt x="857093" y="291336"/>
                </a:lnTo>
                <a:lnTo>
                  <a:pt x="867025" y="278014"/>
                </a:lnTo>
                <a:lnTo>
                  <a:pt x="876956" y="202271"/>
                </a:lnTo>
                <a:lnTo>
                  <a:pt x="886887" y="122171"/>
                </a:lnTo>
                <a:lnTo>
                  <a:pt x="896819" y="93071"/>
                </a:lnTo>
                <a:lnTo>
                  <a:pt x="906750" y="128362"/>
                </a:lnTo>
                <a:lnTo>
                  <a:pt x="916682" y="198277"/>
                </a:lnTo>
                <a:lnTo>
                  <a:pt x="926613" y="255610"/>
                </a:lnTo>
                <a:lnTo>
                  <a:pt x="936544" y="266296"/>
                </a:lnTo>
                <a:lnTo>
                  <a:pt x="946476" y="229079"/>
                </a:lnTo>
                <a:lnTo>
                  <a:pt x="956407" y="173292"/>
                </a:lnTo>
                <a:lnTo>
                  <a:pt x="966338" y="135632"/>
                </a:lnTo>
                <a:lnTo>
                  <a:pt x="976270" y="134811"/>
                </a:lnTo>
                <a:lnTo>
                  <a:pt x="986201" y="164480"/>
                </a:lnTo>
                <a:lnTo>
                  <a:pt x="996132" y="204249"/>
                </a:lnTo>
                <a:lnTo>
                  <a:pt x="1006064" y="232480"/>
                </a:lnTo>
                <a:lnTo>
                  <a:pt x="1015995" y="233625"/>
                </a:lnTo>
                <a:lnTo>
                  <a:pt x="1025926" y="206501"/>
                </a:lnTo>
                <a:lnTo>
                  <a:pt x="1035858" y="169850"/>
                </a:lnTo>
                <a:lnTo>
                  <a:pt x="1045789" y="149588"/>
                </a:lnTo>
                <a:lnTo>
                  <a:pt x="1055720" y="154458"/>
                </a:lnTo>
                <a:lnTo>
                  <a:pt x="1065652" y="171748"/>
                </a:lnTo>
                <a:lnTo>
                  <a:pt x="1075583" y="188534"/>
                </a:lnTo>
                <a:lnTo>
                  <a:pt x="1085514" y="203839"/>
                </a:lnTo>
                <a:lnTo>
                  <a:pt x="1095446" y="216244"/>
                </a:lnTo>
                <a:lnTo>
                  <a:pt x="1105377" y="215778"/>
                </a:lnTo>
                <a:lnTo>
                  <a:pt x="1115309" y="196825"/>
                </a:lnTo>
                <a:lnTo>
                  <a:pt x="1125240" y="168376"/>
                </a:lnTo>
                <a:lnTo>
                  <a:pt x="1135171" y="146619"/>
                </a:lnTo>
                <a:lnTo>
                  <a:pt x="1145103" y="145493"/>
                </a:lnTo>
                <a:lnTo>
                  <a:pt x="1155034" y="171760"/>
                </a:lnTo>
                <a:lnTo>
                  <a:pt x="1164965" y="215665"/>
                </a:lnTo>
                <a:lnTo>
                  <a:pt x="1174897" y="248197"/>
                </a:lnTo>
                <a:lnTo>
                  <a:pt x="1184828" y="242054"/>
                </a:lnTo>
                <a:lnTo>
                  <a:pt x="1194759" y="197688"/>
                </a:lnTo>
                <a:lnTo>
                  <a:pt x="1204691" y="143350"/>
                </a:lnTo>
                <a:lnTo>
                  <a:pt x="1214622" y="113687"/>
                </a:lnTo>
                <a:lnTo>
                  <a:pt x="1224553" y="129945"/>
                </a:lnTo>
                <a:lnTo>
                  <a:pt x="1234485" y="187006"/>
                </a:lnTo>
                <a:lnTo>
                  <a:pt x="1244416" y="249957"/>
                </a:lnTo>
                <a:lnTo>
                  <a:pt x="1254347" y="273460"/>
                </a:lnTo>
                <a:lnTo>
                  <a:pt x="1264279" y="236904"/>
                </a:lnTo>
                <a:lnTo>
                  <a:pt x="1274210" y="162443"/>
                </a:lnTo>
                <a:lnTo>
                  <a:pt x="1284141" y="99902"/>
                </a:lnTo>
                <a:lnTo>
                  <a:pt x="1294073" y="93918"/>
                </a:lnTo>
                <a:lnTo>
                  <a:pt x="1304004" y="153426"/>
                </a:lnTo>
                <a:lnTo>
                  <a:pt x="1313936" y="240250"/>
                </a:lnTo>
                <a:lnTo>
                  <a:pt x="1323867" y="292521"/>
                </a:lnTo>
                <a:lnTo>
                  <a:pt x="1333798" y="271917"/>
                </a:lnTo>
                <a:lnTo>
                  <a:pt x="1343730" y="192771"/>
                </a:lnTo>
                <a:lnTo>
                  <a:pt x="1353661" y="108555"/>
                </a:lnTo>
                <a:lnTo>
                  <a:pt x="1363592" y="75035"/>
                </a:lnTo>
                <a:lnTo>
                  <a:pt x="1373524" y="117270"/>
                </a:lnTo>
                <a:lnTo>
                  <a:pt x="1383455" y="211361"/>
                </a:lnTo>
                <a:lnTo>
                  <a:pt x="1393386" y="292969"/>
                </a:lnTo>
                <a:lnTo>
                  <a:pt x="1403318" y="300409"/>
                </a:lnTo>
                <a:lnTo>
                  <a:pt x="1413249" y="225034"/>
                </a:lnTo>
                <a:lnTo>
                  <a:pt x="1423180" y="121711"/>
                </a:lnTo>
                <a:lnTo>
                  <a:pt x="1433112" y="66734"/>
                </a:lnTo>
                <a:lnTo>
                  <a:pt x="1443043" y="99325"/>
                </a:lnTo>
                <a:lnTo>
                  <a:pt x="1452974" y="193705"/>
                </a:lnTo>
                <a:lnTo>
                  <a:pt x="1462906" y="281019"/>
                </a:lnTo>
                <a:lnTo>
                  <a:pt x="1472837" y="301032"/>
                </a:lnTo>
                <a:lnTo>
                  <a:pt x="1482768" y="242196"/>
                </a:lnTo>
                <a:lnTo>
                  <a:pt x="1492700" y="145002"/>
                </a:lnTo>
                <a:lnTo>
                  <a:pt x="1502631" y="75358"/>
                </a:lnTo>
                <a:lnTo>
                  <a:pt x="1512563" y="84105"/>
                </a:lnTo>
                <a:lnTo>
                  <a:pt x="1522494" y="168596"/>
                </a:lnTo>
                <a:lnTo>
                  <a:pt x="1532425" y="266549"/>
                </a:lnTo>
                <a:lnTo>
                  <a:pt x="1542357" y="303070"/>
                </a:lnTo>
                <a:lnTo>
                  <a:pt x="1552288" y="254285"/>
                </a:lnTo>
                <a:lnTo>
                  <a:pt x="1562219" y="162454"/>
                </a:lnTo>
                <a:lnTo>
                  <a:pt x="1572151" y="94222"/>
                </a:lnTo>
                <a:lnTo>
                  <a:pt x="1582082" y="93041"/>
                </a:lnTo>
                <a:lnTo>
                  <a:pt x="1592013" y="158104"/>
                </a:lnTo>
                <a:lnTo>
                  <a:pt x="1601945" y="244807"/>
                </a:lnTo>
                <a:lnTo>
                  <a:pt x="1611876" y="289107"/>
                </a:lnTo>
                <a:lnTo>
                  <a:pt x="1621807" y="256192"/>
                </a:lnTo>
                <a:lnTo>
                  <a:pt x="1631739" y="173098"/>
                </a:lnTo>
                <a:lnTo>
                  <a:pt x="1641670" y="105200"/>
                </a:lnTo>
                <a:lnTo>
                  <a:pt x="1651601" y="101093"/>
                </a:lnTo>
                <a:lnTo>
                  <a:pt x="1661533" y="160750"/>
                </a:lnTo>
                <a:lnTo>
                  <a:pt x="1671464" y="241252"/>
                </a:lnTo>
                <a:lnTo>
                  <a:pt x="1681395" y="283925"/>
                </a:lnTo>
                <a:lnTo>
                  <a:pt x="1691327" y="253915"/>
                </a:lnTo>
                <a:lnTo>
                  <a:pt x="1701258" y="172257"/>
                </a:lnTo>
                <a:lnTo>
                  <a:pt x="1711190" y="103553"/>
                </a:lnTo>
                <a:lnTo>
                  <a:pt x="1721121" y="100676"/>
                </a:lnTo>
                <a:lnTo>
                  <a:pt x="1731052" y="161912"/>
                </a:lnTo>
                <a:lnTo>
                  <a:pt x="1740984" y="239152"/>
                </a:lnTo>
                <a:lnTo>
                  <a:pt x="1750915" y="277162"/>
                </a:lnTo>
                <a:lnTo>
                  <a:pt x="1760846" y="249000"/>
                </a:lnTo>
                <a:lnTo>
                  <a:pt x="1770778" y="173626"/>
                </a:lnTo>
                <a:lnTo>
                  <a:pt x="1780709" y="106798"/>
                </a:lnTo>
                <a:lnTo>
                  <a:pt x="1790640" y="101321"/>
                </a:lnTo>
                <a:lnTo>
                  <a:pt x="1800572" y="163217"/>
                </a:lnTo>
                <a:lnTo>
                  <a:pt x="1810503" y="245185"/>
                </a:lnTo>
                <a:lnTo>
                  <a:pt x="1820434" y="284732"/>
                </a:lnTo>
                <a:lnTo>
                  <a:pt x="1830366" y="252349"/>
                </a:lnTo>
                <a:lnTo>
                  <a:pt x="1840297" y="171936"/>
                </a:lnTo>
                <a:lnTo>
                  <a:pt x="1850228" y="102216"/>
                </a:lnTo>
                <a:lnTo>
                  <a:pt x="1860160" y="94524"/>
                </a:lnTo>
                <a:lnTo>
                  <a:pt x="1870091" y="155834"/>
                </a:lnTo>
                <a:lnTo>
                  <a:pt x="1880023" y="242328"/>
                </a:lnTo>
                <a:lnTo>
                  <a:pt x="1889954" y="289715"/>
                </a:lnTo>
                <a:lnTo>
                  <a:pt x="1899885" y="261339"/>
                </a:lnTo>
                <a:lnTo>
                  <a:pt x="1909817" y="177911"/>
                </a:lnTo>
                <a:lnTo>
                  <a:pt x="1919748" y="101853"/>
                </a:lnTo>
                <a:lnTo>
                  <a:pt x="1929679" y="88181"/>
                </a:lnTo>
                <a:lnTo>
                  <a:pt x="1939611" y="145063"/>
                </a:lnTo>
                <a:lnTo>
                  <a:pt x="1949542" y="232544"/>
                </a:lnTo>
                <a:lnTo>
                  <a:pt x="1959473" y="291118"/>
                </a:lnTo>
                <a:lnTo>
                  <a:pt x="1969405" y="279215"/>
                </a:lnTo>
                <a:lnTo>
                  <a:pt x="1979336" y="202456"/>
                </a:lnTo>
                <a:lnTo>
                  <a:pt x="1989267" y="113943"/>
                </a:lnTo>
                <a:lnTo>
                  <a:pt x="1999199" y="76938"/>
                </a:lnTo>
                <a:lnTo>
                  <a:pt x="2009130" y="117790"/>
                </a:lnTo>
                <a:lnTo>
                  <a:pt x="2019061" y="208540"/>
                </a:lnTo>
                <a:lnTo>
                  <a:pt x="2028993" y="286976"/>
                </a:lnTo>
                <a:lnTo>
                  <a:pt x="2038924" y="296669"/>
                </a:lnTo>
                <a:lnTo>
                  <a:pt x="2048855" y="227499"/>
                </a:lnTo>
                <a:lnTo>
                  <a:pt x="2058787" y="128882"/>
                </a:lnTo>
                <a:lnTo>
                  <a:pt x="2068718" y="73463"/>
                </a:lnTo>
                <a:lnTo>
                  <a:pt x="2078650" y="98283"/>
                </a:lnTo>
                <a:lnTo>
                  <a:pt x="2088581" y="181017"/>
                </a:lnTo>
                <a:lnTo>
                  <a:pt x="2098512" y="264444"/>
                </a:lnTo>
                <a:lnTo>
                  <a:pt x="2108444" y="294142"/>
                </a:lnTo>
                <a:lnTo>
                  <a:pt x="2118375" y="248912"/>
                </a:lnTo>
                <a:lnTo>
                  <a:pt x="2128306" y="159558"/>
                </a:lnTo>
                <a:lnTo>
                  <a:pt x="2138238" y="92582"/>
                </a:lnTo>
                <a:lnTo>
                  <a:pt x="2148169" y="95451"/>
                </a:lnTo>
                <a:lnTo>
                  <a:pt x="2158100" y="158716"/>
                </a:lnTo>
                <a:lnTo>
                  <a:pt x="2168032" y="235379"/>
                </a:lnTo>
                <a:lnTo>
                  <a:pt x="2177963" y="280116"/>
                </a:lnTo>
                <a:lnTo>
                  <a:pt x="2187894" y="266269"/>
                </a:lnTo>
                <a:lnTo>
                  <a:pt x="2197826" y="197030"/>
                </a:lnTo>
                <a:lnTo>
                  <a:pt x="2207757" y="118054"/>
                </a:lnTo>
                <a:lnTo>
                  <a:pt x="2217688" y="92168"/>
                </a:lnTo>
                <a:lnTo>
                  <a:pt x="2227620" y="139726"/>
                </a:lnTo>
                <a:lnTo>
                  <a:pt x="2237551" y="218107"/>
                </a:lnTo>
                <a:lnTo>
                  <a:pt x="2247482" y="268066"/>
                </a:lnTo>
                <a:lnTo>
                  <a:pt x="2257414" y="262964"/>
                </a:lnTo>
                <a:lnTo>
                  <a:pt x="2267345" y="213111"/>
                </a:lnTo>
                <a:lnTo>
                  <a:pt x="2277277" y="150000"/>
                </a:lnTo>
                <a:lnTo>
                  <a:pt x="2287208" y="113447"/>
                </a:lnTo>
                <a:lnTo>
                  <a:pt x="2297139" y="129103"/>
                </a:lnTo>
                <a:lnTo>
                  <a:pt x="2307071" y="184801"/>
                </a:lnTo>
                <a:lnTo>
                  <a:pt x="2317002" y="238692"/>
                </a:lnTo>
                <a:lnTo>
                  <a:pt x="2326933" y="255032"/>
                </a:lnTo>
                <a:lnTo>
                  <a:pt x="2336865" y="228214"/>
                </a:lnTo>
                <a:lnTo>
                  <a:pt x="2346796" y="179289"/>
                </a:lnTo>
                <a:lnTo>
                  <a:pt x="2356727" y="139709"/>
                </a:lnTo>
                <a:lnTo>
                  <a:pt x="2366659" y="133356"/>
                </a:lnTo>
                <a:lnTo>
                  <a:pt x="2376590" y="162429"/>
                </a:lnTo>
                <a:lnTo>
                  <a:pt x="2386521" y="206926"/>
                </a:lnTo>
                <a:lnTo>
                  <a:pt x="2396453" y="238130"/>
                </a:lnTo>
                <a:lnTo>
                  <a:pt x="2406384" y="235083"/>
                </a:lnTo>
                <a:lnTo>
                  <a:pt x="2416315" y="197947"/>
                </a:lnTo>
                <a:lnTo>
                  <a:pt x="2426247" y="152641"/>
                </a:lnTo>
                <a:lnTo>
                  <a:pt x="2436178" y="134319"/>
                </a:lnTo>
                <a:lnTo>
                  <a:pt x="2446109" y="156136"/>
                </a:lnTo>
                <a:lnTo>
                  <a:pt x="2456041" y="197472"/>
                </a:lnTo>
                <a:lnTo>
                  <a:pt x="2465972" y="226541"/>
                </a:lnTo>
                <a:lnTo>
                  <a:pt x="2475904" y="227335"/>
                </a:lnTo>
                <a:lnTo>
                  <a:pt x="2485835" y="203544"/>
                </a:lnTo>
                <a:lnTo>
                  <a:pt x="2495766" y="170469"/>
                </a:lnTo>
                <a:lnTo>
                  <a:pt x="2505698" y="149452"/>
                </a:lnTo>
                <a:lnTo>
                  <a:pt x="2515629" y="156660"/>
                </a:lnTo>
                <a:lnTo>
                  <a:pt x="2525560" y="187300"/>
                </a:lnTo>
                <a:lnTo>
                  <a:pt x="2535492" y="217463"/>
                </a:lnTo>
                <a:lnTo>
                  <a:pt x="2545423" y="225898"/>
                </a:lnTo>
                <a:lnTo>
                  <a:pt x="2555354" y="208866"/>
                </a:lnTo>
                <a:lnTo>
                  <a:pt x="2565286" y="177111"/>
                </a:lnTo>
                <a:lnTo>
                  <a:pt x="2575217" y="149989"/>
                </a:lnTo>
                <a:lnTo>
                  <a:pt x="2585148" y="149059"/>
                </a:lnTo>
                <a:lnTo>
                  <a:pt x="2595080" y="180645"/>
                </a:lnTo>
                <a:lnTo>
                  <a:pt x="2605011" y="222354"/>
                </a:lnTo>
                <a:lnTo>
                  <a:pt x="2614942" y="239523"/>
                </a:lnTo>
                <a:lnTo>
                  <a:pt x="2624874" y="218063"/>
                </a:lnTo>
                <a:lnTo>
                  <a:pt x="2634805" y="175055"/>
                </a:lnTo>
                <a:lnTo>
                  <a:pt x="2644736" y="141151"/>
                </a:lnTo>
                <a:lnTo>
                  <a:pt x="2654668" y="139645"/>
                </a:lnTo>
                <a:lnTo>
                  <a:pt x="2664599" y="173812"/>
                </a:lnTo>
                <a:lnTo>
                  <a:pt x="2674531" y="221886"/>
                </a:lnTo>
                <a:lnTo>
                  <a:pt x="2684462" y="248655"/>
                </a:lnTo>
                <a:lnTo>
                  <a:pt x="2694393" y="232772"/>
                </a:lnTo>
                <a:lnTo>
                  <a:pt x="2704325" y="183988"/>
                </a:lnTo>
                <a:lnTo>
                  <a:pt x="2714256" y="134408"/>
                </a:lnTo>
                <a:lnTo>
                  <a:pt x="2724187" y="117721"/>
                </a:lnTo>
                <a:lnTo>
                  <a:pt x="2734119" y="150072"/>
                </a:lnTo>
                <a:lnTo>
                  <a:pt x="2744050" y="215229"/>
                </a:lnTo>
                <a:lnTo>
                  <a:pt x="2753981" y="267985"/>
                </a:lnTo>
                <a:lnTo>
                  <a:pt x="2763913" y="266474"/>
                </a:lnTo>
                <a:lnTo>
                  <a:pt x="2773844" y="207682"/>
                </a:lnTo>
                <a:lnTo>
                  <a:pt x="2783775" y="130613"/>
                </a:lnTo>
                <a:lnTo>
                  <a:pt x="2793707" y="88699"/>
                </a:lnTo>
                <a:lnTo>
                  <a:pt x="2803638" y="115432"/>
                </a:lnTo>
                <a:lnTo>
                  <a:pt x="2813569" y="198605"/>
                </a:lnTo>
                <a:lnTo>
                  <a:pt x="2823501" y="280631"/>
                </a:lnTo>
                <a:lnTo>
                  <a:pt x="2833432" y="299046"/>
                </a:lnTo>
                <a:lnTo>
                  <a:pt x="2843363" y="238566"/>
                </a:lnTo>
                <a:lnTo>
                  <a:pt x="2853295" y="142296"/>
                </a:lnTo>
                <a:lnTo>
                  <a:pt x="2863226" y="75797"/>
                </a:lnTo>
                <a:lnTo>
                  <a:pt x="2873158" y="83543"/>
                </a:lnTo>
                <a:lnTo>
                  <a:pt x="2883089" y="163257"/>
                </a:lnTo>
                <a:lnTo>
                  <a:pt x="2893020" y="263510"/>
                </a:lnTo>
                <a:lnTo>
                  <a:pt x="2902952" y="314398"/>
                </a:lnTo>
                <a:lnTo>
                  <a:pt x="2912883" y="279456"/>
                </a:lnTo>
                <a:lnTo>
                  <a:pt x="2922814" y="182621"/>
                </a:lnTo>
                <a:lnTo>
                  <a:pt x="2932746" y="87573"/>
                </a:lnTo>
                <a:lnTo>
                  <a:pt x="2942677" y="56524"/>
                </a:lnTo>
                <a:lnTo>
                  <a:pt x="2952608" y="114286"/>
                </a:lnTo>
                <a:lnTo>
                  <a:pt x="2962540" y="226162"/>
                </a:lnTo>
                <a:lnTo>
                  <a:pt x="2972471" y="312761"/>
                </a:lnTo>
                <a:lnTo>
                  <a:pt x="2982402" y="310148"/>
                </a:lnTo>
                <a:lnTo>
                  <a:pt x="2992334" y="222601"/>
                </a:lnTo>
                <a:lnTo>
                  <a:pt x="3002265" y="113336"/>
                </a:lnTo>
                <a:lnTo>
                  <a:pt x="3012196" y="53702"/>
                </a:lnTo>
                <a:lnTo>
                  <a:pt x="3022128" y="81473"/>
                </a:lnTo>
                <a:lnTo>
                  <a:pt x="3032059" y="180659"/>
                </a:lnTo>
                <a:lnTo>
                  <a:pt x="3041990" y="285339"/>
                </a:lnTo>
                <a:lnTo>
                  <a:pt x="3051922" y="322211"/>
                </a:lnTo>
                <a:lnTo>
                  <a:pt x="3061853" y="267863"/>
                </a:lnTo>
                <a:lnTo>
                  <a:pt x="3071785" y="163411"/>
                </a:lnTo>
                <a:lnTo>
                  <a:pt x="3081716" y="77964"/>
                </a:lnTo>
                <a:lnTo>
                  <a:pt x="3091647" y="64394"/>
                </a:lnTo>
                <a:lnTo>
                  <a:pt x="3101579" y="131249"/>
                </a:lnTo>
                <a:lnTo>
                  <a:pt x="3111510" y="233699"/>
                </a:lnTo>
                <a:lnTo>
                  <a:pt x="3121441" y="300307"/>
                </a:lnTo>
                <a:lnTo>
                  <a:pt x="3131373" y="288236"/>
                </a:lnTo>
                <a:lnTo>
                  <a:pt x="3141304" y="213136"/>
                </a:lnTo>
                <a:lnTo>
                  <a:pt x="3151235" y="127826"/>
                </a:lnTo>
                <a:lnTo>
                  <a:pt x="3161167" y="85221"/>
                </a:lnTo>
                <a:lnTo>
                  <a:pt x="3171098" y="112128"/>
                </a:lnTo>
                <a:lnTo>
                  <a:pt x="3181029" y="190146"/>
                </a:lnTo>
                <a:lnTo>
                  <a:pt x="3190961" y="261549"/>
                </a:lnTo>
                <a:lnTo>
                  <a:pt x="3200892" y="276367"/>
                </a:lnTo>
                <a:lnTo>
                  <a:pt x="3210823" y="234475"/>
                </a:lnTo>
                <a:lnTo>
                  <a:pt x="3220755" y="172810"/>
                </a:lnTo>
                <a:lnTo>
                  <a:pt x="3230686" y="127523"/>
                </a:lnTo>
                <a:lnTo>
                  <a:pt x="3240617" y="120120"/>
                </a:lnTo>
                <a:lnTo>
                  <a:pt x="3250549" y="155084"/>
                </a:lnTo>
                <a:lnTo>
                  <a:pt x="3260480" y="210108"/>
                </a:lnTo>
                <a:lnTo>
                  <a:pt x="3270412" y="246087"/>
                </a:lnTo>
                <a:lnTo>
                  <a:pt x="3280343" y="242161"/>
                </a:lnTo>
                <a:lnTo>
                  <a:pt x="3290274" y="209840"/>
                </a:lnTo>
                <a:lnTo>
                  <a:pt x="3300206" y="172205"/>
                </a:lnTo>
                <a:lnTo>
                  <a:pt x="3310137" y="147114"/>
                </a:lnTo>
                <a:lnTo>
                  <a:pt x="3320068" y="146578"/>
                </a:lnTo>
                <a:lnTo>
                  <a:pt x="3330000" y="170021"/>
                </a:lnTo>
                <a:lnTo>
                  <a:pt x="3339931" y="199467"/>
                </a:lnTo>
                <a:lnTo>
                  <a:pt x="3349862" y="216969"/>
                </a:lnTo>
                <a:lnTo>
                  <a:pt x="3359794" y="220690"/>
                </a:lnTo>
                <a:lnTo>
                  <a:pt x="3369725" y="214056"/>
                </a:lnTo>
                <a:lnTo>
                  <a:pt x="3379656" y="194473"/>
                </a:lnTo>
                <a:lnTo>
                  <a:pt x="3389588" y="165855"/>
                </a:lnTo>
                <a:lnTo>
                  <a:pt x="3399519" y="146766"/>
                </a:lnTo>
                <a:lnTo>
                  <a:pt x="3409450" y="152265"/>
                </a:lnTo>
                <a:lnTo>
                  <a:pt x="3419382" y="178007"/>
                </a:lnTo>
                <a:lnTo>
                  <a:pt x="3429313" y="208919"/>
                </a:lnTo>
                <a:lnTo>
                  <a:pt x="3439245" y="231333"/>
                </a:lnTo>
                <a:lnTo>
                  <a:pt x="3449176" y="232749"/>
                </a:lnTo>
                <a:lnTo>
                  <a:pt x="3459107" y="205349"/>
                </a:lnTo>
                <a:lnTo>
                  <a:pt x="3469039" y="159732"/>
                </a:lnTo>
                <a:lnTo>
                  <a:pt x="3478970" y="126687"/>
                </a:lnTo>
                <a:lnTo>
                  <a:pt x="3488901" y="134196"/>
                </a:lnTo>
                <a:lnTo>
                  <a:pt x="3498833" y="180652"/>
                </a:lnTo>
                <a:lnTo>
                  <a:pt x="3508764" y="233608"/>
                </a:lnTo>
                <a:lnTo>
                  <a:pt x="3518695" y="256350"/>
                </a:lnTo>
                <a:lnTo>
                  <a:pt x="3528627" y="235289"/>
                </a:lnTo>
                <a:lnTo>
                  <a:pt x="3538558" y="184671"/>
                </a:lnTo>
                <a:lnTo>
                  <a:pt x="3548489" y="134086"/>
                </a:lnTo>
                <a:lnTo>
                  <a:pt x="3558421" y="114543"/>
                </a:lnTo>
                <a:lnTo>
                  <a:pt x="3568352" y="142777"/>
                </a:lnTo>
                <a:lnTo>
                  <a:pt x="3578283" y="204276"/>
                </a:lnTo>
                <a:lnTo>
                  <a:pt x="3588215" y="256395"/>
                </a:lnTo>
                <a:lnTo>
                  <a:pt x="3598146" y="261000"/>
                </a:lnTo>
                <a:lnTo>
                  <a:pt x="3608077" y="215722"/>
                </a:lnTo>
                <a:lnTo>
                  <a:pt x="3618009" y="152452"/>
                </a:lnTo>
                <a:lnTo>
                  <a:pt x="3627940" y="112556"/>
                </a:lnTo>
                <a:lnTo>
                  <a:pt x="3637872" y="122737"/>
                </a:lnTo>
                <a:lnTo>
                  <a:pt x="3647803" y="178535"/>
                </a:lnTo>
                <a:lnTo>
                  <a:pt x="3657734" y="242387"/>
                </a:lnTo>
                <a:lnTo>
                  <a:pt x="3667666" y="268227"/>
                </a:lnTo>
                <a:lnTo>
                  <a:pt x="3677597" y="238403"/>
                </a:lnTo>
                <a:lnTo>
                  <a:pt x="3687528" y="176732"/>
                </a:lnTo>
                <a:lnTo>
                  <a:pt x="3697460" y="126730"/>
                </a:lnTo>
                <a:lnTo>
                  <a:pt x="3707391" y="119730"/>
                </a:lnTo>
                <a:lnTo>
                  <a:pt x="3717322" y="157121"/>
                </a:lnTo>
                <a:lnTo>
                  <a:pt x="3727254" y="212387"/>
                </a:lnTo>
                <a:lnTo>
                  <a:pt x="3737185" y="249011"/>
                </a:lnTo>
                <a:lnTo>
                  <a:pt x="3747116" y="243689"/>
                </a:lnTo>
                <a:lnTo>
                  <a:pt x="3757048" y="200595"/>
                </a:lnTo>
                <a:lnTo>
                  <a:pt x="3766979" y="149294"/>
                </a:lnTo>
                <a:lnTo>
                  <a:pt x="3776910" y="126753"/>
                </a:lnTo>
                <a:lnTo>
                  <a:pt x="3786842" y="150108"/>
                </a:lnTo>
                <a:lnTo>
                  <a:pt x="3796773" y="200352"/>
                </a:lnTo>
                <a:lnTo>
                  <a:pt x="3806704" y="237468"/>
                </a:lnTo>
                <a:lnTo>
                  <a:pt x="3816636" y="235230"/>
                </a:lnTo>
                <a:lnTo>
                  <a:pt x="3826567" y="199733"/>
                </a:lnTo>
                <a:lnTo>
                  <a:pt x="3836499" y="158743"/>
                </a:lnTo>
                <a:lnTo>
                  <a:pt x="3846430" y="140430"/>
                </a:lnTo>
                <a:lnTo>
                  <a:pt x="3856361" y="156728"/>
                </a:lnTo>
                <a:lnTo>
                  <a:pt x="3866293" y="195157"/>
                </a:lnTo>
                <a:lnTo>
                  <a:pt x="3876224" y="226467"/>
                </a:lnTo>
                <a:lnTo>
                  <a:pt x="3886155" y="227499"/>
                </a:lnTo>
                <a:lnTo>
                  <a:pt x="3896087" y="198968"/>
                </a:lnTo>
                <a:lnTo>
                  <a:pt x="3906018" y="162996"/>
                </a:lnTo>
                <a:lnTo>
                  <a:pt x="3915949" y="146810"/>
                </a:lnTo>
                <a:lnTo>
                  <a:pt x="3925881" y="163530"/>
                </a:lnTo>
                <a:lnTo>
                  <a:pt x="3935812" y="199862"/>
                </a:lnTo>
                <a:lnTo>
                  <a:pt x="3945743" y="225131"/>
                </a:lnTo>
                <a:lnTo>
                  <a:pt x="3955675" y="219138"/>
                </a:lnTo>
                <a:lnTo>
                  <a:pt x="3965606" y="188796"/>
                </a:lnTo>
                <a:lnTo>
                  <a:pt x="3975537" y="157137"/>
                </a:lnTo>
                <a:lnTo>
                  <a:pt x="3985469" y="144860"/>
                </a:lnTo>
                <a:lnTo>
                  <a:pt x="3995400" y="161297"/>
                </a:lnTo>
                <a:lnTo>
                  <a:pt x="4005331" y="198192"/>
                </a:lnTo>
                <a:lnTo>
                  <a:pt x="4015263" y="229150"/>
                </a:lnTo>
                <a:lnTo>
                  <a:pt x="4025194" y="228225"/>
                </a:lnTo>
                <a:lnTo>
                  <a:pt x="4035126" y="194311"/>
                </a:lnTo>
                <a:lnTo>
                  <a:pt x="4045057" y="152867"/>
                </a:lnTo>
                <a:lnTo>
                  <a:pt x="4054988" y="135174"/>
                </a:lnTo>
                <a:lnTo>
                  <a:pt x="4064920" y="156076"/>
                </a:lnTo>
                <a:lnTo>
                  <a:pt x="4074851" y="202180"/>
                </a:lnTo>
                <a:lnTo>
                  <a:pt x="4084782" y="239058"/>
                </a:lnTo>
                <a:lnTo>
                  <a:pt x="4094714" y="239361"/>
                </a:lnTo>
                <a:lnTo>
                  <a:pt x="4104645" y="205530"/>
                </a:lnTo>
                <a:lnTo>
                  <a:pt x="4114576" y="161626"/>
                </a:lnTo>
                <a:lnTo>
                  <a:pt x="4124508" y="132729"/>
                </a:lnTo>
                <a:lnTo>
                  <a:pt x="4134439" y="137142"/>
                </a:lnTo>
                <a:lnTo>
                  <a:pt x="4144370" y="178058"/>
                </a:lnTo>
                <a:lnTo>
                  <a:pt x="4154302" y="229338"/>
                </a:lnTo>
                <a:lnTo>
                  <a:pt x="4164233" y="249151"/>
                </a:lnTo>
                <a:lnTo>
                  <a:pt x="4174164" y="222406"/>
                </a:lnTo>
                <a:lnTo>
                  <a:pt x="4184096" y="174981"/>
                </a:lnTo>
                <a:lnTo>
                  <a:pt x="4194027" y="141149"/>
                </a:lnTo>
                <a:lnTo>
                  <a:pt x="4203958" y="136258"/>
                </a:lnTo>
                <a:lnTo>
                  <a:pt x="4213890" y="160694"/>
                </a:lnTo>
                <a:lnTo>
                  <a:pt x="4223821" y="203834"/>
                </a:lnTo>
                <a:lnTo>
                  <a:pt x="4233753" y="239891"/>
                </a:lnTo>
                <a:lnTo>
                  <a:pt x="4243684" y="242080"/>
                </a:lnTo>
                <a:lnTo>
                  <a:pt x="4253615" y="207413"/>
                </a:lnTo>
                <a:lnTo>
                  <a:pt x="4263547" y="159140"/>
                </a:lnTo>
                <a:lnTo>
                  <a:pt x="4273478" y="128487"/>
                </a:lnTo>
                <a:lnTo>
                  <a:pt x="4283409" y="136434"/>
                </a:lnTo>
                <a:lnTo>
                  <a:pt x="4293341" y="179287"/>
                </a:lnTo>
                <a:lnTo>
                  <a:pt x="4303272" y="226697"/>
                </a:lnTo>
                <a:lnTo>
                  <a:pt x="4313203" y="245648"/>
                </a:lnTo>
                <a:lnTo>
                  <a:pt x="4323135" y="227956"/>
                </a:lnTo>
                <a:lnTo>
                  <a:pt x="4333066" y="188261"/>
                </a:lnTo>
                <a:lnTo>
                  <a:pt x="4342997" y="147149"/>
                </a:lnTo>
                <a:lnTo>
                  <a:pt x="4352929" y="127075"/>
                </a:lnTo>
                <a:lnTo>
                  <a:pt x="4362860" y="146023"/>
                </a:lnTo>
                <a:lnTo>
                  <a:pt x="4372791" y="196179"/>
                </a:lnTo>
                <a:lnTo>
                  <a:pt x="4382723" y="240921"/>
                </a:lnTo>
                <a:lnTo>
                  <a:pt x="4392654" y="247184"/>
                </a:lnTo>
                <a:lnTo>
                  <a:pt x="4402585" y="213869"/>
                </a:lnTo>
                <a:lnTo>
                  <a:pt x="4412517" y="166168"/>
                </a:lnTo>
                <a:lnTo>
                  <a:pt x="4422448" y="134088"/>
                </a:lnTo>
                <a:lnTo>
                  <a:pt x="4432380" y="135922"/>
                </a:lnTo>
                <a:lnTo>
                  <a:pt x="4442311" y="168598"/>
                </a:lnTo>
                <a:lnTo>
                  <a:pt x="4452242" y="210471"/>
                </a:lnTo>
                <a:lnTo>
                  <a:pt x="4462174" y="236947"/>
                </a:lnTo>
                <a:lnTo>
                  <a:pt x="4472105" y="233115"/>
                </a:lnTo>
                <a:lnTo>
                  <a:pt x="4482036" y="198990"/>
                </a:lnTo>
                <a:lnTo>
                  <a:pt x="4491968" y="154534"/>
                </a:lnTo>
                <a:lnTo>
                  <a:pt x="4501899" y="132288"/>
                </a:lnTo>
                <a:lnTo>
                  <a:pt x="4511830" y="149377"/>
                </a:lnTo>
                <a:lnTo>
                  <a:pt x="4521762" y="190541"/>
                </a:lnTo>
                <a:lnTo>
                  <a:pt x="4531693" y="226412"/>
                </a:lnTo>
                <a:lnTo>
                  <a:pt x="4541624" y="238052"/>
                </a:lnTo>
                <a:lnTo>
                  <a:pt x="4551556" y="220323"/>
                </a:lnTo>
                <a:lnTo>
                  <a:pt x="4561487" y="181011"/>
                </a:lnTo>
                <a:lnTo>
                  <a:pt x="4571418" y="144356"/>
                </a:lnTo>
                <a:lnTo>
                  <a:pt x="4581350" y="137340"/>
                </a:lnTo>
                <a:lnTo>
                  <a:pt x="4591281" y="164249"/>
                </a:lnTo>
                <a:lnTo>
                  <a:pt x="4601212" y="204286"/>
                </a:lnTo>
                <a:lnTo>
                  <a:pt x="4611144" y="232076"/>
                </a:lnTo>
                <a:lnTo>
                  <a:pt x="4621075" y="231858"/>
                </a:lnTo>
                <a:lnTo>
                  <a:pt x="4631007" y="202217"/>
                </a:lnTo>
                <a:lnTo>
                  <a:pt x="4640938" y="160996"/>
                </a:lnTo>
                <a:lnTo>
                  <a:pt x="4650869" y="137909"/>
                </a:lnTo>
                <a:lnTo>
                  <a:pt x="4660801" y="150470"/>
                </a:lnTo>
                <a:lnTo>
                  <a:pt x="4670732" y="188898"/>
                </a:lnTo>
                <a:lnTo>
                  <a:pt x="4680663" y="225456"/>
                </a:lnTo>
                <a:lnTo>
                  <a:pt x="4690595" y="234608"/>
                </a:lnTo>
                <a:lnTo>
                  <a:pt x="4700526" y="210059"/>
                </a:lnTo>
                <a:lnTo>
                  <a:pt x="4710457" y="170893"/>
                </a:lnTo>
                <a:lnTo>
                  <a:pt x="4720389" y="147408"/>
                </a:lnTo>
                <a:lnTo>
                  <a:pt x="4730320" y="155421"/>
                </a:lnTo>
                <a:lnTo>
                  <a:pt x="4740251" y="185748"/>
                </a:lnTo>
                <a:lnTo>
                  <a:pt x="4750183" y="215389"/>
                </a:lnTo>
                <a:lnTo>
                  <a:pt x="4760114" y="223840"/>
                </a:lnTo>
                <a:lnTo>
                  <a:pt x="4770045" y="205593"/>
                </a:lnTo>
                <a:lnTo>
                  <a:pt x="4779977" y="174940"/>
                </a:lnTo>
                <a:lnTo>
                  <a:pt x="4789908" y="154542"/>
                </a:lnTo>
                <a:lnTo>
                  <a:pt x="4799839" y="156962"/>
                </a:lnTo>
                <a:lnTo>
                  <a:pt x="4809771" y="179963"/>
                </a:lnTo>
                <a:lnTo>
                  <a:pt x="4819702" y="210727"/>
                </a:lnTo>
                <a:lnTo>
                  <a:pt x="4829634" y="226935"/>
                </a:lnTo>
                <a:lnTo>
                  <a:pt x="4839565" y="210241"/>
                </a:lnTo>
                <a:lnTo>
                  <a:pt x="4849496" y="171919"/>
                </a:lnTo>
                <a:lnTo>
                  <a:pt x="4859428" y="147937"/>
                </a:lnTo>
                <a:lnTo>
                  <a:pt x="4869359" y="157657"/>
                </a:lnTo>
                <a:lnTo>
                  <a:pt x="4879290" y="186234"/>
                </a:lnTo>
                <a:lnTo>
                  <a:pt x="4889222" y="211501"/>
                </a:lnTo>
                <a:lnTo>
                  <a:pt x="4899153" y="222695"/>
                </a:lnTo>
                <a:lnTo>
                  <a:pt x="4909084" y="212644"/>
                </a:lnTo>
                <a:lnTo>
                  <a:pt x="4919016" y="182279"/>
                </a:lnTo>
                <a:lnTo>
                  <a:pt x="4928947" y="154140"/>
                </a:lnTo>
                <a:lnTo>
                  <a:pt x="4938878" y="154334"/>
                </a:lnTo>
                <a:lnTo>
                  <a:pt x="4948810" y="181478"/>
                </a:lnTo>
                <a:lnTo>
                  <a:pt x="4958741" y="211190"/>
                </a:lnTo>
                <a:lnTo>
                  <a:pt x="4968672" y="222645"/>
                </a:lnTo>
                <a:lnTo>
                  <a:pt x="4978604" y="209026"/>
                </a:lnTo>
                <a:lnTo>
                  <a:pt x="4988535" y="178003"/>
                </a:lnTo>
                <a:lnTo>
                  <a:pt x="4998466" y="151581"/>
                </a:lnTo>
                <a:lnTo>
                  <a:pt x="5008398" y="149982"/>
                </a:lnTo>
                <a:lnTo>
                  <a:pt x="5018329" y="172179"/>
                </a:lnTo>
                <a:lnTo>
                  <a:pt x="5028261" y="202200"/>
                </a:lnTo>
                <a:lnTo>
                  <a:pt x="5038192" y="224056"/>
                </a:lnTo>
                <a:lnTo>
                  <a:pt x="5048123" y="221468"/>
                </a:lnTo>
                <a:lnTo>
                  <a:pt x="5058055" y="187065"/>
                </a:lnTo>
                <a:lnTo>
                  <a:pt x="5067986" y="144925"/>
                </a:lnTo>
                <a:lnTo>
                  <a:pt x="5077917" y="135660"/>
                </a:lnTo>
                <a:lnTo>
                  <a:pt x="5087849" y="167003"/>
                </a:lnTo>
                <a:lnTo>
                  <a:pt x="5097780" y="206438"/>
                </a:lnTo>
              </a:path>
            </a:pathLst>
          </a:custGeom>
          <a:solidFill>
            <a:srgbClr val="FFFFFF">
              <a:alpha val="0"/>
            </a:srgbClr>
          </a:solidFill>
          <a:ln w="13335" cap="rnd">
            <a:solidFill>
              <a:srgbClr val="007C83"/>
            </a:solidFill>
            <a:prstDash val="dash"/>
          </a:ln>
        </p:spPr>
      </p:sp>
      <p:sp>
        <p:nvSpPr>
          <p:cNvPr id="68" name="Text 66"/>
          <p:cNvSpPr/>
          <p:nvPr/>
        </p:nvSpPr>
        <p:spPr>
          <a:xfrm>
            <a:off x="484632" y="5084064"/>
            <a:ext cx="347472" cy="192024"/>
          </a:xfrm>
          <a:prstGeom prst="rect">
            <a:avLst/>
          </a:prstGeom>
          <a:noFill/>
          <a:ln/>
        </p:spPr>
        <p:txBody>
          <a:bodyPr wrap="square" lIns="0" tIns="0" rIns="0" bIns="0" rtlCol="0" anchor="t"/>
          <a:lstStyle/>
          <a:p>
            <a:pPr algn="r" indent="0" marL="0">
              <a:lnSpc>
                <a:spcPct val="100000"/>
              </a:lnSpc>
              <a:buNone/>
            </a:pPr>
            <a:r>
              <a:rPr lang="ko-KR" altLang="en-US" sz="850" dirty="0">
                <a:solidFill>
                  <a:srgbClr val="647986"/>
                </a:solidFill>
                <a:latin typeface="Pretendard" pitchFamily="34" charset="0"/>
                <a:ea typeface="Pretendard" pitchFamily="34" charset="-122"/>
                <a:cs typeface="Pretendard" pitchFamily="34" charset="-120"/>
              </a:rPr>
              <a:t>-10.1</a:t>
            </a:r>
            <a:endParaRPr lang="ko-KR" sz="850" dirty="0"/>
          </a:p>
        </p:txBody>
      </p:sp>
      <p:sp>
        <p:nvSpPr>
          <p:cNvPr id="69" name="Text 67"/>
          <p:cNvSpPr/>
          <p:nvPr/>
        </p:nvSpPr>
        <p:spPr>
          <a:xfrm>
            <a:off x="484632" y="4901184"/>
            <a:ext cx="347472" cy="192024"/>
          </a:xfrm>
          <a:prstGeom prst="rect">
            <a:avLst/>
          </a:prstGeom>
          <a:noFill/>
          <a:ln/>
        </p:spPr>
        <p:txBody>
          <a:bodyPr wrap="square" lIns="0" tIns="0" rIns="0" bIns="0" rtlCol="0" anchor="t"/>
          <a:lstStyle/>
          <a:p>
            <a:pPr algn="r" indent="0" marL="0">
              <a:lnSpc>
                <a:spcPct val="100000"/>
              </a:lnSpc>
              <a:buNone/>
            </a:pPr>
            <a:r>
              <a:rPr lang="ko-KR" altLang="en-US" sz="850" dirty="0">
                <a:solidFill>
                  <a:srgbClr val="647986"/>
                </a:solidFill>
                <a:latin typeface="Pretendard" pitchFamily="34" charset="0"/>
                <a:ea typeface="Pretendard" pitchFamily="34" charset="-122"/>
                <a:cs typeface="Pretendard" pitchFamily="34" charset="-120"/>
              </a:rPr>
              <a:t>0.0</a:t>
            </a:r>
            <a:endParaRPr lang="ko-KR" sz="850" dirty="0"/>
          </a:p>
        </p:txBody>
      </p:sp>
      <p:sp>
        <p:nvSpPr>
          <p:cNvPr id="70" name="Text 68"/>
          <p:cNvSpPr/>
          <p:nvPr/>
        </p:nvSpPr>
        <p:spPr>
          <a:xfrm>
            <a:off x="484632" y="4718304"/>
            <a:ext cx="347472" cy="192024"/>
          </a:xfrm>
          <a:prstGeom prst="rect">
            <a:avLst/>
          </a:prstGeom>
          <a:noFill/>
          <a:ln/>
        </p:spPr>
        <p:txBody>
          <a:bodyPr wrap="square" lIns="0" tIns="0" rIns="0" bIns="0" rtlCol="0" anchor="t"/>
          <a:lstStyle/>
          <a:p>
            <a:pPr algn="r" indent="0" marL="0">
              <a:lnSpc>
                <a:spcPct val="100000"/>
              </a:lnSpc>
              <a:buNone/>
            </a:pPr>
            <a:r>
              <a:rPr lang="ko-KR" altLang="en-US" sz="850" dirty="0">
                <a:solidFill>
                  <a:srgbClr val="647986"/>
                </a:solidFill>
                <a:latin typeface="Pretendard" pitchFamily="34" charset="0"/>
                <a:ea typeface="Pretendard" pitchFamily="34" charset="-122"/>
                <a:cs typeface="Pretendard" pitchFamily="34" charset="-120"/>
              </a:rPr>
              <a:t>10.1</a:t>
            </a:r>
            <a:endParaRPr lang="ko-KR" sz="850" dirty="0"/>
          </a:p>
        </p:txBody>
      </p:sp>
      <p:sp>
        <p:nvSpPr>
          <p:cNvPr id="71" name="Shape 69"/>
          <p:cNvSpPr/>
          <p:nvPr/>
        </p:nvSpPr>
        <p:spPr>
          <a:xfrm>
            <a:off x="905256" y="5266944"/>
            <a:ext cx="5074920" cy="164592"/>
          </a:xfrm>
          <a:prstGeom prst="rect">
            <a:avLst>
              <a:gd name="adj" fmla="val 55556"/>
            </a:avLst>
          </a:prstGeom>
          <a:solidFill>
            <a:srgbClr val="FFFFFF"/>
          </a:solidFill>
          <a:ln w="12700">
            <a:solidFill>
              <a:srgbClr val="DAE3E7"/>
            </a:solidFill>
            <a:prstDash val="solid"/>
          </a:ln>
        </p:spPr>
      </p:sp>
      <p:sp>
        <p:nvSpPr>
          <p:cNvPr id="72" name="Shape 70"/>
          <p:cNvSpPr/>
          <p:nvPr/>
        </p:nvSpPr>
        <p:spPr>
          <a:xfrm>
            <a:off x="905256" y="5349240"/>
            <a:ext cx="5074920" cy="0"/>
          </a:xfrm>
          <a:prstGeom prst="line">
            <a:avLst/>
          </a:prstGeom>
          <a:noFill/>
          <a:ln w="8255">
            <a:solidFill>
              <a:srgbClr val="DAE3E7"/>
            </a:solidFill>
            <a:prstDash val="solid"/>
          </a:ln>
        </p:spPr>
      </p:sp>
      <p:sp>
        <p:nvSpPr>
          <p:cNvPr id="73" name="wave_14"/>
          <p:cNvSpPr/>
          <p:nvPr/>
        </p:nvSpPr>
        <p:spPr>
          <a:xfrm>
            <a:off x="882396" y="5321435"/>
            <a:ext cx="5120640" cy="56432"/>
          </a:xfrm>
          <a:custGeom>
            <a:avLst/>
            <a:gdLst/>
            <a:ahLst/>
            <a:cxnLst/>
            <a:rect l="l" t="t" r="r" b="b"/>
            <a:pathLst>
              <a:path w="5120640" h="56432" fill="none" stroke="1" extrusionOk="0">
                <a:moveTo>
                  <a:pt x="22860" y="25340"/>
                </a:moveTo>
                <a:lnTo>
                  <a:pt x="32791" y="26190"/>
                </a:lnTo>
                <a:lnTo>
                  <a:pt x="42723" y="26934"/>
                </a:lnTo>
                <a:lnTo>
                  <a:pt x="52654" y="26973"/>
                </a:lnTo>
                <a:lnTo>
                  <a:pt x="62585" y="26327"/>
                </a:lnTo>
                <a:lnTo>
                  <a:pt x="72517" y="25495"/>
                </a:lnTo>
                <a:lnTo>
                  <a:pt x="82448" y="25769"/>
                </a:lnTo>
                <a:lnTo>
                  <a:pt x="92379" y="27767"/>
                </a:lnTo>
                <a:lnTo>
                  <a:pt x="102311" y="29801"/>
                </a:lnTo>
                <a:lnTo>
                  <a:pt x="112242" y="29804"/>
                </a:lnTo>
                <a:lnTo>
                  <a:pt x="122174" y="28260"/>
                </a:lnTo>
                <a:lnTo>
                  <a:pt x="132105" y="27281"/>
                </a:lnTo>
                <a:lnTo>
                  <a:pt x="142036" y="27823"/>
                </a:lnTo>
                <a:lnTo>
                  <a:pt x="151968" y="29256"/>
                </a:lnTo>
                <a:lnTo>
                  <a:pt x="161899" y="30313"/>
                </a:lnTo>
                <a:lnTo>
                  <a:pt x="171830" y="29990"/>
                </a:lnTo>
                <a:lnTo>
                  <a:pt x="181762" y="28867"/>
                </a:lnTo>
                <a:lnTo>
                  <a:pt x="191693" y="28536"/>
                </a:lnTo>
                <a:lnTo>
                  <a:pt x="201624" y="28440"/>
                </a:lnTo>
                <a:lnTo>
                  <a:pt x="211556" y="26445"/>
                </a:lnTo>
                <a:lnTo>
                  <a:pt x="221487" y="24042"/>
                </a:lnTo>
                <a:lnTo>
                  <a:pt x="231418" y="25750"/>
                </a:lnTo>
                <a:lnTo>
                  <a:pt x="241350" y="31082"/>
                </a:lnTo>
                <a:lnTo>
                  <a:pt x="251281" y="33572"/>
                </a:lnTo>
                <a:lnTo>
                  <a:pt x="261212" y="30547"/>
                </a:lnTo>
                <a:lnTo>
                  <a:pt x="271144" y="26923"/>
                </a:lnTo>
                <a:lnTo>
                  <a:pt x="281075" y="26688"/>
                </a:lnTo>
                <a:lnTo>
                  <a:pt x="291006" y="27787"/>
                </a:lnTo>
                <a:lnTo>
                  <a:pt x="300938" y="27806"/>
                </a:lnTo>
                <a:lnTo>
                  <a:pt x="310869" y="27845"/>
                </a:lnTo>
                <a:lnTo>
                  <a:pt x="320801" y="28654"/>
                </a:lnTo>
                <a:lnTo>
                  <a:pt x="330732" y="28740"/>
                </a:lnTo>
                <a:lnTo>
                  <a:pt x="340663" y="27612"/>
                </a:lnTo>
                <a:lnTo>
                  <a:pt x="350595" y="26549"/>
                </a:lnTo>
                <a:lnTo>
                  <a:pt x="360526" y="26092"/>
                </a:lnTo>
                <a:lnTo>
                  <a:pt x="370457" y="26063"/>
                </a:lnTo>
                <a:lnTo>
                  <a:pt x="380389" y="26956"/>
                </a:lnTo>
                <a:lnTo>
                  <a:pt x="390320" y="28733"/>
                </a:lnTo>
                <a:lnTo>
                  <a:pt x="400251" y="29858"/>
                </a:lnTo>
                <a:lnTo>
                  <a:pt x="410183" y="29350"/>
                </a:lnTo>
                <a:lnTo>
                  <a:pt x="420114" y="28068"/>
                </a:lnTo>
                <a:lnTo>
                  <a:pt x="430045" y="27016"/>
                </a:lnTo>
                <a:lnTo>
                  <a:pt x="439977" y="26291"/>
                </a:lnTo>
                <a:lnTo>
                  <a:pt x="449908" y="26210"/>
                </a:lnTo>
                <a:lnTo>
                  <a:pt x="459839" y="27460"/>
                </a:lnTo>
                <a:lnTo>
                  <a:pt x="469771" y="29387"/>
                </a:lnTo>
                <a:lnTo>
                  <a:pt x="479702" y="29775"/>
                </a:lnTo>
                <a:lnTo>
                  <a:pt x="489633" y="27526"/>
                </a:lnTo>
                <a:lnTo>
                  <a:pt x="499565" y="24698"/>
                </a:lnTo>
                <a:lnTo>
                  <a:pt x="509496" y="24269"/>
                </a:lnTo>
                <a:lnTo>
                  <a:pt x="519428" y="26219"/>
                </a:lnTo>
                <a:lnTo>
                  <a:pt x="529359" y="27946"/>
                </a:lnTo>
                <a:lnTo>
                  <a:pt x="539290" y="28391"/>
                </a:lnTo>
                <a:lnTo>
                  <a:pt x="549222" y="28733"/>
                </a:lnTo>
                <a:lnTo>
                  <a:pt x="559153" y="29080"/>
                </a:lnTo>
                <a:lnTo>
                  <a:pt x="569084" y="28430"/>
                </a:lnTo>
                <a:lnTo>
                  <a:pt x="579016" y="27832"/>
                </a:lnTo>
                <a:lnTo>
                  <a:pt x="588947" y="28963"/>
                </a:lnTo>
                <a:lnTo>
                  <a:pt x="598878" y="30147"/>
                </a:lnTo>
                <a:lnTo>
                  <a:pt x="608810" y="28995"/>
                </a:lnTo>
                <a:lnTo>
                  <a:pt x="618741" y="27562"/>
                </a:lnTo>
                <a:lnTo>
                  <a:pt x="628672" y="28975"/>
                </a:lnTo>
                <a:lnTo>
                  <a:pt x="638604" y="31136"/>
                </a:lnTo>
                <a:lnTo>
                  <a:pt x="648535" y="30085"/>
                </a:lnTo>
                <a:lnTo>
                  <a:pt x="658466" y="26939"/>
                </a:lnTo>
                <a:lnTo>
                  <a:pt x="668398" y="25429"/>
                </a:lnTo>
                <a:lnTo>
                  <a:pt x="678329" y="25933"/>
                </a:lnTo>
                <a:lnTo>
                  <a:pt x="688260" y="26984"/>
                </a:lnTo>
                <a:lnTo>
                  <a:pt x="698192" y="28710"/>
                </a:lnTo>
                <a:lnTo>
                  <a:pt x="708123" y="30532"/>
                </a:lnTo>
                <a:lnTo>
                  <a:pt x="718055" y="30104"/>
                </a:lnTo>
                <a:lnTo>
                  <a:pt x="727986" y="27549"/>
                </a:lnTo>
                <a:lnTo>
                  <a:pt x="737917" y="25910"/>
                </a:lnTo>
                <a:lnTo>
                  <a:pt x="747849" y="26213"/>
                </a:lnTo>
                <a:lnTo>
                  <a:pt x="757780" y="27037"/>
                </a:lnTo>
                <a:lnTo>
                  <a:pt x="767711" y="28205"/>
                </a:lnTo>
                <a:lnTo>
                  <a:pt x="777643" y="29682"/>
                </a:lnTo>
                <a:lnTo>
                  <a:pt x="787574" y="29193"/>
                </a:lnTo>
                <a:lnTo>
                  <a:pt x="797505" y="26110"/>
                </a:lnTo>
                <a:lnTo>
                  <a:pt x="807437" y="24044"/>
                </a:lnTo>
                <a:lnTo>
                  <a:pt x="817368" y="25166"/>
                </a:lnTo>
                <a:lnTo>
                  <a:pt x="827299" y="26960"/>
                </a:lnTo>
                <a:lnTo>
                  <a:pt x="837231" y="27869"/>
                </a:lnTo>
                <a:lnTo>
                  <a:pt x="847162" y="29469"/>
                </a:lnTo>
                <a:lnTo>
                  <a:pt x="857093" y="30675"/>
                </a:lnTo>
                <a:lnTo>
                  <a:pt x="867025" y="27925"/>
                </a:lnTo>
                <a:lnTo>
                  <a:pt x="876956" y="23157"/>
                </a:lnTo>
                <a:lnTo>
                  <a:pt x="886887" y="22860"/>
                </a:lnTo>
                <a:lnTo>
                  <a:pt x="896819" y="27711"/>
                </a:lnTo>
                <a:lnTo>
                  <a:pt x="906750" y="31655"/>
                </a:lnTo>
                <a:lnTo>
                  <a:pt x="916682" y="31638"/>
                </a:lnTo>
                <a:lnTo>
                  <a:pt x="926613" y="30001"/>
                </a:lnTo>
                <a:lnTo>
                  <a:pt x="936544" y="28216"/>
                </a:lnTo>
                <a:lnTo>
                  <a:pt x="946476" y="26389"/>
                </a:lnTo>
                <a:lnTo>
                  <a:pt x="956407" y="26906"/>
                </a:lnTo>
                <a:lnTo>
                  <a:pt x="966338" y="30720"/>
                </a:lnTo>
                <a:lnTo>
                  <a:pt x="976270" y="33020"/>
                </a:lnTo>
                <a:lnTo>
                  <a:pt x="986201" y="30056"/>
                </a:lnTo>
                <a:lnTo>
                  <a:pt x="996132" y="26224"/>
                </a:lnTo>
                <a:lnTo>
                  <a:pt x="1006064" y="26958"/>
                </a:lnTo>
                <a:lnTo>
                  <a:pt x="1015995" y="29366"/>
                </a:lnTo>
                <a:lnTo>
                  <a:pt x="1025926" y="27866"/>
                </a:lnTo>
                <a:lnTo>
                  <a:pt x="1035858" y="24455"/>
                </a:lnTo>
                <a:lnTo>
                  <a:pt x="1045789" y="24931"/>
                </a:lnTo>
                <a:lnTo>
                  <a:pt x="1055720" y="28446"/>
                </a:lnTo>
                <a:lnTo>
                  <a:pt x="1065652" y="29184"/>
                </a:lnTo>
                <a:lnTo>
                  <a:pt x="1075583" y="26348"/>
                </a:lnTo>
                <a:lnTo>
                  <a:pt x="1085514" y="24893"/>
                </a:lnTo>
                <a:lnTo>
                  <a:pt x="1095446" y="27090"/>
                </a:lnTo>
                <a:lnTo>
                  <a:pt x="1105377" y="29819"/>
                </a:lnTo>
                <a:lnTo>
                  <a:pt x="1115309" y="30327"/>
                </a:lnTo>
                <a:lnTo>
                  <a:pt x="1125240" y="29378"/>
                </a:lnTo>
                <a:lnTo>
                  <a:pt x="1135171" y="28294"/>
                </a:lnTo>
                <a:lnTo>
                  <a:pt x="1145103" y="27294"/>
                </a:lnTo>
                <a:lnTo>
                  <a:pt x="1155034" y="27152"/>
                </a:lnTo>
                <a:lnTo>
                  <a:pt x="1164965" y="28682"/>
                </a:lnTo>
                <a:lnTo>
                  <a:pt x="1174897" y="30385"/>
                </a:lnTo>
                <a:lnTo>
                  <a:pt x="1184828" y="29996"/>
                </a:lnTo>
                <a:lnTo>
                  <a:pt x="1194759" y="28041"/>
                </a:lnTo>
                <a:lnTo>
                  <a:pt x="1204691" y="26651"/>
                </a:lnTo>
                <a:lnTo>
                  <a:pt x="1214622" y="26013"/>
                </a:lnTo>
                <a:lnTo>
                  <a:pt x="1224553" y="25389"/>
                </a:lnTo>
                <a:lnTo>
                  <a:pt x="1234485" y="25817"/>
                </a:lnTo>
                <a:lnTo>
                  <a:pt x="1244416" y="28053"/>
                </a:lnTo>
                <a:lnTo>
                  <a:pt x="1254347" y="29941"/>
                </a:lnTo>
                <a:lnTo>
                  <a:pt x="1264279" y="29364"/>
                </a:lnTo>
                <a:lnTo>
                  <a:pt x="1274210" y="27417"/>
                </a:lnTo>
                <a:lnTo>
                  <a:pt x="1284141" y="26013"/>
                </a:lnTo>
                <a:lnTo>
                  <a:pt x="1294073" y="25492"/>
                </a:lnTo>
                <a:lnTo>
                  <a:pt x="1304004" y="26228"/>
                </a:lnTo>
                <a:lnTo>
                  <a:pt x="1313936" y="28498"/>
                </a:lnTo>
                <a:lnTo>
                  <a:pt x="1323867" y="30128"/>
                </a:lnTo>
                <a:lnTo>
                  <a:pt x="1333798" y="29051"/>
                </a:lnTo>
                <a:lnTo>
                  <a:pt x="1343730" y="27485"/>
                </a:lnTo>
                <a:lnTo>
                  <a:pt x="1353661" y="28124"/>
                </a:lnTo>
                <a:lnTo>
                  <a:pt x="1363592" y="28576"/>
                </a:lnTo>
                <a:lnTo>
                  <a:pt x="1373524" y="26142"/>
                </a:lnTo>
                <a:lnTo>
                  <a:pt x="1383455" y="24408"/>
                </a:lnTo>
                <a:lnTo>
                  <a:pt x="1393386" y="27415"/>
                </a:lnTo>
                <a:lnTo>
                  <a:pt x="1403318" y="31405"/>
                </a:lnTo>
                <a:lnTo>
                  <a:pt x="1413249" y="30507"/>
                </a:lnTo>
                <a:lnTo>
                  <a:pt x="1423180" y="26648"/>
                </a:lnTo>
                <a:lnTo>
                  <a:pt x="1433112" y="25906"/>
                </a:lnTo>
                <a:lnTo>
                  <a:pt x="1443043" y="28556"/>
                </a:lnTo>
                <a:lnTo>
                  <a:pt x="1452974" y="29806"/>
                </a:lnTo>
                <a:lnTo>
                  <a:pt x="1462906" y="27877"/>
                </a:lnTo>
                <a:lnTo>
                  <a:pt x="1472837" y="25690"/>
                </a:lnTo>
                <a:lnTo>
                  <a:pt x="1482768" y="25781"/>
                </a:lnTo>
                <a:lnTo>
                  <a:pt x="1492700" y="27166"/>
                </a:lnTo>
                <a:lnTo>
                  <a:pt x="1502631" y="27380"/>
                </a:lnTo>
                <a:lnTo>
                  <a:pt x="1512563" y="26250"/>
                </a:lnTo>
                <a:lnTo>
                  <a:pt x="1522494" y="26190"/>
                </a:lnTo>
                <a:lnTo>
                  <a:pt x="1532425" y="28041"/>
                </a:lnTo>
                <a:lnTo>
                  <a:pt x="1542357" y="29228"/>
                </a:lnTo>
                <a:lnTo>
                  <a:pt x="1552288" y="28424"/>
                </a:lnTo>
                <a:lnTo>
                  <a:pt x="1562219" y="28282"/>
                </a:lnTo>
                <a:lnTo>
                  <a:pt x="1572151" y="30101"/>
                </a:lnTo>
                <a:lnTo>
                  <a:pt x="1582082" y="30693"/>
                </a:lnTo>
                <a:lnTo>
                  <a:pt x="1592013" y="28484"/>
                </a:lnTo>
                <a:lnTo>
                  <a:pt x="1601945" y="26908"/>
                </a:lnTo>
                <a:lnTo>
                  <a:pt x="1611876" y="28052"/>
                </a:lnTo>
                <a:lnTo>
                  <a:pt x="1621807" y="29397"/>
                </a:lnTo>
                <a:lnTo>
                  <a:pt x="1631739" y="29567"/>
                </a:lnTo>
                <a:lnTo>
                  <a:pt x="1641670" y="30231"/>
                </a:lnTo>
                <a:lnTo>
                  <a:pt x="1651601" y="30930"/>
                </a:lnTo>
                <a:lnTo>
                  <a:pt x="1661533" y="29441"/>
                </a:lnTo>
                <a:lnTo>
                  <a:pt x="1671464" y="27180"/>
                </a:lnTo>
                <a:lnTo>
                  <a:pt x="1681395" y="27130"/>
                </a:lnTo>
                <a:lnTo>
                  <a:pt x="1691327" y="28156"/>
                </a:lnTo>
                <a:lnTo>
                  <a:pt x="1701258" y="27809"/>
                </a:lnTo>
                <a:lnTo>
                  <a:pt x="1711190" y="27277"/>
                </a:lnTo>
                <a:lnTo>
                  <a:pt x="1721121" y="27924"/>
                </a:lnTo>
                <a:lnTo>
                  <a:pt x="1731052" y="27739"/>
                </a:lnTo>
                <a:lnTo>
                  <a:pt x="1740984" y="25937"/>
                </a:lnTo>
                <a:lnTo>
                  <a:pt x="1750915" y="25608"/>
                </a:lnTo>
                <a:lnTo>
                  <a:pt x="1760846" y="28279"/>
                </a:lnTo>
                <a:lnTo>
                  <a:pt x="1770778" y="31126"/>
                </a:lnTo>
                <a:lnTo>
                  <a:pt x="1780709" y="31528"/>
                </a:lnTo>
                <a:lnTo>
                  <a:pt x="1790640" y="29826"/>
                </a:lnTo>
                <a:lnTo>
                  <a:pt x="1800572" y="27396"/>
                </a:lnTo>
                <a:lnTo>
                  <a:pt x="1810503" y="25687"/>
                </a:lnTo>
                <a:lnTo>
                  <a:pt x="1820434" y="25935"/>
                </a:lnTo>
                <a:lnTo>
                  <a:pt x="1830366" y="27362"/>
                </a:lnTo>
                <a:lnTo>
                  <a:pt x="1840297" y="27863"/>
                </a:lnTo>
                <a:lnTo>
                  <a:pt x="1850228" y="27276"/>
                </a:lnTo>
                <a:lnTo>
                  <a:pt x="1860160" y="27032"/>
                </a:lnTo>
                <a:lnTo>
                  <a:pt x="1870091" y="27139"/>
                </a:lnTo>
                <a:lnTo>
                  <a:pt x="1880023" y="26680"/>
                </a:lnTo>
                <a:lnTo>
                  <a:pt x="1889954" y="25867"/>
                </a:lnTo>
                <a:lnTo>
                  <a:pt x="1899885" y="25353"/>
                </a:lnTo>
                <a:lnTo>
                  <a:pt x="1909817" y="25644"/>
                </a:lnTo>
                <a:lnTo>
                  <a:pt x="1919748" y="27630"/>
                </a:lnTo>
                <a:lnTo>
                  <a:pt x="1929679" y="30539"/>
                </a:lnTo>
                <a:lnTo>
                  <a:pt x="1939611" y="30873"/>
                </a:lnTo>
                <a:lnTo>
                  <a:pt x="1949542" y="27454"/>
                </a:lnTo>
                <a:lnTo>
                  <a:pt x="1959473" y="24555"/>
                </a:lnTo>
                <a:lnTo>
                  <a:pt x="1969405" y="25762"/>
                </a:lnTo>
                <a:lnTo>
                  <a:pt x="1979336" y="28832"/>
                </a:lnTo>
                <a:lnTo>
                  <a:pt x="1989267" y="30268"/>
                </a:lnTo>
                <a:lnTo>
                  <a:pt x="1999199" y="29935"/>
                </a:lnTo>
                <a:lnTo>
                  <a:pt x="2009130" y="28585"/>
                </a:lnTo>
                <a:lnTo>
                  <a:pt x="2019061" y="26336"/>
                </a:lnTo>
                <a:lnTo>
                  <a:pt x="2028993" y="24767"/>
                </a:lnTo>
                <a:lnTo>
                  <a:pt x="2038924" y="25412"/>
                </a:lnTo>
                <a:lnTo>
                  <a:pt x="2048855" y="26857"/>
                </a:lnTo>
                <a:lnTo>
                  <a:pt x="2058787" y="27427"/>
                </a:lnTo>
                <a:lnTo>
                  <a:pt x="2068718" y="27763"/>
                </a:lnTo>
                <a:lnTo>
                  <a:pt x="2078650" y="27823"/>
                </a:lnTo>
                <a:lnTo>
                  <a:pt x="2088581" y="26301"/>
                </a:lnTo>
                <a:lnTo>
                  <a:pt x="2098512" y="24621"/>
                </a:lnTo>
                <a:lnTo>
                  <a:pt x="2108444" y="25385"/>
                </a:lnTo>
                <a:lnTo>
                  <a:pt x="2118375" y="27267"/>
                </a:lnTo>
                <a:lnTo>
                  <a:pt x="2128306" y="27919"/>
                </a:lnTo>
                <a:lnTo>
                  <a:pt x="2138238" y="28848"/>
                </a:lnTo>
                <a:lnTo>
                  <a:pt x="2148169" y="30712"/>
                </a:lnTo>
                <a:lnTo>
                  <a:pt x="2158100" y="29709"/>
                </a:lnTo>
                <a:lnTo>
                  <a:pt x="2168032" y="25377"/>
                </a:lnTo>
                <a:lnTo>
                  <a:pt x="2177963" y="23804"/>
                </a:lnTo>
                <a:lnTo>
                  <a:pt x="2187894" y="26927"/>
                </a:lnTo>
                <a:lnTo>
                  <a:pt x="2197826" y="28630"/>
                </a:lnTo>
                <a:lnTo>
                  <a:pt x="2207757" y="26581"/>
                </a:lnTo>
                <a:lnTo>
                  <a:pt x="2217688" y="26480"/>
                </a:lnTo>
                <a:lnTo>
                  <a:pt x="2227620" y="30249"/>
                </a:lnTo>
                <a:lnTo>
                  <a:pt x="2237551" y="31925"/>
                </a:lnTo>
                <a:lnTo>
                  <a:pt x="2247482" y="28732"/>
                </a:lnTo>
                <a:lnTo>
                  <a:pt x="2257414" y="25299"/>
                </a:lnTo>
                <a:lnTo>
                  <a:pt x="2267345" y="24903"/>
                </a:lnTo>
                <a:lnTo>
                  <a:pt x="2277277" y="25992"/>
                </a:lnTo>
                <a:lnTo>
                  <a:pt x="2287208" y="27535"/>
                </a:lnTo>
                <a:lnTo>
                  <a:pt x="2297139" y="29779"/>
                </a:lnTo>
                <a:lnTo>
                  <a:pt x="2307071" y="30819"/>
                </a:lnTo>
                <a:lnTo>
                  <a:pt x="2317002" y="28825"/>
                </a:lnTo>
                <a:lnTo>
                  <a:pt x="2326933" y="25955"/>
                </a:lnTo>
                <a:lnTo>
                  <a:pt x="2336865" y="25657"/>
                </a:lnTo>
                <a:lnTo>
                  <a:pt x="2346796" y="28081"/>
                </a:lnTo>
                <a:lnTo>
                  <a:pt x="2356727" y="30563"/>
                </a:lnTo>
                <a:lnTo>
                  <a:pt x="2366659" y="30780"/>
                </a:lnTo>
                <a:lnTo>
                  <a:pt x="2376590" y="28797"/>
                </a:lnTo>
                <a:lnTo>
                  <a:pt x="2386521" y="27145"/>
                </a:lnTo>
                <a:lnTo>
                  <a:pt x="2396453" y="27818"/>
                </a:lnTo>
                <a:lnTo>
                  <a:pt x="2406384" y="29068"/>
                </a:lnTo>
                <a:lnTo>
                  <a:pt x="2416315" y="28035"/>
                </a:lnTo>
                <a:lnTo>
                  <a:pt x="2426247" y="25946"/>
                </a:lnTo>
                <a:lnTo>
                  <a:pt x="2436178" y="26300"/>
                </a:lnTo>
                <a:lnTo>
                  <a:pt x="2446109" y="28618"/>
                </a:lnTo>
                <a:lnTo>
                  <a:pt x="2456041" y="29167"/>
                </a:lnTo>
                <a:lnTo>
                  <a:pt x="2465972" y="27334"/>
                </a:lnTo>
                <a:lnTo>
                  <a:pt x="2475904" y="26236"/>
                </a:lnTo>
                <a:lnTo>
                  <a:pt x="2485835" y="27392"/>
                </a:lnTo>
                <a:lnTo>
                  <a:pt x="2495766" y="29149"/>
                </a:lnTo>
                <a:lnTo>
                  <a:pt x="2505698" y="29962"/>
                </a:lnTo>
                <a:lnTo>
                  <a:pt x="2515629" y="29673"/>
                </a:lnTo>
                <a:lnTo>
                  <a:pt x="2525560" y="28208"/>
                </a:lnTo>
                <a:lnTo>
                  <a:pt x="2535492" y="26039"/>
                </a:lnTo>
                <a:lnTo>
                  <a:pt x="2545423" y="25113"/>
                </a:lnTo>
                <a:lnTo>
                  <a:pt x="2555354" y="26610"/>
                </a:lnTo>
                <a:lnTo>
                  <a:pt x="2565286" y="28609"/>
                </a:lnTo>
                <a:lnTo>
                  <a:pt x="2575217" y="28557"/>
                </a:lnTo>
                <a:lnTo>
                  <a:pt x="2585148" y="27190"/>
                </a:lnTo>
                <a:lnTo>
                  <a:pt x="2595080" y="27147"/>
                </a:lnTo>
                <a:lnTo>
                  <a:pt x="2605011" y="28558"/>
                </a:lnTo>
                <a:lnTo>
                  <a:pt x="2614942" y="29315"/>
                </a:lnTo>
                <a:lnTo>
                  <a:pt x="2624874" y="28942"/>
                </a:lnTo>
                <a:lnTo>
                  <a:pt x="2634805" y="28658"/>
                </a:lnTo>
                <a:lnTo>
                  <a:pt x="2644736" y="28460"/>
                </a:lnTo>
                <a:lnTo>
                  <a:pt x="2654668" y="27787"/>
                </a:lnTo>
                <a:lnTo>
                  <a:pt x="2664599" y="27673"/>
                </a:lnTo>
                <a:lnTo>
                  <a:pt x="2674531" y="28619"/>
                </a:lnTo>
                <a:lnTo>
                  <a:pt x="2684462" y="28630"/>
                </a:lnTo>
                <a:lnTo>
                  <a:pt x="2694393" y="26960"/>
                </a:lnTo>
                <a:lnTo>
                  <a:pt x="2704325" y="26432"/>
                </a:lnTo>
                <a:lnTo>
                  <a:pt x="2714256" y="28420"/>
                </a:lnTo>
                <a:lnTo>
                  <a:pt x="2724187" y="29836"/>
                </a:lnTo>
                <a:lnTo>
                  <a:pt x="2734119" y="28594"/>
                </a:lnTo>
                <a:lnTo>
                  <a:pt x="2744050" y="27203"/>
                </a:lnTo>
                <a:lnTo>
                  <a:pt x="2753981" y="27857"/>
                </a:lnTo>
                <a:lnTo>
                  <a:pt x="2763913" y="28921"/>
                </a:lnTo>
                <a:lnTo>
                  <a:pt x="2773844" y="28644"/>
                </a:lnTo>
                <a:lnTo>
                  <a:pt x="2783775" y="27721"/>
                </a:lnTo>
                <a:lnTo>
                  <a:pt x="2793707" y="27037"/>
                </a:lnTo>
                <a:lnTo>
                  <a:pt x="2803638" y="26787"/>
                </a:lnTo>
                <a:lnTo>
                  <a:pt x="2813569" y="27512"/>
                </a:lnTo>
                <a:lnTo>
                  <a:pt x="2823501" y="28886"/>
                </a:lnTo>
                <a:lnTo>
                  <a:pt x="2833432" y="29136"/>
                </a:lnTo>
                <a:lnTo>
                  <a:pt x="2843363" y="27888"/>
                </a:lnTo>
                <a:lnTo>
                  <a:pt x="2853295" y="26975"/>
                </a:lnTo>
                <a:lnTo>
                  <a:pt x="2863226" y="27288"/>
                </a:lnTo>
                <a:lnTo>
                  <a:pt x="2873158" y="27899"/>
                </a:lnTo>
                <a:lnTo>
                  <a:pt x="2883089" y="28256"/>
                </a:lnTo>
                <a:lnTo>
                  <a:pt x="2893020" y="28350"/>
                </a:lnTo>
                <a:lnTo>
                  <a:pt x="2902952" y="27951"/>
                </a:lnTo>
                <a:lnTo>
                  <a:pt x="2912883" y="27744"/>
                </a:lnTo>
                <a:lnTo>
                  <a:pt x="2922814" y="28633"/>
                </a:lnTo>
                <a:lnTo>
                  <a:pt x="2932746" y="29140"/>
                </a:lnTo>
                <a:lnTo>
                  <a:pt x="2942677" y="27431"/>
                </a:lnTo>
                <a:lnTo>
                  <a:pt x="2952608" y="25399"/>
                </a:lnTo>
                <a:lnTo>
                  <a:pt x="2962540" y="25827"/>
                </a:lnTo>
                <a:lnTo>
                  <a:pt x="2972471" y="27323"/>
                </a:lnTo>
                <a:lnTo>
                  <a:pt x="2982402" y="27284"/>
                </a:lnTo>
                <a:lnTo>
                  <a:pt x="2992334" y="26829"/>
                </a:lnTo>
                <a:lnTo>
                  <a:pt x="3002265" y="27747"/>
                </a:lnTo>
                <a:lnTo>
                  <a:pt x="3012196" y="28515"/>
                </a:lnTo>
                <a:lnTo>
                  <a:pt x="3022128" y="27670"/>
                </a:lnTo>
                <a:lnTo>
                  <a:pt x="3032059" y="26727"/>
                </a:lnTo>
                <a:lnTo>
                  <a:pt x="3041990" y="26947"/>
                </a:lnTo>
                <a:lnTo>
                  <a:pt x="3051922" y="27592"/>
                </a:lnTo>
                <a:lnTo>
                  <a:pt x="3061853" y="28250"/>
                </a:lnTo>
                <a:lnTo>
                  <a:pt x="3071785" y="28755"/>
                </a:lnTo>
                <a:lnTo>
                  <a:pt x="3081716" y="28045"/>
                </a:lnTo>
                <a:lnTo>
                  <a:pt x="3091647" y="26477"/>
                </a:lnTo>
                <a:lnTo>
                  <a:pt x="3101579" y="26125"/>
                </a:lnTo>
                <a:lnTo>
                  <a:pt x="3111510" y="26752"/>
                </a:lnTo>
                <a:lnTo>
                  <a:pt x="3121441" y="26436"/>
                </a:lnTo>
                <a:lnTo>
                  <a:pt x="3131373" y="26399"/>
                </a:lnTo>
                <a:lnTo>
                  <a:pt x="3141304" y="28710"/>
                </a:lnTo>
                <a:lnTo>
                  <a:pt x="3151235" y="30861"/>
                </a:lnTo>
                <a:lnTo>
                  <a:pt x="3161167" y="30033"/>
                </a:lnTo>
                <a:lnTo>
                  <a:pt x="3171098" y="29012"/>
                </a:lnTo>
                <a:lnTo>
                  <a:pt x="3181029" y="30257"/>
                </a:lnTo>
                <a:lnTo>
                  <a:pt x="3190961" y="30096"/>
                </a:lnTo>
                <a:lnTo>
                  <a:pt x="3200892" y="26540"/>
                </a:lnTo>
                <a:lnTo>
                  <a:pt x="3210823" y="24933"/>
                </a:lnTo>
                <a:lnTo>
                  <a:pt x="3220755" y="28359"/>
                </a:lnTo>
                <a:lnTo>
                  <a:pt x="3230686" y="31461"/>
                </a:lnTo>
                <a:lnTo>
                  <a:pt x="3240617" y="30282"/>
                </a:lnTo>
                <a:lnTo>
                  <a:pt x="3250549" y="28569"/>
                </a:lnTo>
                <a:lnTo>
                  <a:pt x="3260480" y="29161"/>
                </a:lnTo>
                <a:lnTo>
                  <a:pt x="3270412" y="29138"/>
                </a:lnTo>
                <a:lnTo>
                  <a:pt x="3280343" y="27249"/>
                </a:lnTo>
                <a:lnTo>
                  <a:pt x="3290274" y="26614"/>
                </a:lnTo>
                <a:lnTo>
                  <a:pt x="3300206" y="27864"/>
                </a:lnTo>
                <a:lnTo>
                  <a:pt x="3310137" y="28203"/>
                </a:lnTo>
                <a:lnTo>
                  <a:pt x="3320068" y="27623"/>
                </a:lnTo>
                <a:lnTo>
                  <a:pt x="3330000" y="28381"/>
                </a:lnTo>
                <a:lnTo>
                  <a:pt x="3339931" y="29575"/>
                </a:lnTo>
                <a:lnTo>
                  <a:pt x="3349862" y="29016"/>
                </a:lnTo>
                <a:lnTo>
                  <a:pt x="3359794" y="28059"/>
                </a:lnTo>
                <a:lnTo>
                  <a:pt x="3369725" y="28657"/>
                </a:lnTo>
                <a:lnTo>
                  <a:pt x="3379656" y="28908"/>
                </a:lnTo>
                <a:lnTo>
                  <a:pt x="3389588" y="26802"/>
                </a:lnTo>
                <a:lnTo>
                  <a:pt x="3399519" y="24836"/>
                </a:lnTo>
                <a:lnTo>
                  <a:pt x="3409450" y="25980"/>
                </a:lnTo>
                <a:lnTo>
                  <a:pt x="3419382" y="28423"/>
                </a:lnTo>
                <a:lnTo>
                  <a:pt x="3429313" y="28838"/>
                </a:lnTo>
                <a:lnTo>
                  <a:pt x="3439245" y="27819"/>
                </a:lnTo>
                <a:lnTo>
                  <a:pt x="3449176" y="27760"/>
                </a:lnTo>
                <a:lnTo>
                  <a:pt x="3459107" y="28039"/>
                </a:lnTo>
                <a:lnTo>
                  <a:pt x="3469039" y="26869"/>
                </a:lnTo>
                <a:lnTo>
                  <a:pt x="3478970" y="25806"/>
                </a:lnTo>
                <a:lnTo>
                  <a:pt x="3488901" y="27553"/>
                </a:lnTo>
                <a:lnTo>
                  <a:pt x="3498833" y="30639"/>
                </a:lnTo>
                <a:lnTo>
                  <a:pt x="3508764" y="31152"/>
                </a:lnTo>
                <a:lnTo>
                  <a:pt x="3518695" y="28784"/>
                </a:lnTo>
                <a:lnTo>
                  <a:pt x="3528627" y="26585"/>
                </a:lnTo>
                <a:lnTo>
                  <a:pt x="3538558" y="25914"/>
                </a:lnTo>
                <a:lnTo>
                  <a:pt x="3548489" y="26098"/>
                </a:lnTo>
                <a:lnTo>
                  <a:pt x="3558421" y="27418"/>
                </a:lnTo>
                <a:lnTo>
                  <a:pt x="3568352" y="29883"/>
                </a:lnTo>
                <a:lnTo>
                  <a:pt x="3578283" y="31079"/>
                </a:lnTo>
                <a:lnTo>
                  <a:pt x="3588215" y="29441"/>
                </a:lnTo>
                <a:lnTo>
                  <a:pt x="3598146" y="27232"/>
                </a:lnTo>
                <a:lnTo>
                  <a:pt x="3608077" y="26908"/>
                </a:lnTo>
                <a:lnTo>
                  <a:pt x="3618009" y="27716"/>
                </a:lnTo>
                <a:lnTo>
                  <a:pt x="3627940" y="28418"/>
                </a:lnTo>
                <a:lnTo>
                  <a:pt x="3637872" y="29367"/>
                </a:lnTo>
                <a:lnTo>
                  <a:pt x="3647803" y="29990"/>
                </a:lnTo>
                <a:lnTo>
                  <a:pt x="3657734" y="28672"/>
                </a:lnTo>
                <a:lnTo>
                  <a:pt x="3667666" y="26360"/>
                </a:lnTo>
                <a:lnTo>
                  <a:pt x="3677597" y="25952"/>
                </a:lnTo>
                <a:lnTo>
                  <a:pt x="3687528" y="27817"/>
                </a:lnTo>
                <a:lnTo>
                  <a:pt x="3697460" y="29743"/>
                </a:lnTo>
                <a:lnTo>
                  <a:pt x="3707391" y="30412"/>
                </a:lnTo>
                <a:lnTo>
                  <a:pt x="3717322" y="29681"/>
                </a:lnTo>
                <a:lnTo>
                  <a:pt x="3727254" y="27534"/>
                </a:lnTo>
                <a:lnTo>
                  <a:pt x="3737185" y="25395"/>
                </a:lnTo>
                <a:lnTo>
                  <a:pt x="3747116" y="25544"/>
                </a:lnTo>
                <a:lnTo>
                  <a:pt x="3757048" y="27483"/>
                </a:lnTo>
                <a:lnTo>
                  <a:pt x="3766979" y="28408"/>
                </a:lnTo>
                <a:lnTo>
                  <a:pt x="3776910" y="27955"/>
                </a:lnTo>
                <a:lnTo>
                  <a:pt x="3786842" y="28233"/>
                </a:lnTo>
                <a:lnTo>
                  <a:pt x="3796773" y="29305"/>
                </a:lnTo>
                <a:lnTo>
                  <a:pt x="3806704" y="29192"/>
                </a:lnTo>
                <a:lnTo>
                  <a:pt x="3816636" y="27871"/>
                </a:lnTo>
                <a:lnTo>
                  <a:pt x="3826567" y="27144"/>
                </a:lnTo>
                <a:lnTo>
                  <a:pt x="3836499" y="27487"/>
                </a:lnTo>
                <a:lnTo>
                  <a:pt x="3846430" y="28204"/>
                </a:lnTo>
                <a:lnTo>
                  <a:pt x="3856361" y="29089"/>
                </a:lnTo>
                <a:lnTo>
                  <a:pt x="3866293" y="29724"/>
                </a:lnTo>
                <a:lnTo>
                  <a:pt x="3876224" y="29274"/>
                </a:lnTo>
                <a:lnTo>
                  <a:pt x="3886155" y="28270"/>
                </a:lnTo>
                <a:lnTo>
                  <a:pt x="3896087" y="28088"/>
                </a:lnTo>
                <a:lnTo>
                  <a:pt x="3906018" y="28393"/>
                </a:lnTo>
                <a:lnTo>
                  <a:pt x="3915949" y="27781"/>
                </a:lnTo>
                <a:lnTo>
                  <a:pt x="3925881" y="26489"/>
                </a:lnTo>
                <a:lnTo>
                  <a:pt x="3935812" y="25863"/>
                </a:lnTo>
                <a:lnTo>
                  <a:pt x="3945743" y="26141"/>
                </a:lnTo>
                <a:lnTo>
                  <a:pt x="3955675" y="26873"/>
                </a:lnTo>
                <a:lnTo>
                  <a:pt x="3965606" y="27937"/>
                </a:lnTo>
                <a:lnTo>
                  <a:pt x="3975537" y="28596"/>
                </a:lnTo>
                <a:lnTo>
                  <a:pt x="3985469" y="27631"/>
                </a:lnTo>
                <a:lnTo>
                  <a:pt x="3995400" y="25552"/>
                </a:lnTo>
                <a:lnTo>
                  <a:pt x="4005331" y="24566"/>
                </a:lnTo>
                <a:lnTo>
                  <a:pt x="4015263" y="25688"/>
                </a:lnTo>
                <a:lnTo>
                  <a:pt x="4025194" y="27621"/>
                </a:lnTo>
                <a:lnTo>
                  <a:pt x="4035126" y="28680"/>
                </a:lnTo>
                <a:lnTo>
                  <a:pt x="4045057" y="28526"/>
                </a:lnTo>
                <a:lnTo>
                  <a:pt x="4054988" y="28056"/>
                </a:lnTo>
                <a:lnTo>
                  <a:pt x="4064920" y="28114"/>
                </a:lnTo>
                <a:lnTo>
                  <a:pt x="4074851" y="28297"/>
                </a:lnTo>
                <a:lnTo>
                  <a:pt x="4084782" y="27798"/>
                </a:lnTo>
                <a:lnTo>
                  <a:pt x="4094714" y="27401"/>
                </a:lnTo>
                <a:lnTo>
                  <a:pt x="4104645" y="28351"/>
                </a:lnTo>
                <a:lnTo>
                  <a:pt x="4114576" y="29259"/>
                </a:lnTo>
                <a:lnTo>
                  <a:pt x="4124508" y="27860"/>
                </a:lnTo>
                <a:lnTo>
                  <a:pt x="4134439" y="25686"/>
                </a:lnTo>
                <a:lnTo>
                  <a:pt x="4144370" y="26126"/>
                </a:lnTo>
                <a:lnTo>
                  <a:pt x="4154302" y="28254"/>
                </a:lnTo>
                <a:lnTo>
                  <a:pt x="4164233" y="28412"/>
                </a:lnTo>
                <a:lnTo>
                  <a:pt x="4174164" y="27055"/>
                </a:lnTo>
                <a:lnTo>
                  <a:pt x="4184096" y="27595"/>
                </a:lnTo>
                <a:lnTo>
                  <a:pt x="4194027" y="29676"/>
                </a:lnTo>
                <a:lnTo>
                  <a:pt x="4203958" y="29949"/>
                </a:lnTo>
                <a:lnTo>
                  <a:pt x="4213890" y="27962"/>
                </a:lnTo>
                <a:lnTo>
                  <a:pt x="4223821" y="25906"/>
                </a:lnTo>
                <a:lnTo>
                  <a:pt x="4233753" y="24878"/>
                </a:lnTo>
                <a:lnTo>
                  <a:pt x="4243684" y="25213"/>
                </a:lnTo>
                <a:lnTo>
                  <a:pt x="4253615" y="27061"/>
                </a:lnTo>
                <a:lnTo>
                  <a:pt x="4263547" y="28566"/>
                </a:lnTo>
                <a:lnTo>
                  <a:pt x="4273478" y="27880"/>
                </a:lnTo>
                <a:lnTo>
                  <a:pt x="4283409" y="26944"/>
                </a:lnTo>
                <a:lnTo>
                  <a:pt x="4293341" y="27983"/>
                </a:lnTo>
                <a:lnTo>
                  <a:pt x="4303272" y="28734"/>
                </a:lnTo>
                <a:lnTo>
                  <a:pt x="4313203" y="27278"/>
                </a:lnTo>
                <a:lnTo>
                  <a:pt x="4323135" y="26965"/>
                </a:lnTo>
                <a:lnTo>
                  <a:pt x="4333066" y="29680"/>
                </a:lnTo>
                <a:lnTo>
                  <a:pt x="4342997" y="30702"/>
                </a:lnTo>
                <a:lnTo>
                  <a:pt x="4352929" y="27368"/>
                </a:lnTo>
                <a:lnTo>
                  <a:pt x="4362860" y="25115"/>
                </a:lnTo>
                <a:lnTo>
                  <a:pt x="4372791" y="27890"/>
                </a:lnTo>
                <a:lnTo>
                  <a:pt x="4382723" y="30831"/>
                </a:lnTo>
                <a:lnTo>
                  <a:pt x="4392654" y="28984"/>
                </a:lnTo>
                <a:lnTo>
                  <a:pt x="4402585" y="25334"/>
                </a:lnTo>
                <a:lnTo>
                  <a:pt x="4412517" y="24772"/>
                </a:lnTo>
                <a:lnTo>
                  <a:pt x="4422448" y="26938"/>
                </a:lnTo>
                <a:lnTo>
                  <a:pt x="4432380" y="28781"/>
                </a:lnTo>
                <a:lnTo>
                  <a:pt x="4442311" y="28931"/>
                </a:lnTo>
                <a:lnTo>
                  <a:pt x="4452242" y="27761"/>
                </a:lnTo>
                <a:lnTo>
                  <a:pt x="4462174" y="26592"/>
                </a:lnTo>
                <a:lnTo>
                  <a:pt x="4472105" y="26644"/>
                </a:lnTo>
                <a:lnTo>
                  <a:pt x="4482036" y="27337"/>
                </a:lnTo>
                <a:lnTo>
                  <a:pt x="4491968" y="27582"/>
                </a:lnTo>
                <a:lnTo>
                  <a:pt x="4501899" y="28242"/>
                </a:lnTo>
                <a:lnTo>
                  <a:pt x="4511830" y="29935"/>
                </a:lnTo>
                <a:lnTo>
                  <a:pt x="4521762" y="30495"/>
                </a:lnTo>
                <a:lnTo>
                  <a:pt x="4531693" y="28718"/>
                </a:lnTo>
                <a:lnTo>
                  <a:pt x="4541624" y="27313"/>
                </a:lnTo>
                <a:lnTo>
                  <a:pt x="4551556" y="28172"/>
                </a:lnTo>
                <a:lnTo>
                  <a:pt x="4561487" y="28988"/>
                </a:lnTo>
                <a:lnTo>
                  <a:pt x="4571418" y="27817"/>
                </a:lnTo>
                <a:lnTo>
                  <a:pt x="4581350" y="26214"/>
                </a:lnTo>
                <a:lnTo>
                  <a:pt x="4591281" y="25755"/>
                </a:lnTo>
                <a:lnTo>
                  <a:pt x="4601212" y="26183"/>
                </a:lnTo>
                <a:lnTo>
                  <a:pt x="4611144" y="27489"/>
                </a:lnTo>
                <a:lnTo>
                  <a:pt x="4621075" y="29394"/>
                </a:lnTo>
                <a:lnTo>
                  <a:pt x="4631007" y="29832"/>
                </a:lnTo>
                <a:lnTo>
                  <a:pt x="4640938" y="27793"/>
                </a:lnTo>
                <a:lnTo>
                  <a:pt x="4650869" y="25564"/>
                </a:lnTo>
                <a:lnTo>
                  <a:pt x="4660801" y="25505"/>
                </a:lnTo>
                <a:lnTo>
                  <a:pt x="4670732" y="27412"/>
                </a:lnTo>
                <a:lnTo>
                  <a:pt x="4680663" y="30024"/>
                </a:lnTo>
                <a:lnTo>
                  <a:pt x="4690595" y="31767"/>
                </a:lnTo>
                <a:lnTo>
                  <a:pt x="4700526" y="30739"/>
                </a:lnTo>
                <a:lnTo>
                  <a:pt x="4710457" y="27515"/>
                </a:lnTo>
                <a:lnTo>
                  <a:pt x="4720389" y="25815"/>
                </a:lnTo>
                <a:lnTo>
                  <a:pt x="4730320" y="27270"/>
                </a:lnTo>
                <a:lnTo>
                  <a:pt x="4740251" y="28877"/>
                </a:lnTo>
                <a:lnTo>
                  <a:pt x="4750183" y="28196"/>
                </a:lnTo>
                <a:lnTo>
                  <a:pt x="4760114" y="26922"/>
                </a:lnTo>
                <a:lnTo>
                  <a:pt x="4770045" y="27185"/>
                </a:lnTo>
                <a:lnTo>
                  <a:pt x="4779977" y="28214"/>
                </a:lnTo>
                <a:lnTo>
                  <a:pt x="4789908" y="28216"/>
                </a:lnTo>
                <a:lnTo>
                  <a:pt x="4799839" y="27020"/>
                </a:lnTo>
                <a:lnTo>
                  <a:pt x="4809771" y="26274"/>
                </a:lnTo>
                <a:lnTo>
                  <a:pt x="4819702" y="27518"/>
                </a:lnTo>
                <a:lnTo>
                  <a:pt x="4829634" y="29424"/>
                </a:lnTo>
                <a:lnTo>
                  <a:pt x="4839565" y="28756"/>
                </a:lnTo>
                <a:lnTo>
                  <a:pt x="4849496" y="25939"/>
                </a:lnTo>
                <a:lnTo>
                  <a:pt x="4859428" y="25626"/>
                </a:lnTo>
                <a:lnTo>
                  <a:pt x="4869359" y="28837"/>
                </a:lnTo>
                <a:lnTo>
                  <a:pt x="4879290" y="30402"/>
                </a:lnTo>
                <a:lnTo>
                  <a:pt x="4889222" y="27805"/>
                </a:lnTo>
                <a:lnTo>
                  <a:pt x="4899153" y="25503"/>
                </a:lnTo>
                <a:lnTo>
                  <a:pt x="4909084" y="26784"/>
                </a:lnTo>
                <a:lnTo>
                  <a:pt x="4919016" y="28859"/>
                </a:lnTo>
                <a:lnTo>
                  <a:pt x="4928947" y="29189"/>
                </a:lnTo>
                <a:lnTo>
                  <a:pt x="4938878" y="29292"/>
                </a:lnTo>
                <a:lnTo>
                  <a:pt x="4948810" y="29957"/>
                </a:lnTo>
                <a:lnTo>
                  <a:pt x="4958741" y="29152"/>
                </a:lnTo>
                <a:lnTo>
                  <a:pt x="4968672" y="26194"/>
                </a:lnTo>
                <a:lnTo>
                  <a:pt x="4978604" y="23499"/>
                </a:lnTo>
                <a:lnTo>
                  <a:pt x="4988535" y="23768"/>
                </a:lnTo>
                <a:lnTo>
                  <a:pt x="4998466" y="27240"/>
                </a:lnTo>
                <a:lnTo>
                  <a:pt x="5008398" y="30745"/>
                </a:lnTo>
                <a:lnTo>
                  <a:pt x="5018329" y="30349"/>
                </a:lnTo>
                <a:lnTo>
                  <a:pt x="5028261" y="26998"/>
                </a:lnTo>
                <a:lnTo>
                  <a:pt x="5038192" y="25891"/>
                </a:lnTo>
                <a:lnTo>
                  <a:pt x="5048123" y="27841"/>
                </a:lnTo>
                <a:lnTo>
                  <a:pt x="5058055" y="27844"/>
                </a:lnTo>
                <a:lnTo>
                  <a:pt x="5067986" y="25020"/>
                </a:lnTo>
                <a:lnTo>
                  <a:pt x="5077917" y="24859"/>
                </a:lnTo>
                <a:lnTo>
                  <a:pt x="5087849" y="28477"/>
                </a:lnTo>
                <a:lnTo>
                  <a:pt x="5097780" y="30028"/>
                </a:lnTo>
              </a:path>
            </a:pathLst>
          </a:custGeom>
          <a:solidFill>
            <a:srgbClr val="FFFFFF">
              <a:alpha val="0"/>
            </a:srgbClr>
          </a:solidFill>
          <a:ln w="10922" cap="rnd">
            <a:solidFill>
              <a:srgbClr val="BA4A00"/>
            </a:solidFill>
            <a:prstDash val="solid"/>
          </a:ln>
        </p:spPr>
      </p:sp>
      <p:sp>
        <p:nvSpPr>
          <p:cNvPr id="74" name="Text 72"/>
          <p:cNvSpPr/>
          <p:nvPr/>
        </p:nvSpPr>
        <p:spPr>
          <a:xfrm>
            <a:off x="484632" y="5276088"/>
            <a:ext cx="347472" cy="192024"/>
          </a:xfrm>
          <a:prstGeom prst="rect">
            <a:avLst/>
          </a:prstGeom>
          <a:noFill/>
          <a:ln/>
        </p:spPr>
        <p:txBody>
          <a:bodyPr wrap="square" lIns="0" tIns="0" rIns="0" bIns="0" rtlCol="0" anchor="t"/>
          <a:lstStyle/>
          <a:p>
            <a:pPr algn="r" indent="0" marL="0">
              <a:lnSpc>
                <a:spcPct val="100000"/>
              </a:lnSpc>
              <a:buNone/>
            </a:pPr>
            <a:r>
              <a:rPr lang="ko-KR" altLang="en-US" sz="850" dirty="0">
                <a:solidFill>
                  <a:srgbClr val="647986"/>
                </a:solidFill>
                <a:latin typeface="Pretendard" pitchFamily="34" charset="0"/>
                <a:ea typeface="Pretendard" pitchFamily="34" charset="-122"/>
                <a:cs typeface="Pretendard" pitchFamily="34" charset="-120"/>
              </a:rPr>
              <a:t>0.0</a:t>
            </a:r>
            <a:endParaRPr lang="ko-KR" sz="850" dirty="0"/>
          </a:p>
        </p:txBody>
      </p:sp>
      <p:sp>
        <p:nvSpPr>
          <p:cNvPr id="75" name="Text 73"/>
          <p:cNvSpPr/>
          <p:nvPr/>
        </p:nvSpPr>
        <p:spPr>
          <a:xfrm>
            <a:off x="5065776" y="5285232"/>
            <a:ext cx="841248" cy="164592"/>
          </a:xfrm>
          <a:prstGeom prst="rect">
            <a:avLst/>
          </a:prstGeom>
          <a:noFill/>
          <a:ln/>
        </p:spPr>
        <p:txBody>
          <a:bodyPr wrap="square" lIns="0" tIns="0" rIns="0" bIns="0" rtlCol="0" anchor="t"/>
          <a:lstStyle/>
          <a:p>
            <a:pPr algn="r" indent="0" marL="0">
              <a:lnSpc>
                <a:spcPct val="100000"/>
              </a:lnSpc>
              <a:buNone/>
            </a:pPr>
            <a:r>
              <a:rPr lang="ko-KR" altLang="en-US" sz="870" dirty="0">
                <a:solidFill>
                  <a:srgbClr val="BA4A00"/>
                </a:solidFill>
                <a:latin typeface="Pretendard" pitchFamily="34" charset="0"/>
                <a:ea typeface="Pretendard" pitchFamily="34" charset="-122"/>
                <a:cs typeface="Pretendard" pitchFamily="34" charset="-120"/>
              </a:rPr>
              <a:t>남은 오차</a:t>
            </a:r>
            <a:endParaRPr lang="ko-KR" sz="870" dirty="0"/>
          </a:p>
        </p:txBody>
      </p:sp>
      <p:sp>
        <p:nvSpPr>
          <p:cNvPr id="76" name="Shape 74"/>
          <p:cNvSpPr/>
          <p:nvPr/>
        </p:nvSpPr>
        <p:spPr>
          <a:xfrm>
            <a:off x="905256" y="5431536"/>
            <a:ext cx="0" cy="32004"/>
          </a:xfrm>
          <a:prstGeom prst="line">
            <a:avLst/>
          </a:prstGeom>
          <a:noFill/>
          <a:ln w="6350">
            <a:solidFill>
              <a:srgbClr val="647986"/>
            </a:solidFill>
            <a:prstDash val="solid"/>
          </a:ln>
        </p:spPr>
      </p:sp>
      <p:sp>
        <p:nvSpPr>
          <p:cNvPr id="77" name="Text 75"/>
          <p:cNvSpPr/>
          <p:nvPr/>
        </p:nvSpPr>
        <p:spPr>
          <a:xfrm>
            <a:off x="694944" y="5472684"/>
            <a:ext cx="420624" cy="182880"/>
          </a:xfrm>
          <a:prstGeom prst="rect">
            <a:avLst/>
          </a:prstGeom>
          <a:noFill/>
          <a:ln/>
        </p:spPr>
        <p:txBody>
          <a:bodyPr wrap="square" lIns="0" tIns="0" rIns="0" bIns="0" rtlCol="0" anchor="t"/>
          <a:lstStyle/>
          <a:p>
            <a:pPr algn="ctr" indent="0" marL="0">
              <a:lnSpc>
                <a:spcPct val="100000"/>
              </a:lnSpc>
              <a:buNone/>
            </a:pPr>
            <a:r>
              <a:rPr lang="ko-KR" altLang="en-US" sz="900" dirty="0">
                <a:solidFill>
                  <a:srgbClr val="647986"/>
                </a:solidFill>
                <a:latin typeface="Pretendard" pitchFamily="34" charset="0"/>
                <a:ea typeface="Pretendard" pitchFamily="34" charset="-122"/>
                <a:cs typeface="Pretendard" pitchFamily="34" charset="-120"/>
              </a:rPr>
              <a:t>0</a:t>
            </a:r>
            <a:endParaRPr lang="ko-KR" sz="900" dirty="0"/>
          </a:p>
        </p:txBody>
      </p:sp>
      <p:sp>
        <p:nvSpPr>
          <p:cNvPr id="78" name="Shape 76"/>
          <p:cNvSpPr/>
          <p:nvPr/>
        </p:nvSpPr>
        <p:spPr>
          <a:xfrm>
            <a:off x="1898391" y="5431536"/>
            <a:ext cx="0" cy="32004"/>
          </a:xfrm>
          <a:prstGeom prst="line">
            <a:avLst/>
          </a:prstGeom>
          <a:noFill/>
          <a:ln w="6350">
            <a:solidFill>
              <a:srgbClr val="647986"/>
            </a:solidFill>
            <a:prstDash val="solid"/>
          </a:ln>
        </p:spPr>
      </p:sp>
      <p:sp>
        <p:nvSpPr>
          <p:cNvPr id="79" name="Text 77"/>
          <p:cNvSpPr/>
          <p:nvPr/>
        </p:nvSpPr>
        <p:spPr>
          <a:xfrm>
            <a:off x="1688079" y="5472684"/>
            <a:ext cx="420624" cy="182880"/>
          </a:xfrm>
          <a:prstGeom prst="rect">
            <a:avLst/>
          </a:prstGeom>
          <a:noFill/>
          <a:ln/>
        </p:spPr>
        <p:txBody>
          <a:bodyPr wrap="square" lIns="0" tIns="0" rIns="0" bIns="0" rtlCol="0" anchor="t"/>
          <a:lstStyle/>
          <a:p>
            <a:pPr algn="ctr" indent="0" marL="0">
              <a:lnSpc>
                <a:spcPct val="100000"/>
              </a:lnSpc>
              <a:buNone/>
            </a:pPr>
            <a:r>
              <a:rPr lang="ko-KR" altLang="en-US" sz="900" dirty="0">
                <a:solidFill>
                  <a:srgbClr val="647986"/>
                </a:solidFill>
                <a:latin typeface="Pretendard" pitchFamily="34" charset="0"/>
                <a:ea typeface="Pretendard" pitchFamily="34" charset="-122"/>
                <a:cs typeface="Pretendard" pitchFamily="34" charset="-120"/>
              </a:rPr>
              <a:t>1</a:t>
            </a:r>
            <a:endParaRPr lang="ko-KR" sz="900" dirty="0"/>
          </a:p>
        </p:txBody>
      </p:sp>
      <p:sp>
        <p:nvSpPr>
          <p:cNvPr id="80" name="Shape 78"/>
          <p:cNvSpPr/>
          <p:nvPr/>
        </p:nvSpPr>
        <p:spPr>
          <a:xfrm>
            <a:off x="2891526" y="5431536"/>
            <a:ext cx="0" cy="32004"/>
          </a:xfrm>
          <a:prstGeom prst="line">
            <a:avLst/>
          </a:prstGeom>
          <a:noFill/>
          <a:ln w="6350">
            <a:solidFill>
              <a:srgbClr val="647986"/>
            </a:solidFill>
            <a:prstDash val="solid"/>
          </a:ln>
        </p:spPr>
      </p:sp>
      <p:sp>
        <p:nvSpPr>
          <p:cNvPr id="81" name="Text 79"/>
          <p:cNvSpPr/>
          <p:nvPr/>
        </p:nvSpPr>
        <p:spPr>
          <a:xfrm>
            <a:off x="2681214" y="5472684"/>
            <a:ext cx="420624" cy="182880"/>
          </a:xfrm>
          <a:prstGeom prst="rect">
            <a:avLst/>
          </a:prstGeom>
          <a:noFill/>
          <a:ln/>
        </p:spPr>
        <p:txBody>
          <a:bodyPr wrap="square" lIns="0" tIns="0" rIns="0" bIns="0" rtlCol="0" anchor="t"/>
          <a:lstStyle/>
          <a:p>
            <a:pPr algn="ctr" indent="0" marL="0">
              <a:lnSpc>
                <a:spcPct val="100000"/>
              </a:lnSpc>
              <a:buNone/>
            </a:pPr>
            <a:r>
              <a:rPr lang="ko-KR" altLang="en-US" sz="900" dirty="0">
                <a:solidFill>
                  <a:srgbClr val="647986"/>
                </a:solidFill>
                <a:latin typeface="Pretendard" pitchFamily="34" charset="0"/>
                <a:ea typeface="Pretendard" pitchFamily="34" charset="-122"/>
                <a:cs typeface="Pretendard" pitchFamily="34" charset="-120"/>
              </a:rPr>
              <a:t>2</a:t>
            </a:r>
            <a:endParaRPr lang="ko-KR" sz="900" dirty="0"/>
          </a:p>
        </p:txBody>
      </p:sp>
      <p:sp>
        <p:nvSpPr>
          <p:cNvPr id="82" name="Shape 80"/>
          <p:cNvSpPr/>
          <p:nvPr/>
        </p:nvSpPr>
        <p:spPr>
          <a:xfrm>
            <a:off x="3884661" y="5431536"/>
            <a:ext cx="0" cy="32004"/>
          </a:xfrm>
          <a:prstGeom prst="line">
            <a:avLst/>
          </a:prstGeom>
          <a:noFill/>
          <a:ln w="6350">
            <a:solidFill>
              <a:srgbClr val="647986"/>
            </a:solidFill>
            <a:prstDash val="solid"/>
          </a:ln>
        </p:spPr>
      </p:sp>
      <p:sp>
        <p:nvSpPr>
          <p:cNvPr id="83" name="Text 81"/>
          <p:cNvSpPr/>
          <p:nvPr/>
        </p:nvSpPr>
        <p:spPr>
          <a:xfrm>
            <a:off x="3674349" y="5472684"/>
            <a:ext cx="420624" cy="182880"/>
          </a:xfrm>
          <a:prstGeom prst="rect">
            <a:avLst/>
          </a:prstGeom>
          <a:noFill/>
          <a:ln/>
        </p:spPr>
        <p:txBody>
          <a:bodyPr wrap="square" lIns="0" tIns="0" rIns="0" bIns="0" rtlCol="0" anchor="t"/>
          <a:lstStyle/>
          <a:p>
            <a:pPr algn="ctr" indent="0" marL="0">
              <a:lnSpc>
                <a:spcPct val="100000"/>
              </a:lnSpc>
              <a:buNone/>
            </a:pPr>
            <a:r>
              <a:rPr lang="ko-KR" altLang="en-US" sz="900" dirty="0">
                <a:solidFill>
                  <a:srgbClr val="647986"/>
                </a:solidFill>
                <a:latin typeface="Pretendard" pitchFamily="34" charset="0"/>
                <a:ea typeface="Pretendard" pitchFamily="34" charset="-122"/>
                <a:cs typeface="Pretendard" pitchFamily="34" charset="-120"/>
              </a:rPr>
              <a:t>3</a:t>
            </a:r>
            <a:endParaRPr lang="ko-KR" sz="900" dirty="0"/>
          </a:p>
        </p:txBody>
      </p:sp>
      <p:sp>
        <p:nvSpPr>
          <p:cNvPr id="84" name="Shape 82"/>
          <p:cNvSpPr/>
          <p:nvPr/>
        </p:nvSpPr>
        <p:spPr>
          <a:xfrm>
            <a:off x="4877796" y="5431536"/>
            <a:ext cx="0" cy="32004"/>
          </a:xfrm>
          <a:prstGeom prst="line">
            <a:avLst/>
          </a:prstGeom>
          <a:noFill/>
          <a:ln w="6350">
            <a:solidFill>
              <a:srgbClr val="647986"/>
            </a:solidFill>
            <a:prstDash val="solid"/>
          </a:ln>
        </p:spPr>
      </p:sp>
      <p:sp>
        <p:nvSpPr>
          <p:cNvPr id="85" name="Text 83"/>
          <p:cNvSpPr/>
          <p:nvPr/>
        </p:nvSpPr>
        <p:spPr>
          <a:xfrm>
            <a:off x="4667484" y="5472684"/>
            <a:ext cx="420624" cy="182880"/>
          </a:xfrm>
          <a:prstGeom prst="rect">
            <a:avLst/>
          </a:prstGeom>
          <a:noFill/>
          <a:ln/>
        </p:spPr>
        <p:txBody>
          <a:bodyPr wrap="square" lIns="0" tIns="0" rIns="0" bIns="0" rtlCol="0" anchor="t"/>
          <a:lstStyle/>
          <a:p>
            <a:pPr algn="ctr" indent="0" marL="0">
              <a:lnSpc>
                <a:spcPct val="100000"/>
              </a:lnSpc>
              <a:buNone/>
            </a:pPr>
            <a:r>
              <a:rPr lang="ko-KR" altLang="en-US" sz="900" dirty="0">
                <a:solidFill>
                  <a:srgbClr val="647986"/>
                </a:solidFill>
                <a:latin typeface="Pretendard" pitchFamily="34" charset="0"/>
                <a:ea typeface="Pretendard" pitchFamily="34" charset="-122"/>
                <a:cs typeface="Pretendard" pitchFamily="34" charset="-120"/>
              </a:rPr>
              <a:t>4</a:t>
            </a:r>
            <a:endParaRPr lang="ko-KR" sz="900" dirty="0"/>
          </a:p>
        </p:txBody>
      </p:sp>
      <p:sp>
        <p:nvSpPr>
          <p:cNvPr id="86" name="Shape 84"/>
          <p:cNvSpPr/>
          <p:nvPr/>
        </p:nvSpPr>
        <p:spPr>
          <a:xfrm>
            <a:off x="5980176" y="5431536"/>
            <a:ext cx="0" cy="32004"/>
          </a:xfrm>
          <a:prstGeom prst="line">
            <a:avLst/>
          </a:prstGeom>
          <a:noFill/>
          <a:ln w="6350">
            <a:solidFill>
              <a:srgbClr val="647986"/>
            </a:solidFill>
            <a:prstDash val="solid"/>
          </a:ln>
        </p:spPr>
      </p:sp>
      <p:sp>
        <p:nvSpPr>
          <p:cNvPr id="87" name="Text 85"/>
          <p:cNvSpPr/>
          <p:nvPr/>
        </p:nvSpPr>
        <p:spPr>
          <a:xfrm>
            <a:off x="5769864" y="5472684"/>
            <a:ext cx="420624" cy="182880"/>
          </a:xfrm>
          <a:prstGeom prst="rect">
            <a:avLst/>
          </a:prstGeom>
          <a:noFill/>
          <a:ln/>
        </p:spPr>
        <p:txBody>
          <a:bodyPr wrap="square" lIns="0" tIns="0" rIns="0" bIns="0" rtlCol="0" anchor="t"/>
          <a:lstStyle/>
          <a:p>
            <a:pPr algn="ctr" indent="0" marL="0">
              <a:lnSpc>
                <a:spcPct val="100000"/>
              </a:lnSpc>
              <a:buNone/>
            </a:pPr>
            <a:r>
              <a:rPr lang="ko-KR" altLang="en-US" sz="900" dirty="0">
                <a:solidFill>
                  <a:srgbClr val="647986"/>
                </a:solidFill>
                <a:latin typeface="Pretendard" pitchFamily="34" charset="0"/>
                <a:ea typeface="Pretendard" pitchFamily="34" charset="-122"/>
                <a:cs typeface="Pretendard" pitchFamily="34" charset="-120"/>
              </a:rPr>
              <a:t>5.11</a:t>
            </a:r>
            <a:endParaRPr lang="ko-KR" sz="900" dirty="0"/>
          </a:p>
        </p:txBody>
      </p:sp>
      <p:sp>
        <p:nvSpPr>
          <p:cNvPr id="88" name="Text 86"/>
          <p:cNvSpPr/>
          <p:nvPr/>
        </p:nvSpPr>
        <p:spPr>
          <a:xfrm>
            <a:off x="2203704" y="5614416"/>
            <a:ext cx="2487168" cy="210312"/>
          </a:xfrm>
          <a:prstGeom prst="rect">
            <a:avLst/>
          </a:prstGeom>
          <a:noFill/>
          <a:ln/>
        </p:spPr>
        <p:txBody>
          <a:bodyPr wrap="square" lIns="0" tIns="0" rIns="0" bIns="0" rtlCol="0" anchor="t"/>
          <a:lstStyle/>
          <a:p>
            <a:pPr algn="ctr" indent="0" marL="0">
              <a:lnSpc>
                <a:spcPct val="100000"/>
              </a:lnSpc>
              <a:buNone/>
            </a:pPr>
            <a:r>
              <a:rPr lang="ko-KR" altLang="en-US" sz="1100" dirty="0">
                <a:solidFill>
                  <a:srgbClr val="647986"/>
                </a:solidFill>
                <a:latin typeface="Pretendard" pitchFamily="34" charset="0"/>
                <a:ea typeface="Pretendard" pitchFamily="34" charset="-122"/>
                <a:cs typeface="Pretendard" pitchFamily="34" charset="-120"/>
              </a:rPr>
              <a:t>확대 구간의 시간 (μs)</a:t>
            </a:r>
            <a:endParaRPr lang="ko-KR" sz="1100" dirty="0"/>
          </a:p>
        </p:txBody>
      </p:sp>
      <p:sp>
        <p:nvSpPr>
          <p:cNvPr id="89" name="Text 87"/>
          <p:cNvSpPr/>
          <p:nvPr/>
        </p:nvSpPr>
        <p:spPr>
          <a:xfrm>
            <a:off x="6428232" y="4471416"/>
            <a:ext cx="5074920" cy="269875"/>
          </a:xfrm>
          <a:prstGeom prst="rect">
            <a:avLst/>
          </a:prstGeom>
          <a:noFill/>
          <a:ln/>
        </p:spPr>
        <p:txBody>
          <a:bodyPr wrap="square" lIns="0" tIns="0" rIns="0" bIns="0" rtlCol="0" anchor="t"/>
          <a:lstStyle/>
          <a:p>
            <a:pPr algn="l" indent="0" marL="0">
              <a:lnSpc>
                <a:spcPct val="100000"/>
              </a:lnSpc>
              <a:buNone/>
            </a:pPr>
            <a:r>
              <a:rPr lang="ko-KR" altLang="en-US" sz="1700" b="1" dirty="0">
                <a:solidFill>
                  <a:srgbClr val="17313B"/>
                </a:solidFill>
                <a:latin typeface="Pretendard" pitchFamily="34" charset="0"/>
                <a:ea typeface="Pretendard" pitchFamily="34" charset="-122"/>
                <a:cs typeface="Pretendard" pitchFamily="34" charset="-120"/>
              </a:rPr>
              <a:t>MAVIC3 PRO · 허수부 Q</a:t>
            </a:r>
            <a:endParaRPr lang="ko-KR" sz="1700" dirty="0"/>
          </a:p>
        </p:txBody>
      </p:sp>
      <p:sp>
        <p:nvSpPr>
          <p:cNvPr id="90" name="Shape 88"/>
          <p:cNvSpPr/>
          <p:nvPr/>
        </p:nvSpPr>
        <p:spPr>
          <a:xfrm>
            <a:off x="6428232" y="4791456"/>
            <a:ext cx="5074920" cy="365760"/>
          </a:xfrm>
          <a:prstGeom prst="rect">
            <a:avLst>
              <a:gd name="adj" fmla="val 25000"/>
            </a:avLst>
          </a:prstGeom>
          <a:solidFill>
            <a:srgbClr val="FFFFFF"/>
          </a:solidFill>
          <a:ln w="12700">
            <a:solidFill>
              <a:srgbClr val="DAE3E7"/>
            </a:solidFill>
            <a:prstDash val="solid"/>
          </a:ln>
        </p:spPr>
      </p:sp>
      <p:sp>
        <p:nvSpPr>
          <p:cNvPr id="91" name="Shape 89"/>
          <p:cNvSpPr/>
          <p:nvPr/>
        </p:nvSpPr>
        <p:spPr>
          <a:xfrm>
            <a:off x="6428232" y="4974336"/>
            <a:ext cx="5074920" cy="0"/>
          </a:xfrm>
          <a:prstGeom prst="line">
            <a:avLst/>
          </a:prstGeom>
          <a:noFill/>
          <a:ln w="8255">
            <a:solidFill>
              <a:srgbClr val="DAE3E7"/>
            </a:solidFill>
            <a:prstDash val="solid"/>
          </a:ln>
        </p:spPr>
      </p:sp>
      <p:sp>
        <p:nvSpPr>
          <p:cNvPr id="92" name="wave_15"/>
          <p:cNvSpPr/>
          <p:nvPr/>
        </p:nvSpPr>
        <p:spPr>
          <a:xfrm>
            <a:off x="6405372" y="4785056"/>
            <a:ext cx="5120640" cy="377991"/>
          </a:xfrm>
          <a:custGeom>
            <a:avLst/>
            <a:gdLst/>
            <a:ahLst/>
            <a:cxnLst/>
            <a:rect l="l" t="t" r="r" b="b"/>
            <a:pathLst>
              <a:path w="5120640" h="377991" fill="none" stroke="1" extrusionOk="0">
                <a:moveTo>
                  <a:pt x="22860" y="349381"/>
                </a:moveTo>
                <a:lnTo>
                  <a:pt x="32791" y="355131"/>
                </a:lnTo>
                <a:lnTo>
                  <a:pt x="42723" y="249072"/>
                </a:lnTo>
                <a:lnTo>
                  <a:pt x="52654" y="106070"/>
                </a:lnTo>
                <a:lnTo>
                  <a:pt x="62585" y="22860"/>
                </a:lnTo>
                <a:lnTo>
                  <a:pt x="72517" y="53703"/>
                </a:lnTo>
                <a:lnTo>
                  <a:pt x="82448" y="175222"/>
                </a:lnTo>
                <a:lnTo>
                  <a:pt x="92379" y="302276"/>
                </a:lnTo>
                <a:lnTo>
                  <a:pt x="102311" y="347441"/>
                </a:lnTo>
                <a:lnTo>
                  <a:pt x="112242" y="283087"/>
                </a:lnTo>
                <a:lnTo>
                  <a:pt x="122174" y="158451"/>
                </a:lnTo>
                <a:lnTo>
                  <a:pt x="132105" y="60918"/>
                </a:lnTo>
                <a:lnTo>
                  <a:pt x="142036" y="54490"/>
                </a:lnTo>
                <a:lnTo>
                  <a:pt x="151968" y="138564"/>
                </a:lnTo>
                <a:lnTo>
                  <a:pt x="161899" y="251383"/>
                </a:lnTo>
                <a:lnTo>
                  <a:pt x="171830" y="314819"/>
                </a:lnTo>
                <a:lnTo>
                  <a:pt x="181762" y="289303"/>
                </a:lnTo>
                <a:lnTo>
                  <a:pt x="191693" y="198232"/>
                </a:lnTo>
                <a:lnTo>
                  <a:pt x="201624" y="106630"/>
                </a:lnTo>
                <a:lnTo>
                  <a:pt x="211556" y="75078"/>
                </a:lnTo>
                <a:lnTo>
                  <a:pt x="221487" y="120972"/>
                </a:lnTo>
                <a:lnTo>
                  <a:pt x="231418" y="208648"/>
                </a:lnTo>
                <a:lnTo>
                  <a:pt x="241350" y="275131"/>
                </a:lnTo>
                <a:lnTo>
                  <a:pt x="251281" y="276181"/>
                </a:lnTo>
                <a:lnTo>
                  <a:pt x="261212" y="217087"/>
                </a:lnTo>
                <a:lnTo>
                  <a:pt x="271144" y="144185"/>
                </a:lnTo>
                <a:lnTo>
                  <a:pt x="281075" y="108988"/>
                </a:lnTo>
                <a:lnTo>
                  <a:pt x="291006" y="133695"/>
                </a:lnTo>
                <a:lnTo>
                  <a:pt x="300938" y="197203"/>
                </a:lnTo>
                <a:lnTo>
                  <a:pt x="310869" y="250065"/>
                </a:lnTo>
                <a:lnTo>
                  <a:pt x="320801" y="252963"/>
                </a:lnTo>
                <a:lnTo>
                  <a:pt x="330732" y="208661"/>
                </a:lnTo>
                <a:lnTo>
                  <a:pt x="340663" y="155994"/>
                </a:lnTo>
                <a:lnTo>
                  <a:pt x="350595" y="133994"/>
                </a:lnTo>
                <a:lnTo>
                  <a:pt x="360526" y="153822"/>
                </a:lnTo>
                <a:lnTo>
                  <a:pt x="370457" y="197163"/>
                </a:lnTo>
                <a:lnTo>
                  <a:pt x="380389" y="231199"/>
                </a:lnTo>
                <a:lnTo>
                  <a:pt x="390320" y="229969"/>
                </a:lnTo>
                <a:lnTo>
                  <a:pt x="400251" y="194836"/>
                </a:lnTo>
                <a:lnTo>
                  <a:pt x="410183" y="156476"/>
                </a:lnTo>
                <a:lnTo>
                  <a:pt x="420114" y="148995"/>
                </a:lnTo>
                <a:lnTo>
                  <a:pt x="430045" y="178804"/>
                </a:lnTo>
                <a:lnTo>
                  <a:pt x="439977" y="219938"/>
                </a:lnTo>
                <a:lnTo>
                  <a:pt x="449908" y="237764"/>
                </a:lnTo>
                <a:lnTo>
                  <a:pt x="459839" y="216627"/>
                </a:lnTo>
                <a:lnTo>
                  <a:pt x="469771" y="171060"/>
                </a:lnTo>
                <a:lnTo>
                  <a:pt x="479702" y="135900"/>
                </a:lnTo>
                <a:lnTo>
                  <a:pt x="489633" y="141187"/>
                </a:lnTo>
                <a:lnTo>
                  <a:pt x="499565" y="187336"/>
                </a:lnTo>
                <a:lnTo>
                  <a:pt x="509496" y="241093"/>
                </a:lnTo>
                <a:lnTo>
                  <a:pt x="519428" y="259750"/>
                </a:lnTo>
                <a:lnTo>
                  <a:pt x="529359" y="225734"/>
                </a:lnTo>
                <a:lnTo>
                  <a:pt x="539290" y="161934"/>
                </a:lnTo>
                <a:lnTo>
                  <a:pt x="549222" y="114766"/>
                </a:lnTo>
                <a:lnTo>
                  <a:pt x="559153" y="120044"/>
                </a:lnTo>
                <a:lnTo>
                  <a:pt x="569084" y="177636"/>
                </a:lnTo>
                <a:lnTo>
                  <a:pt x="579016" y="249806"/>
                </a:lnTo>
                <a:lnTo>
                  <a:pt x="588947" y="283947"/>
                </a:lnTo>
                <a:lnTo>
                  <a:pt x="598878" y="249869"/>
                </a:lnTo>
                <a:lnTo>
                  <a:pt x="608810" y="167363"/>
                </a:lnTo>
                <a:lnTo>
                  <a:pt x="618741" y="96091"/>
                </a:lnTo>
                <a:lnTo>
                  <a:pt x="628672" y="89690"/>
                </a:lnTo>
                <a:lnTo>
                  <a:pt x="638604" y="153880"/>
                </a:lnTo>
                <a:lnTo>
                  <a:pt x="648535" y="244090"/>
                </a:lnTo>
                <a:lnTo>
                  <a:pt x="658466" y="298248"/>
                </a:lnTo>
                <a:lnTo>
                  <a:pt x="668398" y="277614"/>
                </a:lnTo>
                <a:lnTo>
                  <a:pt x="678329" y="193472"/>
                </a:lnTo>
                <a:lnTo>
                  <a:pt x="688260" y="103573"/>
                </a:lnTo>
                <a:lnTo>
                  <a:pt x="698192" y="73122"/>
                </a:lnTo>
                <a:lnTo>
                  <a:pt x="708123" y="125264"/>
                </a:lnTo>
                <a:lnTo>
                  <a:pt x="718055" y="223185"/>
                </a:lnTo>
                <a:lnTo>
                  <a:pt x="727986" y="298415"/>
                </a:lnTo>
                <a:lnTo>
                  <a:pt x="737917" y="299465"/>
                </a:lnTo>
                <a:lnTo>
                  <a:pt x="747849" y="225866"/>
                </a:lnTo>
                <a:lnTo>
                  <a:pt x="757780" y="128157"/>
                </a:lnTo>
                <a:lnTo>
                  <a:pt x="767711" y="73493"/>
                </a:lnTo>
                <a:lnTo>
                  <a:pt x="777643" y="98589"/>
                </a:lnTo>
                <a:lnTo>
                  <a:pt x="787574" y="184626"/>
                </a:lnTo>
                <a:lnTo>
                  <a:pt x="797505" y="271883"/>
                </a:lnTo>
                <a:lnTo>
                  <a:pt x="807437" y="300827"/>
                </a:lnTo>
                <a:lnTo>
                  <a:pt x="817368" y="252200"/>
                </a:lnTo>
                <a:lnTo>
                  <a:pt x="827299" y="161021"/>
                </a:lnTo>
                <a:lnTo>
                  <a:pt x="837231" y="91742"/>
                </a:lnTo>
                <a:lnTo>
                  <a:pt x="847162" y="90460"/>
                </a:lnTo>
                <a:lnTo>
                  <a:pt x="857093" y="153887"/>
                </a:lnTo>
                <a:lnTo>
                  <a:pt x="867025" y="237385"/>
                </a:lnTo>
                <a:lnTo>
                  <a:pt x="876956" y="286890"/>
                </a:lnTo>
                <a:lnTo>
                  <a:pt x="886887" y="271289"/>
                </a:lnTo>
                <a:lnTo>
                  <a:pt x="896819" y="202697"/>
                </a:lnTo>
                <a:lnTo>
                  <a:pt x="906750" y="130385"/>
                </a:lnTo>
                <a:lnTo>
                  <a:pt x="916682" y="103802"/>
                </a:lnTo>
                <a:lnTo>
                  <a:pt x="926613" y="135119"/>
                </a:lnTo>
                <a:lnTo>
                  <a:pt x="936544" y="197238"/>
                </a:lnTo>
                <a:lnTo>
                  <a:pt x="946476" y="249700"/>
                </a:lnTo>
                <a:lnTo>
                  <a:pt x="956407" y="261945"/>
                </a:lnTo>
                <a:lnTo>
                  <a:pt x="966338" y="227339"/>
                </a:lnTo>
                <a:lnTo>
                  <a:pt x="976270" y="170401"/>
                </a:lnTo>
                <a:lnTo>
                  <a:pt x="986201" y="132345"/>
                </a:lnTo>
                <a:lnTo>
                  <a:pt x="996132" y="136455"/>
                </a:lnTo>
                <a:lnTo>
                  <a:pt x="1006064" y="170774"/>
                </a:lnTo>
                <a:lnTo>
                  <a:pt x="1015995" y="207287"/>
                </a:lnTo>
                <a:lnTo>
                  <a:pt x="1025926" y="227240"/>
                </a:lnTo>
                <a:lnTo>
                  <a:pt x="1035858" y="225366"/>
                </a:lnTo>
                <a:lnTo>
                  <a:pt x="1045789" y="204981"/>
                </a:lnTo>
                <a:lnTo>
                  <a:pt x="1055720" y="177677"/>
                </a:lnTo>
                <a:lnTo>
                  <a:pt x="1065652" y="158933"/>
                </a:lnTo>
                <a:lnTo>
                  <a:pt x="1075583" y="157296"/>
                </a:lnTo>
                <a:lnTo>
                  <a:pt x="1085514" y="170460"/>
                </a:lnTo>
                <a:lnTo>
                  <a:pt x="1095446" y="190978"/>
                </a:lnTo>
                <a:lnTo>
                  <a:pt x="1105377" y="211031"/>
                </a:lnTo>
                <a:lnTo>
                  <a:pt x="1115309" y="223053"/>
                </a:lnTo>
                <a:lnTo>
                  <a:pt x="1125240" y="220613"/>
                </a:lnTo>
                <a:lnTo>
                  <a:pt x="1135171" y="201068"/>
                </a:lnTo>
                <a:lnTo>
                  <a:pt x="1145103" y="170041"/>
                </a:lnTo>
                <a:lnTo>
                  <a:pt x="1155034" y="144519"/>
                </a:lnTo>
                <a:lnTo>
                  <a:pt x="1164965" y="145127"/>
                </a:lnTo>
                <a:lnTo>
                  <a:pt x="1174897" y="177809"/>
                </a:lnTo>
                <a:lnTo>
                  <a:pt x="1184828" y="223869"/>
                </a:lnTo>
                <a:lnTo>
                  <a:pt x="1194759" y="251929"/>
                </a:lnTo>
                <a:lnTo>
                  <a:pt x="1204691" y="240771"/>
                </a:lnTo>
                <a:lnTo>
                  <a:pt x="1214622" y="194302"/>
                </a:lnTo>
                <a:lnTo>
                  <a:pt x="1224553" y="140603"/>
                </a:lnTo>
                <a:lnTo>
                  <a:pt x="1234485" y="115568"/>
                </a:lnTo>
                <a:lnTo>
                  <a:pt x="1244416" y="139161"/>
                </a:lnTo>
                <a:lnTo>
                  <a:pt x="1254347" y="200196"/>
                </a:lnTo>
                <a:lnTo>
                  <a:pt x="1264279" y="260458"/>
                </a:lnTo>
                <a:lnTo>
                  <a:pt x="1274210" y="276616"/>
                </a:lnTo>
                <a:lnTo>
                  <a:pt x="1284141" y="231075"/>
                </a:lnTo>
                <a:lnTo>
                  <a:pt x="1294073" y="152022"/>
                </a:lnTo>
                <a:lnTo>
                  <a:pt x="1304004" y="97297"/>
                </a:lnTo>
                <a:lnTo>
                  <a:pt x="1313936" y="107741"/>
                </a:lnTo>
                <a:lnTo>
                  <a:pt x="1323867" y="175413"/>
                </a:lnTo>
                <a:lnTo>
                  <a:pt x="1333798" y="254764"/>
                </a:lnTo>
                <a:lnTo>
                  <a:pt x="1343730" y="294720"/>
                </a:lnTo>
                <a:lnTo>
                  <a:pt x="1353661" y="265796"/>
                </a:lnTo>
                <a:lnTo>
                  <a:pt x="1363592" y="180972"/>
                </a:lnTo>
                <a:lnTo>
                  <a:pt x="1373524" y="97698"/>
                </a:lnTo>
                <a:lnTo>
                  <a:pt x="1383455" y="79164"/>
                </a:lnTo>
                <a:lnTo>
                  <a:pt x="1393386" y="140203"/>
                </a:lnTo>
                <a:lnTo>
                  <a:pt x="1403318" y="235518"/>
                </a:lnTo>
                <a:lnTo>
                  <a:pt x="1413249" y="298626"/>
                </a:lnTo>
                <a:lnTo>
                  <a:pt x="1423180" y="287204"/>
                </a:lnTo>
                <a:lnTo>
                  <a:pt x="1433112" y="206780"/>
                </a:lnTo>
                <a:lnTo>
                  <a:pt x="1443043" y="110747"/>
                </a:lnTo>
                <a:lnTo>
                  <a:pt x="1452974" y="68844"/>
                </a:lnTo>
                <a:lnTo>
                  <a:pt x="1462906" y="113358"/>
                </a:lnTo>
                <a:lnTo>
                  <a:pt x="1472837" y="211016"/>
                </a:lnTo>
                <a:lnTo>
                  <a:pt x="1482768" y="290914"/>
                </a:lnTo>
                <a:lnTo>
                  <a:pt x="1492700" y="298087"/>
                </a:lnTo>
                <a:lnTo>
                  <a:pt x="1502631" y="228236"/>
                </a:lnTo>
                <a:lnTo>
                  <a:pt x="1512563" y="129806"/>
                </a:lnTo>
                <a:lnTo>
                  <a:pt x="1522494" y="74129"/>
                </a:lnTo>
                <a:lnTo>
                  <a:pt x="1532425" y="103544"/>
                </a:lnTo>
                <a:lnTo>
                  <a:pt x="1542357" y="195558"/>
                </a:lnTo>
                <a:lnTo>
                  <a:pt x="1552288" y="280215"/>
                </a:lnTo>
                <a:lnTo>
                  <a:pt x="1562219" y="296148"/>
                </a:lnTo>
                <a:lnTo>
                  <a:pt x="1572151" y="234870"/>
                </a:lnTo>
                <a:lnTo>
                  <a:pt x="1582082" y="142859"/>
                </a:lnTo>
                <a:lnTo>
                  <a:pt x="1592013" y="86662"/>
                </a:lnTo>
                <a:lnTo>
                  <a:pt x="1601945" y="105614"/>
                </a:lnTo>
                <a:lnTo>
                  <a:pt x="1611876" y="184243"/>
                </a:lnTo>
                <a:lnTo>
                  <a:pt x="1621807" y="264768"/>
                </a:lnTo>
                <a:lnTo>
                  <a:pt x="1631739" y="289138"/>
                </a:lnTo>
                <a:lnTo>
                  <a:pt x="1641670" y="239817"/>
                </a:lnTo>
                <a:lnTo>
                  <a:pt x="1651601" y="153183"/>
                </a:lnTo>
                <a:lnTo>
                  <a:pt x="1661533" y="94519"/>
                </a:lnTo>
                <a:lnTo>
                  <a:pt x="1671464" y="108116"/>
                </a:lnTo>
                <a:lnTo>
                  <a:pt x="1681395" y="182177"/>
                </a:lnTo>
                <a:lnTo>
                  <a:pt x="1691327" y="259735"/>
                </a:lnTo>
                <a:lnTo>
                  <a:pt x="1701258" y="283296"/>
                </a:lnTo>
                <a:lnTo>
                  <a:pt x="1711190" y="235806"/>
                </a:lnTo>
                <a:lnTo>
                  <a:pt x="1721121" y="152567"/>
                </a:lnTo>
                <a:lnTo>
                  <a:pt x="1731052" y="96932"/>
                </a:lnTo>
                <a:lnTo>
                  <a:pt x="1740984" y="111899"/>
                </a:lnTo>
                <a:lnTo>
                  <a:pt x="1750915" y="185249"/>
                </a:lnTo>
                <a:lnTo>
                  <a:pt x="1760846" y="260906"/>
                </a:lnTo>
                <a:lnTo>
                  <a:pt x="1770778" y="283376"/>
                </a:lnTo>
                <a:lnTo>
                  <a:pt x="1780709" y="235903"/>
                </a:lnTo>
                <a:lnTo>
                  <a:pt x="1790640" y="151549"/>
                </a:lnTo>
                <a:lnTo>
                  <a:pt x="1800572" y="93469"/>
                </a:lnTo>
                <a:lnTo>
                  <a:pt x="1810503" y="108370"/>
                </a:lnTo>
                <a:lnTo>
                  <a:pt x="1820434" y="185513"/>
                </a:lnTo>
                <a:lnTo>
                  <a:pt x="1830366" y="264810"/>
                </a:lnTo>
                <a:lnTo>
                  <a:pt x="1840297" y="287719"/>
                </a:lnTo>
                <a:lnTo>
                  <a:pt x="1850228" y="239110"/>
                </a:lnTo>
                <a:lnTo>
                  <a:pt x="1860160" y="152578"/>
                </a:lnTo>
                <a:lnTo>
                  <a:pt x="1870091" y="89201"/>
                </a:lnTo>
                <a:lnTo>
                  <a:pt x="1880023" y="98428"/>
                </a:lnTo>
                <a:lnTo>
                  <a:pt x="1889954" y="176923"/>
                </a:lnTo>
                <a:lnTo>
                  <a:pt x="1899885" y="265666"/>
                </a:lnTo>
                <a:lnTo>
                  <a:pt x="1909817" y="298362"/>
                </a:lnTo>
                <a:lnTo>
                  <a:pt x="1919748" y="253264"/>
                </a:lnTo>
                <a:lnTo>
                  <a:pt x="1929679" y="162796"/>
                </a:lnTo>
                <a:lnTo>
                  <a:pt x="1939611" y="88513"/>
                </a:lnTo>
                <a:lnTo>
                  <a:pt x="1949542" y="83958"/>
                </a:lnTo>
                <a:lnTo>
                  <a:pt x="1959473" y="156580"/>
                </a:lnTo>
                <a:lnTo>
                  <a:pt x="1969405" y="254904"/>
                </a:lnTo>
                <a:lnTo>
                  <a:pt x="1979336" y="305709"/>
                </a:lnTo>
                <a:lnTo>
                  <a:pt x="1989267" y="272853"/>
                </a:lnTo>
                <a:lnTo>
                  <a:pt x="1999199" y="181578"/>
                </a:lnTo>
                <a:lnTo>
                  <a:pt x="2009130" y="95185"/>
                </a:lnTo>
                <a:lnTo>
                  <a:pt x="2019061" y="72631"/>
                </a:lnTo>
                <a:lnTo>
                  <a:pt x="2028993" y="131141"/>
                </a:lnTo>
                <a:lnTo>
                  <a:pt x="2038924" y="231178"/>
                </a:lnTo>
                <a:lnTo>
                  <a:pt x="2048855" y="301311"/>
                </a:lnTo>
                <a:lnTo>
                  <a:pt x="2058787" y="291555"/>
                </a:lnTo>
                <a:lnTo>
                  <a:pt x="2068718" y="210552"/>
                </a:lnTo>
                <a:lnTo>
                  <a:pt x="2078650" y="116733"/>
                </a:lnTo>
                <a:lnTo>
                  <a:pt x="2088581" y="75357"/>
                </a:lnTo>
                <a:lnTo>
                  <a:pt x="2098512" y="113475"/>
                </a:lnTo>
                <a:lnTo>
                  <a:pt x="2108444" y="202032"/>
                </a:lnTo>
                <a:lnTo>
                  <a:pt x="2118375" y="278289"/>
                </a:lnTo>
                <a:lnTo>
                  <a:pt x="2128306" y="291410"/>
                </a:lnTo>
                <a:lnTo>
                  <a:pt x="2138238" y="235289"/>
                </a:lnTo>
                <a:lnTo>
                  <a:pt x="2148169" y="149011"/>
                </a:lnTo>
                <a:lnTo>
                  <a:pt x="2158100" y="90772"/>
                </a:lnTo>
                <a:lnTo>
                  <a:pt x="2168032" y="100084"/>
                </a:lnTo>
                <a:lnTo>
                  <a:pt x="2177963" y="169626"/>
                </a:lnTo>
                <a:lnTo>
                  <a:pt x="2187894" y="250222"/>
                </a:lnTo>
                <a:lnTo>
                  <a:pt x="2197826" y="287359"/>
                </a:lnTo>
                <a:lnTo>
                  <a:pt x="2207757" y="258172"/>
                </a:lnTo>
                <a:lnTo>
                  <a:pt x="2217688" y="183744"/>
                </a:lnTo>
                <a:lnTo>
                  <a:pt x="2227620" y="114944"/>
                </a:lnTo>
                <a:lnTo>
                  <a:pt x="2237551" y="99210"/>
                </a:lnTo>
                <a:lnTo>
                  <a:pt x="2247482" y="145550"/>
                </a:lnTo>
                <a:lnTo>
                  <a:pt x="2257414" y="217785"/>
                </a:lnTo>
                <a:lnTo>
                  <a:pt x="2267345" y="265406"/>
                </a:lnTo>
                <a:lnTo>
                  <a:pt x="2277277" y="260705"/>
                </a:lnTo>
                <a:lnTo>
                  <a:pt x="2287208" y="210958"/>
                </a:lnTo>
                <a:lnTo>
                  <a:pt x="2297139" y="149021"/>
                </a:lnTo>
                <a:lnTo>
                  <a:pt x="2307071" y="115393"/>
                </a:lnTo>
                <a:lnTo>
                  <a:pt x="2317002" y="133522"/>
                </a:lnTo>
                <a:lnTo>
                  <a:pt x="2326933" y="190198"/>
                </a:lnTo>
                <a:lnTo>
                  <a:pt x="2336865" y="243787"/>
                </a:lnTo>
                <a:lnTo>
                  <a:pt x="2346796" y="257604"/>
                </a:lnTo>
                <a:lnTo>
                  <a:pt x="2356727" y="226500"/>
                </a:lnTo>
                <a:lnTo>
                  <a:pt x="2366659" y="175665"/>
                </a:lnTo>
                <a:lnTo>
                  <a:pt x="2376590" y="139730"/>
                </a:lnTo>
                <a:lnTo>
                  <a:pt x="2386521" y="140211"/>
                </a:lnTo>
                <a:lnTo>
                  <a:pt x="2396453" y="173848"/>
                </a:lnTo>
                <a:lnTo>
                  <a:pt x="2406384" y="216760"/>
                </a:lnTo>
                <a:lnTo>
                  <a:pt x="2416315" y="240339"/>
                </a:lnTo>
                <a:lnTo>
                  <a:pt x="2426247" y="229086"/>
                </a:lnTo>
                <a:lnTo>
                  <a:pt x="2436178" y="191045"/>
                </a:lnTo>
                <a:lnTo>
                  <a:pt x="2446109" y="153204"/>
                </a:lnTo>
                <a:lnTo>
                  <a:pt x="2456041" y="141822"/>
                </a:lnTo>
                <a:lnTo>
                  <a:pt x="2465972" y="163039"/>
                </a:lnTo>
                <a:lnTo>
                  <a:pt x="2475904" y="200838"/>
                </a:lnTo>
                <a:lnTo>
                  <a:pt x="2485835" y="230019"/>
                </a:lnTo>
                <a:lnTo>
                  <a:pt x="2495766" y="231003"/>
                </a:lnTo>
                <a:lnTo>
                  <a:pt x="2505698" y="201696"/>
                </a:lnTo>
                <a:lnTo>
                  <a:pt x="2515629" y="162379"/>
                </a:lnTo>
                <a:lnTo>
                  <a:pt x="2525560" y="143142"/>
                </a:lnTo>
                <a:lnTo>
                  <a:pt x="2535492" y="158620"/>
                </a:lnTo>
                <a:lnTo>
                  <a:pt x="2545423" y="195824"/>
                </a:lnTo>
                <a:lnTo>
                  <a:pt x="2555354" y="227200"/>
                </a:lnTo>
                <a:lnTo>
                  <a:pt x="2565286" y="231631"/>
                </a:lnTo>
                <a:lnTo>
                  <a:pt x="2575217" y="206066"/>
                </a:lnTo>
                <a:lnTo>
                  <a:pt x="2585148" y="167160"/>
                </a:lnTo>
                <a:lnTo>
                  <a:pt x="2595080" y="142837"/>
                </a:lnTo>
                <a:lnTo>
                  <a:pt x="2605011" y="152741"/>
                </a:lnTo>
                <a:lnTo>
                  <a:pt x="2614942" y="191194"/>
                </a:lnTo>
                <a:lnTo>
                  <a:pt x="2624874" y="230248"/>
                </a:lnTo>
                <a:lnTo>
                  <a:pt x="2634805" y="240555"/>
                </a:lnTo>
                <a:lnTo>
                  <a:pt x="2644736" y="212571"/>
                </a:lnTo>
                <a:lnTo>
                  <a:pt x="2654668" y="164435"/>
                </a:lnTo>
                <a:lnTo>
                  <a:pt x="2664599" y="130982"/>
                </a:lnTo>
                <a:lnTo>
                  <a:pt x="2674531" y="138430"/>
                </a:lnTo>
                <a:lnTo>
                  <a:pt x="2684462" y="183604"/>
                </a:lnTo>
                <a:lnTo>
                  <a:pt x="2694393" y="235872"/>
                </a:lnTo>
                <a:lnTo>
                  <a:pt x="2704325" y="258788"/>
                </a:lnTo>
                <a:lnTo>
                  <a:pt x="2714256" y="234131"/>
                </a:lnTo>
                <a:lnTo>
                  <a:pt x="2724187" y="175250"/>
                </a:lnTo>
                <a:lnTo>
                  <a:pt x="2734119" y="121890"/>
                </a:lnTo>
                <a:lnTo>
                  <a:pt x="2744050" y="114312"/>
                </a:lnTo>
                <a:lnTo>
                  <a:pt x="2753981" y="162060"/>
                </a:lnTo>
                <a:lnTo>
                  <a:pt x="2763913" y="234054"/>
                </a:lnTo>
                <a:lnTo>
                  <a:pt x="2773844" y="279553"/>
                </a:lnTo>
                <a:lnTo>
                  <a:pt x="2783775" y="263476"/>
                </a:lnTo>
                <a:lnTo>
                  <a:pt x="2793707" y="192270"/>
                </a:lnTo>
                <a:lnTo>
                  <a:pt x="2803638" y="113389"/>
                </a:lnTo>
                <a:lnTo>
                  <a:pt x="2813569" y="84015"/>
                </a:lnTo>
                <a:lnTo>
                  <a:pt x="2823501" y="127854"/>
                </a:lnTo>
                <a:lnTo>
                  <a:pt x="2833432" y="215680"/>
                </a:lnTo>
                <a:lnTo>
                  <a:pt x="2843363" y="286959"/>
                </a:lnTo>
                <a:lnTo>
                  <a:pt x="2853295" y="292521"/>
                </a:lnTo>
                <a:lnTo>
                  <a:pt x="2863226" y="226189"/>
                </a:lnTo>
                <a:lnTo>
                  <a:pt x="2873158" y="129498"/>
                </a:lnTo>
                <a:lnTo>
                  <a:pt x="2883089" y="67962"/>
                </a:lnTo>
                <a:lnTo>
                  <a:pt x="2893020" y="87494"/>
                </a:lnTo>
                <a:lnTo>
                  <a:pt x="2902952" y="178136"/>
                </a:lnTo>
                <a:lnTo>
                  <a:pt x="2912883" y="277756"/>
                </a:lnTo>
                <a:lnTo>
                  <a:pt x="2922814" y="317043"/>
                </a:lnTo>
                <a:lnTo>
                  <a:pt x="2932746" y="268763"/>
                </a:lnTo>
                <a:lnTo>
                  <a:pt x="2942677" y="164592"/>
                </a:lnTo>
                <a:lnTo>
                  <a:pt x="2952608" y="73713"/>
                </a:lnTo>
                <a:lnTo>
                  <a:pt x="2962540" y="59037"/>
                </a:lnTo>
                <a:lnTo>
                  <a:pt x="2972471" y="134032"/>
                </a:lnTo>
                <a:lnTo>
                  <a:pt x="2982402" y="248866"/>
                </a:lnTo>
                <a:lnTo>
                  <a:pt x="2992334" y="323545"/>
                </a:lnTo>
                <a:lnTo>
                  <a:pt x="3002265" y="306712"/>
                </a:lnTo>
                <a:lnTo>
                  <a:pt x="3012196" y="211538"/>
                </a:lnTo>
                <a:lnTo>
                  <a:pt x="3022128" y="102754"/>
                </a:lnTo>
                <a:lnTo>
                  <a:pt x="3032059" y="51847"/>
                </a:lnTo>
                <a:lnTo>
                  <a:pt x="3041990" y="92043"/>
                </a:lnTo>
                <a:lnTo>
                  <a:pt x="3051922" y="196370"/>
                </a:lnTo>
                <a:lnTo>
                  <a:pt x="3061853" y="293754"/>
                </a:lnTo>
                <a:lnTo>
                  <a:pt x="3071785" y="318415"/>
                </a:lnTo>
                <a:lnTo>
                  <a:pt x="3081716" y="256615"/>
                </a:lnTo>
                <a:lnTo>
                  <a:pt x="3091647" y="152952"/>
                </a:lnTo>
                <a:lnTo>
                  <a:pt x="3101579" y="76368"/>
                </a:lnTo>
                <a:lnTo>
                  <a:pt x="3111510" y="75627"/>
                </a:lnTo>
                <a:lnTo>
                  <a:pt x="3121441" y="149646"/>
                </a:lnTo>
                <a:lnTo>
                  <a:pt x="3131373" y="247192"/>
                </a:lnTo>
                <a:lnTo>
                  <a:pt x="3141304" y="301242"/>
                </a:lnTo>
                <a:lnTo>
                  <a:pt x="3151235" y="277696"/>
                </a:lnTo>
                <a:lnTo>
                  <a:pt x="3161167" y="197985"/>
                </a:lnTo>
                <a:lnTo>
                  <a:pt x="3171098" y="118081"/>
                </a:lnTo>
                <a:lnTo>
                  <a:pt x="3181029" y="87845"/>
                </a:lnTo>
                <a:lnTo>
                  <a:pt x="3190961" y="122220"/>
                </a:lnTo>
                <a:lnTo>
                  <a:pt x="3200892" y="195730"/>
                </a:lnTo>
                <a:lnTo>
                  <a:pt x="3210823" y="259484"/>
                </a:lnTo>
                <a:lnTo>
                  <a:pt x="3220755" y="273275"/>
                </a:lnTo>
                <a:lnTo>
                  <a:pt x="3230686" y="232559"/>
                </a:lnTo>
                <a:lnTo>
                  <a:pt x="3240617" y="169154"/>
                </a:lnTo>
                <a:lnTo>
                  <a:pt x="3250549" y="125963"/>
                </a:lnTo>
                <a:lnTo>
                  <a:pt x="3260480" y="126899"/>
                </a:lnTo>
                <a:lnTo>
                  <a:pt x="3270412" y="164037"/>
                </a:lnTo>
                <a:lnTo>
                  <a:pt x="3280343" y="208850"/>
                </a:lnTo>
                <a:lnTo>
                  <a:pt x="3290274" y="235013"/>
                </a:lnTo>
                <a:lnTo>
                  <a:pt x="3300206" y="232656"/>
                </a:lnTo>
                <a:lnTo>
                  <a:pt x="3310137" y="207652"/>
                </a:lnTo>
                <a:lnTo>
                  <a:pt x="3320068" y="175291"/>
                </a:lnTo>
                <a:lnTo>
                  <a:pt x="3330000" y="153584"/>
                </a:lnTo>
                <a:lnTo>
                  <a:pt x="3339931" y="153472"/>
                </a:lnTo>
                <a:lnTo>
                  <a:pt x="3349862" y="171448"/>
                </a:lnTo>
                <a:lnTo>
                  <a:pt x="3359794" y="194599"/>
                </a:lnTo>
                <a:lnTo>
                  <a:pt x="3369725" y="212368"/>
                </a:lnTo>
                <a:lnTo>
                  <a:pt x="3379656" y="220311"/>
                </a:lnTo>
                <a:lnTo>
                  <a:pt x="3389588" y="215888"/>
                </a:lnTo>
                <a:lnTo>
                  <a:pt x="3399519" y="197869"/>
                </a:lnTo>
                <a:lnTo>
                  <a:pt x="3409450" y="171406"/>
                </a:lnTo>
                <a:lnTo>
                  <a:pt x="3419382" y="150174"/>
                </a:lnTo>
                <a:lnTo>
                  <a:pt x="3429313" y="149695"/>
                </a:lnTo>
                <a:lnTo>
                  <a:pt x="3439245" y="174898"/>
                </a:lnTo>
                <a:lnTo>
                  <a:pt x="3449176" y="212745"/>
                </a:lnTo>
                <a:lnTo>
                  <a:pt x="3459107" y="239462"/>
                </a:lnTo>
                <a:lnTo>
                  <a:pt x="3469039" y="237040"/>
                </a:lnTo>
                <a:lnTo>
                  <a:pt x="3478970" y="204224"/>
                </a:lnTo>
                <a:lnTo>
                  <a:pt x="3488901" y="157671"/>
                </a:lnTo>
                <a:lnTo>
                  <a:pt x="3498833" y="126353"/>
                </a:lnTo>
                <a:lnTo>
                  <a:pt x="3508764" y="135388"/>
                </a:lnTo>
                <a:lnTo>
                  <a:pt x="3518695" y="183398"/>
                </a:lnTo>
                <a:lnTo>
                  <a:pt x="3528627" y="238198"/>
                </a:lnTo>
                <a:lnTo>
                  <a:pt x="3538558" y="262006"/>
                </a:lnTo>
                <a:lnTo>
                  <a:pt x="3548489" y="239445"/>
                </a:lnTo>
                <a:lnTo>
                  <a:pt x="3558421" y="183487"/>
                </a:lnTo>
                <a:lnTo>
                  <a:pt x="3568352" y="127109"/>
                </a:lnTo>
                <a:lnTo>
                  <a:pt x="3578283" y="108844"/>
                </a:lnTo>
                <a:lnTo>
                  <a:pt x="3588215" y="146402"/>
                </a:lnTo>
                <a:lnTo>
                  <a:pt x="3598146" y="215375"/>
                </a:lnTo>
                <a:lnTo>
                  <a:pt x="3608077" y="265547"/>
                </a:lnTo>
                <a:lnTo>
                  <a:pt x="3618009" y="263371"/>
                </a:lnTo>
                <a:lnTo>
                  <a:pt x="3627940" y="213726"/>
                </a:lnTo>
                <a:lnTo>
                  <a:pt x="3637872" y="148953"/>
                </a:lnTo>
                <a:lnTo>
                  <a:pt x="3647803" y="109728"/>
                </a:lnTo>
                <a:lnTo>
                  <a:pt x="3657734" y="124598"/>
                </a:lnTo>
                <a:lnTo>
                  <a:pt x="3667666" y="186129"/>
                </a:lnTo>
                <a:lnTo>
                  <a:pt x="3677597" y="249205"/>
                </a:lnTo>
                <a:lnTo>
                  <a:pt x="3687528" y="267604"/>
                </a:lnTo>
                <a:lnTo>
                  <a:pt x="3697460" y="232400"/>
                </a:lnTo>
                <a:lnTo>
                  <a:pt x="3707391" y="172115"/>
                </a:lnTo>
                <a:lnTo>
                  <a:pt x="3717322" y="126486"/>
                </a:lnTo>
                <a:lnTo>
                  <a:pt x="3727254" y="123658"/>
                </a:lnTo>
                <a:lnTo>
                  <a:pt x="3737185" y="165565"/>
                </a:lnTo>
                <a:lnTo>
                  <a:pt x="3747116" y="223091"/>
                </a:lnTo>
                <a:lnTo>
                  <a:pt x="3757048" y="254256"/>
                </a:lnTo>
                <a:lnTo>
                  <a:pt x="3766979" y="237707"/>
                </a:lnTo>
                <a:lnTo>
                  <a:pt x="3776910" y="188860"/>
                </a:lnTo>
                <a:lnTo>
                  <a:pt x="3786842" y="144601"/>
                </a:lnTo>
                <a:lnTo>
                  <a:pt x="3796773" y="135120"/>
                </a:lnTo>
                <a:lnTo>
                  <a:pt x="3806704" y="164522"/>
                </a:lnTo>
                <a:lnTo>
                  <a:pt x="3816636" y="209398"/>
                </a:lnTo>
                <a:lnTo>
                  <a:pt x="3826567" y="236294"/>
                </a:lnTo>
                <a:lnTo>
                  <a:pt x="3836499" y="227033"/>
                </a:lnTo>
                <a:lnTo>
                  <a:pt x="3846430" y="191271"/>
                </a:lnTo>
                <a:lnTo>
                  <a:pt x="3856361" y="156876"/>
                </a:lnTo>
                <a:lnTo>
                  <a:pt x="3866293" y="148652"/>
                </a:lnTo>
                <a:lnTo>
                  <a:pt x="3876224" y="171489"/>
                </a:lnTo>
                <a:lnTo>
                  <a:pt x="3886155" y="207732"/>
                </a:lnTo>
                <a:lnTo>
                  <a:pt x="3896087" y="230175"/>
                </a:lnTo>
                <a:lnTo>
                  <a:pt x="3906018" y="221942"/>
                </a:lnTo>
                <a:lnTo>
                  <a:pt x="3915949" y="188757"/>
                </a:lnTo>
                <a:lnTo>
                  <a:pt x="3925881" y="155289"/>
                </a:lnTo>
                <a:lnTo>
                  <a:pt x="3935812" y="147932"/>
                </a:lnTo>
                <a:lnTo>
                  <a:pt x="3945743" y="174094"/>
                </a:lnTo>
                <a:lnTo>
                  <a:pt x="3955675" y="213827"/>
                </a:lnTo>
                <a:lnTo>
                  <a:pt x="3965606" y="234724"/>
                </a:lnTo>
                <a:lnTo>
                  <a:pt x="3975537" y="219612"/>
                </a:lnTo>
                <a:lnTo>
                  <a:pt x="3985469" y="181009"/>
                </a:lnTo>
                <a:lnTo>
                  <a:pt x="3995400" y="149500"/>
                </a:lnTo>
                <a:lnTo>
                  <a:pt x="4005331" y="148784"/>
                </a:lnTo>
                <a:lnTo>
                  <a:pt x="4015263" y="178808"/>
                </a:lnTo>
                <a:lnTo>
                  <a:pt x="4025194" y="217713"/>
                </a:lnTo>
                <a:lnTo>
                  <a:pt x="4035126" y="238177"/>
                </a:lnTo>
                <a:lnTo>
                  <a:pt x="4045057" y="225268"/>
                </a:lnTo>
                <a:lnTo>
                  <a:pt x="4054988" y="185603"/>
                </a:lnTo>
                <a:lnTo>
                  <a:pt x="4064920" y="144911"/>
                </a:lnTo>
                <a:lnTo>
                  <a:pt x="4074851" y="133276"/>
                </a:lnTo>
                <a:lnTo>
                  <a:pt x="4084782" y="162252"/>
                </a:lnTo>
                <a:lnTo>
                  <a:pt x="4094714" y="212039"/>
                </a:lnTo>
                <a:lnTo>
                  <a:pt x="4104645" y="245881"/>
                </a:lnTo>
                <a:lnTo>
                  <a:pt x="4114576" y="240079"/>
                </a:lnTo>
                <a:lnTo>
                  <a:pt x="4124508" y="200085"/>
                </a:lnTo>
                <a:lnTo>
                  <a:pt x="4134439" y="153154"/>
                </a:lnTo>
                <a:lnTo>
                  <a:pt x="4144370" y="130437"/>
                </a:lnTo>
                <a:lnTo>
                  <a:pt x="4154302" y="148031"/>
                </a:lnTo>
                <a:lnTo>
                  <a:pt x="4164233" y="193964"/>
                </a:lnTo>
                <a:lnTo>
                  <a:pt x="4174164" y="235212"/>
                </a:lnTo>
                <a:lnTo>
                  <a:pt x="4184096" y="244052"/>
                </a:lnTo>
                <a:lnTo>
                  <a:pt x="4194027" y="217334"/>
                </a:lnTo>
                <a:lnTo>
                  <a:pt x="4203958" y="172703"/>
                </a:lnTo>
                <a:lnTo>
                  <a:pt x="4213890" y="136017"/>
                </a:lnTo>
                <a:lnTo>
                  <a:pt x="4223821" y="131126"/>
                </a:lnTo>
                <a:lnTo>
                  <a:pt x="4233753" y="165237"/>
                </a:lnTo>
                <a:lnTo>
                  <a:pt x="4243684" y="216971"/>
                </a:lnTo>
                <a:lnTo>
                  <a:pt x="4253615" y="249172"/>
                </a:lnTo>
                <a:lnTo>
                  <a:pt x="4263547" y="240243"/>
                </a:lnTo>
                <a:lnTo>
                  <a:pt x="4273478" y="199426"/>
                </a:lnTo>
                <a:lnTo>
                  <a:pt x="4283409" y="154163"/>
                </a:lnTo>
                <a:lnTo>
                  <a:pt x="4293341" y="130930"/>
                </a:lnTo>
                <a:lnTo>
                  <a:pt x="4303272" y="143719"/>
                </a:lnTo>
                <a:lnTo>
                  <a:pt x="4313203" y="186169"/>
                </a:lnTo>
                <a:lnTo>
                  <a:pt x="4323135" y="231261"/>
                </a:lnTo>
                <a:lnTo>
                  <a:pt x="4333066" y="248421"/>
                </a:lnTo>
                <a:lnTo>
                  <a:pt x="4342997" y="227244"/>
                </a:lnTo>
                <a:lnTo>
                  <a:pt x="4352929" y="183814"/>
                </a:lnTo>
                <a:lnTo>
                  <a:pt x="4362860" y="145782"/>
                </a:lnTo>
                <a:lnTo>
                  <a:pt x="4372791" y="134591"/>
                </a:lnTo>
                <a:lnTo>
                  <a:pt x="4382723" y="156748"/>
                </a:lnTo>
                <a:lnTo>
                  <a:pt x="4392654" y="200714"/>
                </a:lnTo>
                <a:lnTo>
                  <a:pt x="4402585" y="239370"/>
                </a:lnTo>
                <a:lnTo>
                  <a:pt x="4412517" y="245513"/>
                </a:lnTo>
                <a:lnTo>
                  <a:pt x="4422448" y="214179"/>
                </a:lnTo>
                <a:lnTo>
                  <a:pt x="4432380" y="168346"/>
                </a:lnTo>
                <a:lnTo>
                  <a:pt x="4442311" y="138970"/>
                </a:lnTo>
                <a:lnTo>
                  <a:pt x="4452242" y="141564"/>
                </a:lnTo>
                <a:lnTo>
                  <a:pt x="4462174" y="171521"/>
                </a:lnTo>
                <a:lnTo>
                  <a:pt x="4472105" y="211850"/>
                </a:lnTo>
                <a:lnTo>
                  <a:pt x="4482036" y="239609"/>
                </a:lnTo>
                <a:lnTo>
                  <a:pt x="4491968" y="235393"/>
                </a:lnTo>
                <a:lnTo>
                  <a:pt x="4501899" y="199153"/>
                </a:lnTo>
                <a:lnTo>
                  <a:pt x="4511830" y="155035"/>
                </a:lnTo>
                <a:lnTo>
                  <a:pt x="4521762" y="133609"/>
                </a:lnTo>
                <a:lnTo>
                  <a:pt x="4531693" y="148659"/>
                </a:lnTo>
                <a:lnTo>
                  <a:pt x="4541624" y="189719"/>
                </a:lnTo>
                <a:lnTo>
                  <a:pt x="4551556" y="230011"/>
                </a:lnTo>
                <a:lnTo>
                  <a:pt x="4561487" y="241911"/>
                </a:lnTo>
                <a:lnTo>
                  <a:pt x="4571418" y="216172"/>
                </a:lnTo>
                <a:lnTo>
                  <a:pt x="4581350" y="172118"/>
                </a:lnTo>
                <a:lnTo>
                  <a:pt x="4591281" y="143162"/>
                </a:lnTo>
                <a:lnTo>
                  <a:pt x="4601212" y="148288"/>
                </a:lnTo>
                <a:lnTo>
                  <a:pt x="4611144" y="179889"/>
                </a:lnTo>
                <a:lnTo>
                  <a:pt x="4621075" y="216068"/>
                </a:lnTo>
                <a:lnTo>
                  <a:pt x="4631007" y="236523"/>
                </a:lnTo>
                <a:lnTo>
                  <a:pt x="4640938" y="229311"/>
                </a:lnTo>
                <a:lnTo>
                  <a:pt x="4650869" y="196407"/>
                </a:lnTo>
                <a:lnTo>
                  <a:pt x="4660801" y="158320"/>
                </a:lnTo>
                <a:lnTo>
                  <a:pt x="4670732" y="143199"/>
                </a:lnTo>
                <a:lnTo>
                  <a:pt x="4680663" y="162331"/>
                </a:lnTo>
                <a:lnTo>
                  <a:pt x="4690595" y="199076"/>
                </a:lnTo>
                <a:lnTo>
                  <a:pt x="4700526" y="225376"/>
                </a:lnTo>
                <a:lnTo>
                  <a:pt x="4710457" y="225224"/>
                </a:lnTo>
                <a:lnTo>
                  <a:pt x="4720389" y="201575"/>
                </a:lnTo>
                <a:lnTo>
                  <a:pt x="4730320" y="170158"/>
                </a:lnTo>
                <a:lnTo>
                  <a:pt x="4740251" y="151764"/>
                </a:lnTo>
                <a:lnTo>
                  <a:pt x="4750183" y="160790"/>
                </a:lnTo>
                <a:lnTo>
                  <a:pt x="4760114" y="191595"/>
                </a:lnTo>
                <a:lnTo>
                  <a:pt x="4770045" y="219989"/>
                </a:lnTo>
                <a:lnTo>
                  <a:pt x="4779977" y="224327"/>
                </a:lnTo>
                <a:lnTo>
                  <a:pt x="4789908" y="203254"/>
                </a:lnTo>
                <a:lnTo>
                  <a:pt x="4799839" y="173075"/>
                </a:lnTo>
                <a:lnTo>
                  <a:pt x="4809771" y="154540"/>
                </a:lnTo>
                <a:lnTo>
                  <a:pt x="4819702" y="161173"/>
                </a:lnTo>
                <a:lnTo>
                  <a:pt x="4829634" y="189657"/>
                </a:lnTo>
                <a:lnTo>
                  <a:pt x="4839565" y="218711"/>
                </a:lnTo>
                <a:lnTo>
                  <a:pt x="4849496" y="225084"/>
                </a:lnTo>
                <a:lnTo>
                  <a:pt x="4859428" y="203914"/>
                </a:lnTo>
                <a:lnTo>
                  <a:pt x="4869359" y="171596"/>
                </a:lnTo>
                <a:lnTo>
                  <a:pt x="4879290" y="151667"/>
                </a:lnTo>
                <a:lnTo>
                  <a:pt x="4889222" y="159180"/>
                </a:lnTo>
                <a:lnTo>
                  <a:pt x="4899153" y="190546"/>
                </a:lnTo>
                <a:lnTo>
                  <a:pt x="4909084" y="223351"/>
                </a:lnTo>
                <a:lnTo>
                  <a:pt x="4919016" y="232458"/>
                </a:lnTo>
                <a:lnTo>
                  <a:pt x="4928947" y="211458"/>
                </a:lnTo>
                <a:lnTo>
                  <a:pt x="4938878" y="176655"/>
                </a:lnTo>
                <a:lnTo>
                  <a:pt x="4948810" y="152147"/>
                </a:lnTo>
                <a:lnTo>
                  <a:pt x="4958741" y="154191"/>
                </a:lnTo>
                <a:lnTo>
                  <a:pt x="4968672" y="182492"/>
                </a:lnTo>
                <a:lnTo>
                  <a:pt x="4978604" y="217921"/>
                </a:lnTo>
                <a:lnTo>
                  <a:pt x="4988535" y="233858"/>
                </a:lnTo>
                <a:lnTo>
                  <a:pt x="4998466" y="218143"/>
                </a:lnTo>
                <a:lnTo>
                  <a:pt x="5008398" y="183029"/>
                </a:lnTo>
                <a:lnTo>
                  <a:pt x="5018329" y="153551"/>
                </a:lnTo>
                <a:lnTo>
                  <a:pt x="5028261" y="150297"/>
                </a:lnTo>
                <a:lnTo>
                  <a:pt x="5038192" y="177508"/>
                </a:lnTo>
                <a:lnTo>
                  <a:pt x="5048123" y="216628"/>
                </a:lnTo>
                <a:lnTo>
                  <a:pt x="5058055" y="235865"/>
                </a:lnTo>
                <a:lnTo>
                  <a:pt x="5067986" y="218513"/>
                </a:lnTo>
                <a:lnTo>
                  <a:pt x="5077917" y="179982"/>
                </a:lnTo>
                <a:lnTo>
                  <a:pt x="5087849" y="150570"/>
                </a:lnTo>
                <a:lnTo>
                  <a:pt x="5097780" y="148359"/>
                </a:lnTo>
              </a:path>
            </a:pathLst>
          </a:custGeom>
          <a:solidFill>
            <a:srgbClr val="FFFFFF">
              <a:alpha val="0"/>
            </a:srgbClr>
          </a:solidFill>
          <a:ln w="13335" cap="rnd">
            <a:solidFill>
              <a:srgbClr val="17313B"/>
            </a:solidFill>
            <a:prstDash val="solid"/>
          </a:ln>
        </p:spPr>
      </p:sp>
      <p:sp>
        <p:nvSpPr>
          <p:cNvPr id="93" name="wave_16"/>
          <p:cNvSpPr/>
          <p:nvPr/>
        </p:nvSpPr>
        <p:spPr>
          <a:xfrm>
            <a:off x="6405372" y="4789176"/>
            <a:ext cx="5120640" cy="377353"/>
          </a:xfrm>
          <a:custGeom>
            <a:avLst/>
            <a:gdLst/>
            <a:ahLst/>
            <a:cxnLst/>
            <a:rect l="l" t="t" r="r" b="b"/>
            <a:pathLst>
              <a:path w="5120640" h="377353" fill="none" stroke="1" extrusionOk="0">
                <a:moveTo>
                  <a:pt x="22860" y="350423"/>
                </a:moveTo>
                <a:lnTo>
                  <a:pt x="32791" y="354493"/>
                </a:lnTo>
                <a:lnTo>
                  <a:pt x="42723" y="246919"/>
                </a:lnTo>
                <a:lnTo>
                  <a:pt x="52654" y="104810"/>
                </a:lnTo>
                <a:lnTo>
                  <a:pt x="62585" y="22860"/>
                </a:lnTo>
                <a:lnTo>
                  <a:pt x="72517" y="52776"/>
                </a:lnTo>
                <a:lnTo>
                  <a:pt x="82448" y="171421"/>
                </a:lnTo>
                <a:lnTo>
                  <a:pt x="92379" y="296434"/>
                </a:lnTo>
                <a:lnTo>
                  <a:pt x="102311" y="343081"/>
                </a:lnTo>
                <a:lnTo>
                  <a:pt x="112242" y="283180"/>
                </a:lnTo>
                <a:lnTo>
                  <a:pt x="122174" y="161646"/>
                </a:lnTo>
                <a:lnTo>
                  <a:pt x="132105" y="61857"/>
                </a:lnTo>
                <a:lnTo>
                  <a:pt x="142036" y="49224"/>
                </a:lnTo>
                <a:lnTo>
                  <a:pt x="151968" y="129433"/>
                </a:lnTo>
                <a:lnTo>
                  <a:pt x="161899" y="244877"/>
                </a:lnTo>
                <a:lnTo>
                  <a:pt x="171830" y="314379"/>
                </a:lnTo>
                <a:lnTo>
                  <a:pt x="181762" y="292356"/>
                </a:lnTo>
                <a:lnTo>
                  <a:pt x="191693" y="200766"/>
                </a:lnTo>
                <a:lnTo>
                  <a:pt x="201624" y="107175"/>
                </a:lnTo>
                <a:lnTo>
                  <a:pt x="211556" y="72672"/>
                </a:lnTo>
                <a:lnTo>
                  <a:pt x="221487" y="113853"/>
                </a:lnTo>
                <a:lnTo>
                  <a:pt x="231418" y="198138"/>
                </a:lnTo>
                <a:lnTo>
                  <a:pt x="241350" y="266530"/>
                </a:lnTo>
                <a:lnTo>
                  <a:pt x="251281" y="272491"/>
                </a:lnTo>
                <a:lnTo>
                  <a:pt x="261212" y="215899"/>
                </a:lnTo>
                <a:lnTo>
                  <a:pt x="271144" y="142771"/>
                </a:lnTo>
                <a:lnTo>
                  <a:pt x="281075" y="106836"/>
                </a:lnTo>
                <a:lnTo>
                  <a:pt x="291006" y="128582"/>
                </a:lnTo>
                <a:lnTo>
                  <a:pt x="300938" y="186469"/>
                </a:lnTo>
                <a:lnTo>
                  <a:pt x="310869" y="237993"/>
                </a:lnTo>
                <a:lnTo>
                  <a:pt x="320801" y="248448"/>
                </a:lnTo>
                <a:lnTo>
                  <a:pt x="330732" y="212770"/>
                </a:lnTo>
                <a:lnTo>
                  <a:pt x="340663" y="159895"/>
                </a:lnTo>
                <a:lnTo>
                  <a:pt x="350595" y="131359"/>
                </a:lnTo>
                <a:lnTo>
                  <a:pt x="360526" y="147150"/>
                </a:lnTo>
                <a:lnTo>
                  <a:pt x="370457" y="190400"/>
                </a:lnTo>
                <a:lnTo>
                  <a:pt x="380389" y="224582"/>
                </a:lnTo>
                <a:lnTo>
                  <a:pt x="390320" y="223816"/>
                </a:lnTo>
                <a:lnTo>
                  <a:pt x="400251" y="190938"/>
                </a:lnTo>
                <a:lnTo>
                  <a:pt x="410183" y="154213"/>
                </a:lnTo>
                <a:lnTo>
                  <a:pt x="420114" y="145539"/>
                </a:lnTo>
                <a:lnTo>
                  <a:pt x="430045" y="173313"/>
                </a:lnTo>
                <a:lnTo>
                  <a:pt x="439977" y="213811"/>
                </a:lnTo>
                <a:lnTo>
                  <a:pt x="449908" y="232233"/>
                </a:lnTo>
                <a:lnTo>
                  <a:pt x="459839" y="212584"/>
                </a:lnTo>
                <a:lnTo>
                  <a:pt x="469771" y="168691"/>
                </a:lnTo>
                <a:lnTo>
                  <a:pt x="479702" y="133586"/>
                </a:lnTo>
                <a:lnTo>
                  <a:pt x="489633" y="138086"/>
                </a:lnTo>
                <a:lnTo>
                  <a:pt x="499565" y="185638"/>
                </a:lnTo>
                <a:lnTo>
                  <a:pt x="509496" y="241191"/>
                </a:lnTo>
                <a:lnTo>
                  <a:pt x="519428" y="256824"/>
                </a:lnTo>
                <a:lnTo>
                  <a:pt x="529359" y="217210"/>
                </a:lnTo>
                <a:lnTo>
                  <a:pt x="539290" y="153474"/>
                </a:lnTo>
                <a:lnTo>
                  <a:pt x="549222" y="112049"/>
                </a:lnTo>
                <a:lnTo>
                  <a:pt x="559153" y="120492"/>
                </a:lnTo>
                <a:lnTo>
                  <a:pt x="569084" y="176809"/>
                </a:lnTo>
                <a:lnTo>
                  <a:pt x="579016" y="248718"/>
                </a:lnTo>
                <a:lnTo>
                  <a:pt x="588947" y="283873"/>
                </a:lnTo>
                <a:lnTo>
                  <a:pt x="598878" y="248235"/>
                </a:lnTo>
                <a:lnTo>
                  <a:pt x="608810" y="164307"/>
                </a:lnTo>
                <a:lnTo>
                  <a:pt x="618741" y="96127"/>
                </a:lnTo>
                <a:lnTo>
                  <a:pt x="628672" y="92654"/>
                </a:lnTo>
                <a:lnTo>
                  <a:pt x="638604" y="153780"/>
                </a:lnTo>
                <a:lnTo>
                  <a:pt x="648535" y="239665"/>
                </a:lnTo>
                <a:lnTo>
                  <a:pt x="658466" y="294640"/>
                </a:lnTo>
                <a:lnTo>
                  <a:pt x="668398" y="276002"/>
                </a:lnTo>
                <a:lnTo>
                  <a:pt x="678329" y="188801"/>
                </a:lnTo>
                <a:lnTo>
                  <a:pt x="688260" y="93665"/>
                </a:lnTo>
                <a:lnTo>
                  <a:pt x="698192" y="61996"/>
                </a:lnTo>
                <a:lnTo>
                  <a:pt x="708123" y="117588"/>
                </a:lnTo>
                <a:lnTo>
                  <a:pt x="718055" y="220594"/>
                </a:lnTo>
                <a:lnTo>
                  <a:pt x="727986" y="298682"/>
                </a:lnTo>
                <a:lnTo>
                  <a:pt x="737917" y="296495"/>
                </a:lnTo>
                <a:lnTo>
                  <a:pt x="747849" y="215696"/>
                </a:lnTo>
                <a:lnTo>
                  <a:pt x="757780" y="116049"/>
                </a:lnTo>
                <a:lnTo>
                  <a:pt x="767711" y="68181"/>
                </a:lnTo>
                <a:lnTo>
                  <a:pt x="777643" y="100225"/>
                </a:lnTo>
                <a:lnTo>
                  <a:pt x="787574" y="186499"/>
                </a:lnTo>
                <a:lnTo>
                  <a:pt x="797505" y="271414"/>
                </a:lnTo>
                <a:lnTo>
                  <a:pt x="807437" y="299628"/>
                </a:lnTo>
                <a:lnTo>
                  <a:pt x="817368" y="248968"/>
                </a:lnTo>
                <a:lnTo>
                  <a:pt x="827299" y="154184"/>
                </a:lnTo>
                <a:lnTo>
                  <a:pt x="837231" y="85510"/>
                </a:lnTo>
                <a:lnTo>
                  <a:pt x="847162" y="89703"/>
                </a:lnTo>
                <a:lnTo>
                  <a:pt x="857093" y="156635"/>
                </a:lnTo>
                <a:lnTo>
                  <a:pt x="867025" y="238405"/>
                </a:lnTo>
                <a:lnTo>
                  <a:pt x="876956" y="284031"/>
                </a:lnTo>
                <a:lnTo>
                  <a:pt x="886887" y="264474"/>
                </a:lnTo>
                <a:lnTo>
                  <a:pt x="896819" y="192550"/>
                </a:lnTo>
                <a:lnTo>
                  <a:pt x="906750" y="120652"/>
                </a:lnTo>
                <a:lnTo>
                  <a:pt x="916682" y="99140"/>
                </a:lnTo>
                <a:lnTo>
                  <a:pt x="926613" y="134743"/>
                </a:lnTo>
                <a:lnTo>
                  <a:pt x="936544" y="195844"/>
                </a:lnTo>
                <a:lnTo>
                  <a:pt x="946476" y="244840"/>
                </a:lnTo>
                <a:lnTo>
                  <a:pt x="956407" y="255851"/>
                </a:lnTo>
                <a:lnTo>
                  <a:pt x="966338" y="222302"/>
                </a:lnTo>
                <a:lnTo>
                  <a:pt x="976270" y="166594"/>
                </a:lnTo>
                <a:lnTo>
                  <a:pt x="986201" y="129409"/>
                </a:lnTo>
                <a:lnTo>
                  <a:pt x="996132" y="133904"/>
                </a:lnTo>
                <a:lnTo>
                  <a:pt x="1006064" y="167269"/>
                </a:lnTo>
                <a:lnTo>
                  <a:pt x="1015995" y="201794"/>
                </a:lnTo>
                <a:lnTo>
                  <a:pt x="1025926" y="221145"/>
                </a:lnTo>
                <a:lnTo>
                  <a:pt x="1035858" y="221970"/>
                </a:lnTo>
                <a:lnTo>
                  <a:pt x="1045789" y="205497"/>
                </a:lnTo>
                <a:lnTo>
                  <a:pt x="1055720" y="178384"/>
                </a:lnTo>
                <a:lnTo>
                  <a:pt x="1065652" y="154988"/>
                </a:lnTo>
                <a:lnTo>
                  <a:pt x="1075583" y="149323"/>
                </a:lnTo>
                <a:lnTo>
                  <a:pt x="1085514" y="163508"/>
                </a:lnTo>
                <a:lnTo>
                  <a:pt x="1095446" y="186895"/>
                </a:lnTo>
                <a:lnTo>
                  <a:pt x="1105377" y="207113"/>
                </a:lnTo>
                <a:lnTo>
                  <a:pt x="1115309" y="218391"/>
                </a:lnTo>
                <a:lnTo>
                  <a:pt x="1125240" y="217304"/>
                </a:lnTo>
                <a:lnTo>
                  <a:pt x="1135171" y="198616"/>
                </a:lnTo>
                <a:lnTo>
                  <a:pt x="1145103" y="165312"/>
                </a:lnTo>
                <a:lnTo>
                  <a:pt x="1155034" y="137749"/>
                </a:lnTo>
                <a:lnTo>
                  <a:pt x="1164965" y="139751"/>
                </a:lnTo>
                <a:lnTo>
                  <a:pt x="1174897" y="174654"/>
                </a:lnTo>
                <a:lnTo>
                  <a:pt x="1184828" y="221316"/>
                </a:lnTo>
                <a:lnTo>
                  <a:pt x="1194759" y="250527"/>
                </a:lnTo>
                <a:lnTo>
                  <a:pt x="1204691" y="241738"/>
                </a:lnTo>
                <a:lnTo>
                  <a:pt x="1214622" y="194695"/>
                </a:lnTo>
                <a:lnTo>
                  <a:pt x="1224553" y="135611"/>
                </a:lnTo>
                <a:lnTo>
                  <a:pt x="1234485" y="105387"/>
                </a:lnTo>
                <a:lnTo>
                  <a:pt x="1244416" y="129487"/>
                </a:lnTo>
                <a:lnTo>
                  <a:pt x="1254347" y="195628"/>
                </a:lnTo>
                <a:lnTo>
                  <a:pt x="1264279" y="260218"/>
                </a:lnTo>
                <a:lnTo>
                  <a:pt x="1274210" y="277197"/>
                </a:lnTo>
                <a:lnTo>
                  <a:pt x="1284141" y="230278"/>
                </a:lnTo>
                <a:lnTo>
                  <a:pt x="1294073" y="148416"/>
                </a:lnTo>
                <a:lnTo>
                  <a:pt x="1304004" y="88666"/>
                </a:lnTo>
                <a:lnTo>
                  <a:pt x="1313936" y="94703"/>
                </a:lnTo>
                <a:lnTo>
                  <a:pt x="1323867" y="164670"/>
                </a:lnTo>
                <a:lnTo>
                  <a:pt x="1333798" y="252502"/>
                </a:lnTo>
                <a:lnTo>
                  <a:pt x="1343730" y="297766"/>
                </a:lnTo>
                <a:lnTo>
                  <a:pt x="1353661" y="265962"/>
                </a:lnTo>
                <a:lnTo>
                  <a:pt x="1363592" y="176260"/>
                </a:lnTo>
                <a:lnTo>
                  <a:pt x="1373524" y="91689"/>
                </a:lnTo>
                <a:lnTo>
                  <a:pt x="1383455" y="72792"/>
                </a:lnTo>
                <a:lnTo>
                  <a:pt x="1393386" y="133125"/>
                </a:lnTo>
                <a:lnTo>
                  <a:pt x="1403318" y="231568"/>
                </a:lnTo>
                <a:lnTo>
                  <a:pt x="1413249" y="300399"/>
                </a:lnTo>
                <a:lnTo>
                  <a:pt x="1423180" y="289535"/>
                </a:lnTo>
                <a:lnTo>
                  <a:pt x="1433112" y="204008"/>
                </a:lnTo>
                <a:lnTo>
                  <a:pt x="1443043" y="105264"/>
                </a:lnTo>
                <a:lnTo>
                  <a:pt x="1452974" y="65766"/>
                </a:lnTo>
                <a:lnTo>
                  <a:pt x="1462906" y="113129"/>
                </a:lnTo>
                <a:lnTo>
                  <a:pt x="1472837" y="212111"/>
                </a:lnTo>
                <a:lnTo>
                  <a:pt x="1482768" y="292547"/>
                </a:lnTo>
                <a:lnTo>
                  <a:pt x="1492700" y="297587"/>
                </a:lnTo>
                <a:lnTo>
                  <a:pt x="1502631" y="223477"/>
                </a:lnTo>
                <a:lnTo>
                  <a:pt x="1512563" y="124291"/>
                </a:lnTo>
                <a:lnTo>
                  <a:pt x="1522494" y="71727"/>
                </a:lnTo>
                <a:lnTo>
                  <a:pt x="1532425" y="100971"/>
                </a:lnTo>
                <a:lnTo>
                  <a:pt x="1542357" y="188615"/>
                </a:lnTo>
                <a:lnTo>
                  <a:pt x="1552288" y="272842"/>
                </a:lnTo>
                <a:lnTo>
                  <a:pt x="1562219" y="294448"/>
                </a:lnTo>
                <a:lnTo>
                  <a:pt x="1572151" y="237255"/>
                </a:lnTo>
                <a:lnTo>
                  <a:pt x="1582082" y="143838"/>
                </a:lnTo>
                <a:lnTo>
                  <a:pt x="1592013" y="84986"/>
                </a:lnTo>
                <a:lnTo>
                  <a:pt x="1601945" y="102515"/>
                </a:lnTo>
                <a:lnTo>
                  <a:pt x="1611876" y="178935"/>
                </a:lnTo>
                <a:lnTo>
                  <a:pt x="1621807" y="256413"/>
                </a:lnTo>
                <a:lnTo>
                  <a:pt x="1631739" y="279390"/>
                </a:lnTo>
                <a:lnTo>
                  <a:pt x="1641670" y="231445"/>
                </a:lnTo>
                <a:lnTo>
                  <a:pt x="1651601" y="148579"/>
                </a:lnTo>
                <a:lnTo>
                  <a:pt x="1661533" y="93960"/>
                </a:lnTo>
                <a:lnTo>
                  <a:pt x="1671464" y="107241"/>
                </a:lnTo>
                <a:lnTo>
                  <a:pt x="1681395" y="175546"/>
                </a:lnTo>
                <a:lnTo>
                  <a:pt x="1691327" y="249457"/>
                </a:lnTo>
                <a:lnTo>
                  <a:pt x="1701258" y="278058"/>
                </a:lnTo>
                <a:lnTo>
                  <a:pt x="1711190" y="238186"/>
                </a:lnTo>
                <a:lnTo>
                  <a:pt x="1721121" y="154153"/>
                </a:lnTo>
                <a:lnTo>
                  <a:pt x="1731052" y="90167"/>
                </a:lnTo>
                <a:lnTo>
                  <a:pt x="1740984" y="100390"/>
                </a:lnTo>
                <a:lnTo>
                  <a:pt x="1750915" y="177104"/>
                </a:lnTo>
                <a:lnTo>
                  <a:pt x="1760846" y="256726"/>
                </a:lnTo>
                <a:lnTo>
                  <a:pt x="1770778" y="277320"/>
                </a:lnTo>
                <a:lnTo>
                  <a:pt x="1780709" y="226425"/>
                </a:lnTo>
                <a:lnTo>
                  <a:pt x="1790640" y="143960"/>
                </a:lnTo>
                <a:lnTo>
                  <a:pt x="1800572" y="90825"/>
                </a:lnTo>
                <a:lnTo>
                  <a:pt x="1810503" y="106486"/>
                </a:lnTo>
                <a:lnTo>
                  <a:pt x="1820434" y="180316"/>
                </a:lnTo>
                <a:lnTo>
                  <a:pt x="1830366" y="258605"/>
                </a:lnTo>
                <a:lnTo>
                  <a:pt x="1840297" y="283894"/>
                </a:lnTo>
                <a:lnTo>
                  <a:pt x="1850228" y="236805"/>
                </a:lnTo>
                <a:lnTo>
                  <a:pt x="1860160" y="151072"/>
                </a:lnTo>
                <a:lnTo>
                  <a:pt x="1870091" y="90337"/>
                </a:lnTo>
                <a:lnTo>
                  <a:pt x="1880023" y="100025"/>
                </a:lnTo>
                <a:lnTo>
                  <a:pt x="1889954" y="172350"/>
                </a:lnTo>
                <a:lnTo>
                  <a:pt x="1899885" y="254712"/>
                </a:lnTo>
                <a:lnTo>
                  <a:pt x="1909817" y="289068"/>
                </a:lnTo>
                <a:lnTo>
                  <a:pt x="1919748" y="249051"/>
                </a:lnTo>
                <a:lnTo>
                  <a:pt x="1929679" y="158634"/>
                </a:lnTo>
                <a:lnTo>
                  <a:pt x="1939611" y="82839"/>
                </a:lnTo>
                <a:lnTo>
                  <a:pt x="1949542" y="81774"/>
                </a:lnTo>
                <a:lnTo>
                  <a:pt x="1959473" y="157686"/>
                </a:lnTo>
                <a:lnTo>
                  <a:pt x="1969405" y="252094"/>
                </a:lnTo>
                <a:lnTo>
                  <a:pt x="1979336" y="297611"/>
                </a:lnTo>
                <a:lnTo>
                  <a:pt x="1989267" y="266547"/>
                </a:lnTo>
                <a:lnTo>
                  <a:pt x="1999199" y="180644"/>
                </a:lnTo>
                <a:lnTo>
                  <a:pt x="2009130" y="95968"/>
                </a:lnTo>
                <a:lnTo>
                  <a:pt x="2019061" y="72481"/>
                </a:lnTo>
                <a:lnTo>
                  <a:pt x="2028993" y="130558"/>
                </a:lnTo>
                <a:lnTo>
                  <a:pt x="2038924" y="228976"/>
                </a:lnTo>
                <a:lnTo>
                  <a:pt x="2048855" y="296070"/>
                </a:lnTo>
                <a:lnTo>
                  <a:pt x="2058787" y="285681"/>
                </a:lnTo>
                <a:lnTo>
                  <a:pt x="2068718" y="206818"/>
                </a:lnTo>
                <a:lnTo>
                  <a:pt x="2078650" y="114534"/>
                </a:lnTo>
                <a:lnTo>
                  <a:pt x="2088581" y="74109"/>
                </a:lnTo>
                <a:lnTo>
                  <a:pt x="2098512" y="113818"/>
                </a:lnTo>
                <a:lnTo>
                  <a:pt x="2108444" y="201399"/>
                </a:lnTo>
                <a:lnTo>
                  <a:pt x="2118375" y="272660"/>
                </a:lnTo>
                <a:lnTo>
                  <a:pt x="2128306" y="282774"/>
                </a:lnTo>
                <a:lnTo>
                  <a:pt x="2138238" y="229713"/>
                </a:lnTo>
                <a:lnTo>
                  <a:pt x="2148169" y="147660"/>
                </a:lnTo>
                <a:lnTo>
                  <a:pt x="2158100" y="90482"/>
                </a:lnTo>
                <a:lnTo>
                  <a:pt x="2168032" y="100125"/>
                </a:lnTo>
                <a:lnTo>
                  <a:pt x="2177963" y="169762"/>
                </a:lnTo>
                <a:lnTo>
                  <a:pt x="2187894" y="246701"/>
                </a:lnTo>
                <a:lnTo>
                  <a:pt x="2197826" y="279407"/>
                </a:lnTo>
                <a:lnTo>
                  <a:pt x="2207757" y="252351"/>
                </a:lnTo>
                <a:lnTo>
                  <a:pt x="2217688" y="183818"/>
                </a:lnTo>
                <a:lnTo>
                  <a:pt x="2227620" y="115799"/>
                </a:lnTo>
                <a:lnTo>
                  <a:pt x="2237551" y="98410"/>
                </a:lnTo>
                <a:lnTo>
                  <a:pt x="2247482" y="149358"/>
                </a:lnTo>
                <a:lnTo>
                  <a:pt x="2257414" y="226959"/>
                </a:lnTo>
                <a:lnTo>
                  <a:pt x="2267345" y="268450"/>
                </a:lnTo>
                <a:lnTo>
                  <a:pt x="2277277" y="251476"/>
                </a:lnTo>
                <a:lnTo>
                  <a:pt x="2287208" y="199585"/>
                </a:lnTo>
                <a:lnTo>
                  <a:pt x="2297139" y="145440"/>
                </a:lnTo>
                <a:lnTo>
                  <a:pt x="2307071" y="115578"/>
                </a:lnTo>
                <a:lnTo>
                  <a:pt x="2317002" y="130855"/>
                </a:lnTo>
                <a:lnTo>
                  <a:pt x="2326933" y="186316"/>
                </a:lnTo>
                <a:lnTo>
                  <a:pt x="2336865" y="240069"/>
                </a:lnTo>
                <a:lnTo>
                  <a:pt x="2346796" y="249673"/>
                </a:lnTo>
                <a:lnTo>
                  <a:pt x="2356727" y="213833"/>
                </a:lnTo>
                <a:lnTo>
                  <a:pt x="2366659" y="164176"/>
                </a:lnTo>
                <a:lnTo>
                  <a:pt x="2376590" y="131270"/>
                </a:lnTo>
                <a:lnTo>
                  <a:pt x="2386521" y="131325"/>
                </a:lnTo>
                <a:lnTo>
                  <a:pt x="2396453" y="165020"/>
                </a:lnTo>
                <a:lnTo>
                  <a:pt x="2406384" y="211170"/>
                </a:lnTo>
                <a:lnTo>
                  <a:pt x="2416315" y="236134"/>
                </a:lnTo>
                <a:lnTo>
                  <a:pt x="2426247" y="223579"/>
                </a:lnTo>
                <a:lnTo>
                  <a:pt x="2436178" y="186923"/>
                </a:lnTo>
                <a:lnTo>
                  <a:pt x="2446109" y="151636"/>
                </a:lnTo>
                <a:lnTo>
                  <a:pt x="2456041" y="138573"/>
                </a:lnTo>
                <a:lnTo>
                  <a:pt x="2465972" y="158550"/>
                </a:lnTo>
                <a:lnTo>
                  <a:pt x="2475904" y="201395"/>
                </a:lnTo>
                <a:lnTo>
                  <a:pt x="2485835" y="233517"/>
                </a:lnTo>
                <a:lnTo>
                  <a:pt x="2495766" y="227698"/>
                </a:lnTo>
                <a:lnTo>
                  <a:pt x="2505698" y="193204"/>
                </a:lnTo>
                <a:lnTo>
                  <a:pt x="2515629" y="161454"/>
                </a:lnTo>
                <a:lnTo>
                  <a:pt x="2525560" y="151639"/>
                </a:lnTo>
                <a:lnTo>
                  <a:pt x="2535492" y="164784"/>
                </a:lnTo>
                <a:lnTo>
                  <a:pt x="2545423" y="194313"/>
                </a:lnTo>
                <a:lnTo>
                  <a:pt x="2555354" y="222911"/>
                </a:lnTo>
                <a:lnTo>
                  <a:pt x="2565286" y="225623"/>
                </a:lnTo>
                <a:lnTo>
                  <a:pt x="2575217" y="196161"/>
                </a:lnTo>
                <a:lnTo>
                  <a:pt x="2585148" y="158159"/>
                </a:lnTo>
                <a:lnTo>
                  <a:pt x="2595080" y="139322"/>
                </a:lnTo>
                <a:lnTo>
                  <a:pt x="2605011" y="148762"/>
                </a:lnTo>
                <a:lnTo>
                  <a:pt x="2614942" y="181381"/>
                </a:lnTo>
                <a:lnTo>
                  <a:pt x="2624874" y="220936"/>
                </a:lnTo>
                <a:lnTo>
                  <a:pt x="2634805" y="237666"/>
                </a:lnTo>
                <a:lnTo>
                  <a:pt x="2644736" y="210986"/>
                </a:lnTo>
                <a:lnTo>
                  <a:pt x="2654668" y="159479"/>
                </a:lnTo>
                <a:lnTo>
                  <a:pt x="2664599" y="126863"/>
                </a:lnTo>
                <a:lnTo>
                  <a:pt x="2674531" y="137752"/>
                </a:lnTo>
                <a:lnTo>
                  <a:pt x="2684462" y="181957"/>
                </a:lnTo>
                <a:lnTo>
                  <a:pt x="2694393" y="231234"/>
                </a:lnTo>
                <a:lnTo>
                  <a:pt x="2704325" y="253910"/>
                </a:lnTo>
                <a:lnTo>
                  <a:pt x="2714256" y="228834"/>
                </a:lnTo>
                <a:lnTo>
                  <a:pt x="2724187" y="167497"/>
                </a:lnTo>
                <a:lnTo>
                  <a:pt x="2734119" y="114259"/>
                </a:lnTo>
                <a:lnTo>
                  <a:pt x="2744050" y="110308"/>
                </a:lnTo>
                <a:lnTo>
                  <a:pt x="2753981" y="160515"/>
                </a:lnTo>
                <a:lnTo>
                  <a:pt x="2763913" y="233019"/>
                </a:lnTo>
                <a:lnTo>
                  <a:pt x="2773844" y="278873"/>
                </a:lnTo>
                <a:lnTo>
                  <a:pt x="2783775" y="260986"/>
                </a:lnTo>
                <a:lnTo>
                  <a:pt x="2793707" y="186042"/>
                </a:lnTo>
                <a:lnTo>
                  <a:pt x="2803638" y="107155"/>
                </a:lnTo>
                <a:lnTo>
                  <a:pt x="2813569" y="81399"/>
                </a:lnTo>
                <a:lnTo>
                  <a:pt x="2823501" y="125415"/>
                </a:lnTo>
                <a:lnTo>
                  <a:pt x="2833432" y="210448"/>
                </a:lnTo>
                <a:lnTo>
                  <a:pt x="2843363" y="283202"/>
                </a:lnTo>
                <a:lnTo>
                  <a:pt x="2853295" y="292611"/>
                </a:lnTo>
                <a:lnTo>
                  <a:pt x="2863226" y="224819"/>
                </a:lnTo>
                <a:lnTo>
                  <a:pt x="2873158" y="124203"/>
                </a:lnTo>
                <a:lnTo>
                  <a:pt x="2883089" y="64023"/>
                </a:lnTo>
                <a:lnTo>
                  <a:pt x="2893020" y="87312"/>
                </a:lnTo>
                <a:lnTo>
                  <a:pt x="2902952" y="177594"/>
                </a:lnTo>
                <a:lnTo>
                  <a:pt x="2912883" y="275478"/>
                </a:lnTo>
                <a:lnTo>
                  <a:pt x="2922814" y="315553"/>
                </a:lnTo>
                <a:lnTo>
                  <a:pt x="2932746" y="267076"/>
                </a:lnTo>
                <a:lnTo>
                  <a:pt x="2942677" y="160694"/>
                </a:lnTo>
                <a:lnTo>
                  <a:pt x="2952608" y="70990"/>
                </a:lnTo>
                <a:lnTo>
                  <a:pt x="2962540" y="60444"/>
                </a:lnTo>
                <a:lnTo>
                  <a:pt x="2972471" y="135201"/>
                </a:lnTo>
                <a:lnTo>
                  <a:pt x="2982402" y="244699"/>
                </a:lnTo>
                <a:lnTo>
                  <a:pt x="2992334" y="315255"/>
                </a:lnTo>
                <a:lnTo>
                  <a:pt x="3002265" y="297951"/>
                </a:lnTo>
                <a:lnTo>
                  <a:pt x="3012196" y="205011"/>
                </a:lnTo>
                <a:lnTo>
                  <a:pt x="3022128" y="101333"/>
                </a:lnTo>
                <a:lnTo>
                  <a:pt x="3032059" y="54427"/>
                </a:lnTo>
                <a:lnTo>
                  <a:pt x="3041990" y="90863"/>
                </a:lnTo>
                <a:lnTo>
                  <a:pt x="3051922" y="187672"/>
                </a:lnTo>
                <a:lnTo>
                  <a:pt x="3061853" y="285637"/>
                </a:lnTo>
                <a:lnTo>
                  <a:pt x="3071785" y="318477"/>
                </a:lnTo>
                <a:lnTo>
                  <a:pt x="3081716" y="259471"/>
                </a:lnTo>
                <a:lnTo>
                  <a:pt x="3091647" y="150235"/>
                </a:lnTo>
                <a:lnTo>
                  <a:pt x="3101579" y="70632"/>
                </a:lnTo>
                <a:lnTo>
                  <a:pt x="3111510" y="73508"/>
                </a:lnTo>
                <a:lnTo>
                  <a:pt x="3121441" y="148761"/>
                </a:lnTo>
                <a:lnTo>
                  <a:pt x="3131373" y="240704"/>
                </a:lnTo>
                <a:lnTo>
                  <a:pt x="3141304" y="290618"/>
                </a:lnTo>
                <a:lnTo>
                  <a:pt x="3151235" y="271400"/>
                </a:lnTo>
                <a:lnTo>
                  <a:pt x="3161167" y="199270"/>
                </a:lnTo>
                <a:lnTo>
                  <a:pt x="3171098" y="121489"/>
                </a:lnTo>
                <a:lnTo>
                  <a:pt x="3181029" y="88293"/>
                </a:lnTo>
                <a:lnTo>
                  <a:pt x="3190961" y="121372"/>
                </a:lnTo>
                <a:lnTo>
                  <a:pt x="3200892" y="196067"/>
                </a:lnTo>
                <a:lnTo>
                  <a:pt x="3210823" y="257391"/>
                </a:lnTo>
                <a:lnTo>
                  <a:pt x="3220755" y="264819"/>
                </a:lnTo>
                <a:lnTo>
                  <a:pt x="3230686" y="222778"/>
                </a:lnTo>
                <a:lnTo>
                  <a:pt x="3240617" y="166501"/>
                </a:lnTo>
                <a:lnTo>
                  <a:pt x="3250549" y="128877"/>
                </a:lnTo>
                <a:lnTo>
                  <a:pt x="3260480" y="125765"/>
                </a:lnTo>
                <a:lnTo>
                  <a:pt x="3270412" y="156245"/>
                </a:lnTo>
                <a:lnTo>
                  <a:pt x="3280343" y="201935"/>
                </a:lnTo>
                <a:lnTo>
                  <a:pt x="3290274" y="234149"/>
                </a:lnTo>
                <a:lnTo>
                  <a:pt x="3300206" y="234284"/>
                </a:lnTo>
                <a:lnTo>
                  <a:pt x="3310137" y="206860"/>
                </a:lnTo>
                <a:lnTo>
                  <a:pt x="3320068" y="171705"/>
                </a:lnTo>
                <a:lnTo>
                  <a:pt x="3330000" y="148189"/>
                </a:lnTo>
                <a:lnTo>
                  <a:pt x="3339931" y="145732"/>
                </a:lnTo>
                <a:lnTo>
                  <a:pt x="3349862" y="162145"/>
                </a:lnTo>
                <a:lnTo>
                  <a:pt x="3359794" y="187654"/>
                </a:lnTo>
                <a:lnTo>
                  <a:pt x="3369725" y="210564"/>
                </a:lnTo>
                <a:lnTo>
                  <a:pt x="3379656" y="220596"/>
                </a:lnTo>
                <a:lnTo>
                  <a:pt x="3389588" y="212547"/>
                </a:lnTo>
                <a:lnTo>
                  <a:pt x="3399519" y="190367"/>
                </a:lnTo>
                <a:lnTo>
                  <a:pt x="3409450" y="164514"/>
                </a:lnTo>
                <a:lnTo>
                  <a:pt x="3419382" y="145631"/>
                </a:lnTo>
                <a:lnTo>
                  <a:pt x="3429313" y="144391"/>
                </a:lnTo>
                <a:lnTo>
                  <a:pt x="3439245" y="168829"/>
                </a:lnTo>
                <a:lnTo>
                  <a:pt x="3449176" y="209931"/>
                </a:lnTo>
                <a:lnTo>
                  <a:pt x="3459107" y="238516"/>
                </a:lnTo>
                <a:lnTo>
                  <a:pt x="3469039" y="231155"/>
                </a:lnTo>
                <a:lnTo>
                  <a:pt x="3478970" y="193276"/>
                </a:lnTo>
                <a:lnTo>
                  <a:pt x="3488901" y="149271"/>
                </a:lnTo>
                <a:lnTo>
                  <a:pt x="3498833" y="123043"/>
                </a:lnTo>
                <a:lnTo>
                  <a:pt x="3508764" y="132460"/>
                </a:lnTo>
                <a:lnTo>
                  <a:pt x="3518695" y="179659"/>
                </a:lnTo>
                <a:lnTo>
                  <a:pt x="3528627" y="236448"/>
                </a:lnTo>
                <a:lnTo>
                  <a:pt x="3538558" y="259785"/>
                </a:lnTo>
                <a:lnTo>
                  <a:pt x="3548489" y="231865"/>
                </a:lnTo>
                <a:lnTo>
                  <a:pt x="3558421" y="173515"/>
                </a:lnTo>
                <a:lnTo>
                  <a:pt x="3568352" y="121720"/>
                </a:lnTo>
                <a:lnTo>
                  <a:pt x="3578283" y="107840"/>
                </a:lnTo>
                <a:lnTo>
                  <a:pt x="3588215" y="144474"/>
                </a:lnTo>
                <a:lnTo>
                  <a:pt x="3598146" y="210987"/>
                </a:lnTo>
                <a:lnTo>
                  <a:pt x="3608077" y="259848"/>
                </a:lnTo>
                <a:lnTo>
                  <a:pt x="3618009" y="255313"/>
                </a:lnTo>
                <a:lnTo>
                  <a:pt x="3627940" y="202961"/>
                </a:lnTo>
                <a:lnTo>
                  <a:pt x="3637872" y="139582"/>
                </a:lnTo>
                <a:lnTo>
                  <a:pt x="3647803" y="106408"/>
                </a:lnTo>
                <a:lnTo>
                  <a:pt x="3657734" y="126969"/>
                </a:lnTo>
                <a:lnTo>
                  <a:pt x="3667666" y="188804"/>
                </a:lnTo>
                <a:lnTo>
                  <a:pt x="3677597" y="246589"/>
                </a:lnTo>
                <a:lnTo>
                  <a:pt x="3687528" y="259326"/>
                </a:lnTo>
                <a:lnTo>
                  <a:pt x="3697460" y="223391"/>
                </a:lnTo>
                <a:lnTo>
                  <a:pt x="3707391" y="166113"/>
                </a:lnTo>
                <a:lnTo>
                  <a:pt x="3717322" y="122671"/>
                </a:lnTo>
                <a:lnTo>
                  <a:pt x="3727254" y="121280"/>
                </a:lnTo>
                <a:lnTo>
                  <a:pt x="3737185" y="165233"/>
                </a:lnTo>
                <a:lnTo>
                  <a:pt x="3747116" y="221141"/>
                </a:lnTo>
                <a:lnTo>
                  <a:pt x="3757048" y="245284"/>
                </a:lnTo>
                <a:lnTo>
                  <a:pt x="3766979" y="225380"/>
                </a:lnTo>
                <a:lnTo>
                  <a:pt x="3776910" y="183036"/>
                </a:lnTo>
                <a:lnTo>
                  <a:pt x="3786842" y="145681"/>
                </a:lnTo>
                <a:lnTo>
                  <a:pt x="3796773" y="133750"/>
                </a:lnTo>
                <a:lnTo>
                  <a:pt x="3806704" y="157689"/>
                </a:lnTo>
                <a:lnTo>
                  <a:pt x="3816636" y="203575"/>
                </a:lnTo>
                <a:lnTo>
                  <a:pt x="3826567" y="234776"/>
                </a:lnTo>
                <a:lnTo>
                  <a:pt x="3836499" y="226593"/>
                </a:lnTo>
                <a:lnTo>
                  <a:pt x="3846430" y="189550"/>
                </a:lnTo>
                <a:lnTo>
                  <a:pt x="3856361" y="152589"/>
                </a:lnTo>
                <a:lnTo>
                  <a:pt x="3866293" y="139159"/>
                </a:lnTo>
                <a:lnTo>
                  <a:pt x="3876224" y="158941"/>
                </a:lnTo>
                <a:lnTo>
                  <a:pt x="3886155" y="200482"/>
                </a:lnTo>
                <a:lnTo>
                  <a:pt x="3896087" y="230920"/>
                </a:lnTo>
                <a:lnTo>
                  <a:pt x="3906018" y="223068"/>
                </a:lnTo>
                <a:lnTo>
                  <a:pt x="3915949" y="184515"/>
                </a:lnTo>
                <a:lnTo>
                  <a:pt x="3925881" y="149083"/>
                </a:lnTo>
                <a:lnTo>
                  <a:pt x="3935812" y="144209"/>
                </a:lnTo>
                <a:lnTo>
                  <a:pt x="3945743" y="171959"/>
                </a:lnTo>
                <a:lnTo>
                  <a:pt x="3955675" y="210378"/>
                </a:lnTo>
                <a:lnTo>
                  <a:pt x="3965606" y="228368"/>
                </a:lnTo>
                <a:lnTo>
                  <a:pt x="3975537" y="211137"/>
                </a:lnTo>
                <a:lnTo>
                  <a:pt x="3985469" y="174416"/>
                </a:lnTo>
                <a:lnTo>
                  <a:pt x="3995400" y="147248"/>
                </a:lnTo>
                <a:lnTo>
                  <a:pt x="4005331" y="146214"/>
                </a:lnTo>
                <a:lnTo>
                  <a:pt x="4015263" y="170896"/>
                </a:lnTo>
                <a:lnTo>
                  <a:pt x="4025194" y="208534"/>
                </a:lnTo>
                <a:lnTo>
                  <a:pt x="4035126" y="233838"/>
                </a:lnTo>
                <a:lnTo>
                  <a:pt x="4045057" y="222997"/>
                </a:lnTo>
                <a:lnTo>
                  <a:pt x="4054988" y="180825"/>
                </a:lnTo>
                <a:lnTo>
                  <a:pt x="4064920" y="141044"/>
                </a:lnTo>
                <a:lnTo>
                  <a:pt x="4074851" y="133177"/>
                </a:lnTo>
                <a:lnTo>
                  <a:pt x="4084782" y="159937"/>
                </a:lnTo>
                <a:lnTo>
                  <a:pt x="4094714" y="203465"/>
                </a:lnTo>
                <a:lnTo>
                  <a:pt x="4104645" y="237193"/>
                </a:lnTo>
                <a:lnTo>
                  <a:pt x="4114576" y="237106"/>
                </a:lnTo>
                <a:lnTo>
                  <a:pt x="4124508" y="200604"/>
                </a:lnTo>
                <a:lnTo>
                  <a:pt x="4134439" y="153401"/>
                </a:lnTo>
                <a:lnTo>
                  <a:pt x="4144370" y="127922"/>
                </a:lnTo>
                <a:lnTo>
                  <a:pt x="4154302" y="139067"/>
                </a:lnTo>
                <a:lnTo>
                  <a:pt x="4164233" y="180563"/>
                </a:lnTo>
                <a:lnTo>
                  <a:pt x="4174164" y="228731"/>
                </a:lnTo>
                <a:lnTo>
                  <a:pt x="4184096" y="249353"/>
                </a:lnTo>
                <a:lnTo>
                  <a:pt x="4194027" y="222723"/>
                </a:lnTo>
                <a:lnTo>
                  <a:pt x="4203958" y="167953"/>
                </a:lnTo>
                <a:lnTo>
                  <a:pt x="4213890" y="128027"/>
                </a:lnTo>
                <a:lnTo>
                  <a:pt x="4223821" y="129875"/>
                </a:lnTo>
                <a:lnTo>
                  <a:pt x="4233753" y="167879"/>
                </a:lnTo>
                <a:lnTo>
                  <a:pt x="4243684" y="216326"/>
                </a:lnTo>
                <a:lnTo>
                  <a:pt x="4253615" y="244942"/>
                </a:lnTo>
                <a:lnTo>
                  <a:pt x="4263547" y="234445"/>
                </a:lnTo>
                <a:lnTo>
                  <a:pt x="4273478" y="192527"/>
                </a:lnTo>
                <a:lnTo>
                  <a:pt x="4283409" y="149129"/>
                </a:lnTo>
                <a:lnTo>
                  <a:pt x="4293341" y="130564"/>
                </a:lnTo>
                <a:lnTo>
                  <a:pt x="4303272" y="144335"/>
                </a:lnTo>
                <a:lnTo>
                  <a:pt x="4313203" y="182632"/>
                </a:lnTo>
                <a:lnTo>
                  <a:pt x="4323135" y="224622"/>
                </a:lnTo>
                <a:lnTo>
                  <a:pt x="4333066" y="241886"/>
                </a:lnTo>
                <a:lnTo>
                  <a:pt x="4342997" y="220797"/>
                </a:lnTo>
                <a:lnTo>
                  <a:pt x="4352929" y="177422"/>
                </a:lnTo>
                <a:lnTo>
                  <a:pt x="4362860" y="140530"/>
                </a:lnTo>
                <a:lnTo>
                  <a:pt x="4372791" y="128543"/>
                </a:lnTo>
                <a:lnTo>
                  <a:pt x="4382723" y="147455"/>
                </a:lnTo>
                <a:lnTo>
                  <a:pt x="4392654" y="191519"/>
                </a:lnTo>
                <a:lnTo>
                  <a:pt x="4402585" y="235535"/>
                </a:lnTo>
                <a:lnTo>
                  <a:pt x="4412517" y="245668"/>
                </a:lnTo>
                <a:lnTo>
                  <a:pt x="4422448" y="212010"/>
                </a:lnTo>
                <a:lnTo>
                  <a:pt x="4432380" y="160959"/>
                </a:lnTo>
                <a:lnTo>
                  <a:pt x="4442311" y="129837"/>
                </a:lnTo>
                <a:lnTo>
                  <a:pt x="4452242" y="136754"/>
                </a:lnTo>
                <a:lnTo>
                  <a:pt x="4462174" y="173367"/>
                </a:lnTo>
                <a:lnTo>
                  <a:pt x="4472105" y="215156"/>
                </a:lnTo>
                <a:lnTo>
                  <a:pt x="4482036" y="237001"/>
                </a:lnTo>
                <a:lnTo>
                  <a:pt x="4491968" y="226932"/>
                </a:lnTo>
                <a:lnTo>
                  <a:pt x="4501899" y="191503"/>
                </a:lnTo>
                <a:lnTo>
                  <a:pt x="4511830" y="152114"/>
                </a:lnTo>
                <a:lnTo>
                  <a:pt x="4521762" y="134541"/>
                </a:lnTo>
                <a:lnTo>
                  <a:pt x="4531693" y="151848"/>
                </a:lnTo>
                <a:lnTo>
                  <a:pt x="4541624" y="192000"/>
                </a:lnTo>
                <a:lnTo>
                  <a:pt x="4551556" y="227318"/>
                </a:lnTo>
                <a:lnTo>
                  <a:pt x="4561487" y="236750"/>
                </a:lnTo>
                <a:lnTo>
                  <a:pt x="4571418" y="215841"/>
                </a:lnTo>
                <a:lnTo>
                  <a:pt x="4581350" y="175325"/>
                </a:lnTo>
                <a:lnTo>
                  <a:pt x="4591281" y="140400"/>
                </a:lnTo>
                <a:lnTo>
                  <a:pt x="4601212" y="138221"/>
                </a:lnTo>
                <a:lnTo>
                  <a:pt x="4611144" y="171046"/>
                </a:lnTo>
                <a:lnTo>
                  <a:pt x="4621075" y="211278"/>
                </a:lnTo>
                <a:lnTo>
                  <a:pt x="4631007" y="231015"/>
                </a:lnTo>
                <a:lnTo>
                  <a:pt x="4640938" y="223296"/>
                </a:lnTo>
                <a:lnTo>
                  <a:pt x="4650869" y="194298"/>
                </a:lnTo>
                <a:lnTo>
                  <a:pt x="4660801" y="158036"/>
                </a:lnTo>
                <a:lnTo>
                  <a:pt x="4670732" y="139609"/>
                </a:lnTo>
                <a:lnTo>
                  <a:pt x="4680663" y="156790"/>
                </a:lnTo>
                <a:lnTo>
                  <a:pt x="4690595" y="195128"/>
                </a:lnTo>
                <a:lnTo>
                  <a:pt x="4700526" y="221806"/>
                </a:lnTo>
                <a:lnTo>
                  <a:pt x="4710457" y="220889"/>
                </a:lnTo>
                <a:lnTo>
                  <a:pt x="4720389" y="198712"/>
                </a:lnTo>
                <a:lnTo>
                  <a:pt x="4730320" y="168084"/>
                </a:lnTo>
                <a:lnTo>
                  <a:pt x="4740251" y="146441"/>
                </a:lnTo>
                <a:lnTo>
                  <a:pt x="4750183" y="153091"/>
                </a:lnTo>
                <a:lnTo>
                  <a:pt x="4760114" y="187068"/>
                </a:lnTo>
                <a:lnTo>
                  <a:pt x="4770045" y="219520"/>
                </a:lnTo>
                <a:lnTo>
                  <a:pt x="4779977" y="222726"/>
                </a:lnTo>
                <a:lnTo>
                  <a:pt x="4789908" y="197238"/>
                </a:lnTo>
                <a:lnTo>
                  <a:pt x="4799839" y="165269"/>
                </a:lnTo>
                <a:lnTo>
                  <a:pt x="4809771" y="149622"/>
                </a:lnTo>
                <a:lnTo>
                  <a:pt x="4819702" y="160676"/>
                </a:lnTo>
                <a:lnTo>
                  <a:pt x="4829634" y="190765"/>
                </a:lnTo>
                <a:lnTo>
                  <a:pt x="4839565" y="217898"/>
                </a:lnTo>
                <a:lnTo>
                  <a:pt x="4849496" y="221727"/>
                </a:lnTo>
                <a:lnTo>
                  <a:pt x="4859428" y="198816"/>
                </a:lnTo>
                <a:lnTo>
                  <a:pt x="4869359" y="165167"/>
                </a:lnTo>
                <a:lnTo>
                  <a:pt x="4879290" y="146494"/>
                </a:lnTo>
                <a:lnTo>
                  <a:pt x="4889222" y="158841"/>
                </a:lnTo>
                <a:lnTo>
                  <a:pt x="4899153" y="192023"/>
                </a:lnTo>
                <a:lnTo>
                  <a:pt x="4909084" y="218223"/>
                </a:lnTo>
                <a:lnTo>
                  <a:pt x="4919016" y="219676"/>
                </a:lnTo>
                <a:lnTo>
                  <a:pt x="4928947" y="200156"/>
                </a:lnTo>
                <a:lnTo>
                  <a:pt x="4938878" y="173355"/>
                </a:lnTo>
                <a:lnTo>
                  <a:pt x="4948810" y="154414"/>
                </a:lnTo>
                <a:lnTo>
                  <a:pt x="4958741" y="157541"/>
                </a:lnTo>
                <a:lnTo>
                  <a:pt x="4968672" y="183868"/>
                </a:lnTo>
                <a:lnTo>
                  <a:pt x="4978604" y="213723"/>
                </a:lnTo>
                <a:lnTo>
                  <a:pt x="4988535" y="223272"/>
                </a:lnTo>
                <a:lnTo>
                  <a:pt x="4998466" y="205429"/>
                </a:lnTo>
                <a:lnTo>
                  <a:pt x="5008398" y="171393"/>
                </a:lnTo>
                <a:lnTo>
                  <a:pt x="5018329" y="143263"/>
                </a:lnTo>
                <a:lnTo>
                  <a:pt x="5028261" y="144411"/>
                </a:lnTo>
                <a:lnTo>
                  <a:pt x="5038192" y="178736"/>
                </a:lnTo>
                <a:lnTo>
                  <a:pt x="5048123" y="218798"/>
                </a:lnTo>
                <a:lnTo>
                  <a:pt x="5058055" y="230729"/>
                </a:lnTo>
                <a:lnTo>
                  <a:pt x="5067986" y="208486"/>
                </a:lnTo>
                <a:lnTo>
                  <a:pt x="5077917" y="172390"/>
                </a:lnTo>
                <a:lnTo>
                  <a:pt x="5087849" y="145524"/>
                </a:lnTo>
                <a:lnTo>
                  <a:pt x="5097780" y="143656"/>
                </a:lnTo>
              </a:path>
            </a:pathLst>
          </a:custGeom>
          <a:solidFill>
            <a:srgbClr val="FFFFFF">
              <a:alpha val="0"/>
            </a:srgbClr>
          </a:solidFill>
          <a:ln w="13335" cap="rnd">
            <a:solidFill>
              <a:srgbClr val="007C83"/>
            </a:solidFill>
            <a:prstDash val="dash"/>
          </a:ln>
        </p:spPr>
      </p:sp>
      <p:sp>
        <p:nvSpPr>
          <p:cNvPr id="94" name="Text 92"/>
          <p:cNvSpPr/>
          <p:nvPr/>
        </p:nvSpPr>
        <p:spPr>
          <a:xfrm>
            <a:off x="6007608" y="5084064"/>
            <a:ext cx="347472" cy="192024"/>
          </a:xfrm>
          <a:prstGeom prst="rect">
            <a:avLst/>
          </a:prstGeom>
          <a:noFill/>
          <a:ln/>
        </p:spPr>
        <p:txBody>
          <a:bodyPr wrap="square" lIns="0" tIns="0" rIns="0" bIns="0" rtlCol="0" anchor="t"/>
          <a:lstStyle/>
          <a:p>
            <a:pPr algn="r" indent="0" marL="0">
              <a:lnSpc>
                <a:spcPct val="100000"/>
              </a:lnSpc>
              <a:buNone/>
            </a:pPr>
            <a:r>
              <a:rPr lang="ko-KR" altLang="en-US" sz="850" dirty="0">
                <a:solidFill>
                  <a:srgbClr val="647986"/>
                </a:solidFill>
                <a:latin typeface="Pretendard" pitchFamily="34" charset="0"/>
                <a:ea typeface="Pretendard" pitchFamily="34" charset="-122"/>
                <a:cs typeface="Pretendard" pitchFamily="34" charset="-120"/>
              </a:rPr>
              <a:t>-10.1</a:t>
            </a:r>
            <a:endParaRPr lang="ko-KR" sz="850" dirty="0"/>
          </a:p>
        </p:txBody>
      </p:sp>
      <p:sp>
        <p:nvSpPr>
          <p:cNvPr id="95" name="Text 93"/>
          <p:cNvSpPr/>
          <p:nvPr/>
        </p:nvSpPr>
        <p:spPr>
          <a:xfrm>
            <a:off x="6007608" y="4901184"/>
            <a:ext cx="347472" cy="192024"/>
          </a:xfrm>
          <a:prstGeom prst="rect">
            <a:avLst/>
          </a:prstGeom>
          <a:noFill/>
          <a:ln/>
        </p:spPr>
        <p:txBody>
          <a:bodyPr wrap="square" lIns="0" tIns="0" rIns="0" bIns="0" rtlCol="0" anchor="t"/>
          <a:lstStyle/>
          <a:p>
            <a:pPr algn="r" indent="0" marL="0">
              <a:lnSpc>
                <a:spcPct val="100000"/>
              </a:lnSpc>
              <a:buNone/>
            </a:pPr>
            <a:r>
              <a:rPr lang="ko-KR" altLang="en-US" sz="850" dirty="0">
                <a:solidFill>
                  <a:srgbClr val="647986"/>
                </a:solidFill>
                <a:latin typeface="Pretendard" pitchFamily="34" charset="0"/>
                <a:ea typeface="Pretendard" pitchFamily="34" charset="-122"/>
                <a:cs typeface="Pretendard" pitchFamily="34" charset="-120"/>
              </a:rPr>
              <a:t>0.0</a:t>
            </a:r>
            <a:endParaRPr lang="ko-KR" sz="850" dirty="0"/>
          </a:p>
        </p:txBody>
      </p:sp>
      <p:sp>
        <p:nvSpPr>
          <p:cNvPr id="96" name="Text 94"/>
          <p:cNvSpPr/>
          <p:nvPr/>
        </p:nvSpPr>
        <p:spPr>
          <a:xfrm>
            <a:off x="6007608" y="4718304"/>
            <a:ext cx="347472" cy="192024"/>
          </a:xfrm>
          <a:prstGeom prst="rect">
            <a:avLst/>
          </a:prstGeom>
          <a:noFill/>
          <a:ln/>
        </p:spPr>
        <p:txBody>
          <a:bodyPr wrap="square" lIns="0" tIns="0" rIns="0" bIns="0" rtlCol="0" anchor="t"/>
          <a:lstStyle/>
          <a:p>
            <a:pPr algn="r" indent="0" marL="0">
              <a:lnSpc>
                <a:spcPct val="100000"/>
              </a:lnSpc>
              <a:buNone/>
            </a:pPr>
            <a:r>
              <a:rPr lang="ko-KR" altLang="en-US" sz="850" dirty="0">
                <a:solidFill>
                  <a:srgbClr val="647986"/>
                </a:solidFill>
                <a:latin typeface="Pretendard" pitchFamily="34" charset="0"/>
                <a:ea typeface="Pretendard" pitchFamily="34" charset="-122"/>
                <a:cs typeface="Pretendard" pitchFamily="34" charset="-120"/>
              </a:rPr>
              <a:t>10.1</a:t>
            </a:r>
            <a:endParaRPr lang="ko-KR" sz="850" dirty="0"/>
          </a:p>
        </p:txBody>
      </p:sp>
      <p:sp>
        <p:nvSpPr>
          <p:cNvPr id="97" name="Shape 95"/>
          <p:cNvSpPr/>
          <p:nvPr/>
        </p:nvSpPr>
        <p:spPr>
          <a:xfrm>
            <a:off x="6428232" y="5266944"/>
            <a:ext cx="5074920" cy="164592"/>
          </a:xfrm>
          <a:prstGeom prst="rect">
            <a:avLst>
              <a:gd name="adj" fmla="val 55556"/>
            </a:avLst>
          </a:prstGeom>
          <a:solidFill>
            <a:srgbClr val="FFFFFF"/>
          </a:solidFill>
          <a:ln w="12700">
            <a:solidFill>
              <a:srgbClr val="DAE3E7"/>
            </a:solidFill>
            <a:prstDash val="solid"/>
          </a:ln>
        </p:spPr>
      </p:sp>
      <p:sp>
        <p:nvSpPr>
          <p:cNvPr id="98" name="Shape 96"/>
          <p:cNvSpPr/>
          <p:nvPr/>
        </p:nvSpPr>
        <p:spPr>
          <a:xfrm>
            <a:off x="6428232" y="5349240"/>
            <a:ext cx="5074920" cy="0"/>
          </a:xfrm>
          <a:prstGeom prst="line">
            <a:avLst/>
          </a:prstGeom>
          <a:noFill/>
          <a:ln w="8255">
            <a:solidFill>
              <a:srgbClr val="DAE3E7"/>
            </a:solidFill>
            <a:prstDash val="solid"/>
          </a:ln>
        </p:spPr>
      </p:sp>
      <p:sp>
        <p:nvSpPr>
          <p:cNvPr id="99" name="wave_17"/>
          <p:cNvSpPr/>
          <p:nvPr/>
        </p:nvSpPr>
        <p:spPr>
          <a:xfrm>
            <a:off x="6405372" y="5322204"/>
            <a:ext cx="5120640" cy="55879"/>
          </a:xfrm>
          <a:custGeom>
            <a:avLst/>
            <a:gdLst/>
            <a:ahLst/>
            <a:cxnLst/>
            <a:rect l="l" t="t" r="r" b="b"/>
            <a:pathLst>
              <a:path w="5120640" h="55879" fill="none" stroke="1" extrusionOk="0">
                <a:moveTo>
                  <a:pt x="22860" y="29360"/>
                </a:moveTo>
                <a:lnTo>
                  <a:pt x="32791" y="28604"/>
                </a:lnTo>
                <a:lnTo>
                  <a:pt x="42723" y="27922"/>
                </a:lnTo>
                <a:lnTo>
                  <a:pt x="52654" y="28324"/>
                </a:lnTo>
                <a:lnTo>
                  <a:pt x="62585" y="28891"/>
                </a:lnTo>
                <a:lnTo>
                  <a:pt x="72517" y="28473"/>
                </a:lnTo>
                <a:lnTo>
                  <a:pt x="82448" y="27180"/>
                </a:lnTo>
                <a:lnTo>
                  <a:pt x="92379" y="26262"/>
                </a:lnTo>
                <a:lnTo>
                  <a:pt x="102311" y="26929"/>
                </a:lnTo>
                <a:lnTo>
                  <a:pt x="112242" y="28933"/>
                </a:lnTo>
                <a:lnTo>
                  <a:pt x="122174" y="30328"/>
                </a:lnTo>
                <a:lnTo>
                  <a:pt x="132105" y="29313"/>
                </a:lnTo>
                <a:lnTo>
                  <a:pt x="142036" y="26521"/>
                </a:lnTo>
                <a:lnTo>
                  <a:pt x="151968" y="24781"/>
                </a:lnTo>
                <a:lnTo>
                  <a:pt x="161899" y="25963"/>
                </a:lnTo>
                <a:lnTo>
                  <a:pt x="171830" y="28693"/>
                </a:lnTo>
                <a:lnTo>
                  <a:pt x="181762" y="30264"/>
                </a:lnTo>
                <a:lnTo>
                  <a:pt x="191693" y="30031"/>
                </a:lnTo>
                <a:lnTo>
                  <a:pt x="201624" y="29136"/>
                </a:lnTo>
                <a:lnTo>
                  <a:pt x="211556" y="27808"/>
                </a:lnTo>
                <a:lnTo>
                  <a:pt x="221487" y="25687"/>
                </a:lnTo>
                <a:lnTo>
                  <a:pt x="231418" y="24161"/>
                </a:lnTo>
                <a:lnTo>
                  <a:pt x="241350" y="25020"/>
                </a:lnTo>
                <a:lnTo>
                  <a:pt x="251281" y="27230"/>
                </a:lnTo>
                <a:lnTo>
                  <a:pt x="261212" y="28356"/>
                </a:lnTo>
                <a:lnTo>
                  <a:pt x="271144" y="28254"/>
                </a:lnTo>
                <a:lnTo>
                  <a:pt x="281075" y="27922"/>
                </a:lnTo>
                <a:lnTo>
                  <a:pt x="291006" y="26590"/>
                </a:lnTo>
                <a:lnTo>
                  <a:pt x="300938" y="24060"/>
                </a:lnTo>
                <a:lnTo>
                  <a:pt x="310869" y="23458"/>
                </a:lnTo>
                <a:lnTo>
                  <a:pt x="320801" y="26859"/>
                </a:lnTo>
                <a:lnTo>
                  <a:pt x="330732" y="30739"/>
                </a:lnTo>
                <a:lnTo>
                  <a:pt x="340663" y="30646"/>
                </a:lnTo>
                <a:lnTo>
                  <a:pt x="350595" y="27705"/>
                </a:lnTo>
                <a:lnTo>
                  <a:pt x="360526" y="25889"/>
                </a:lnTo>
                <a:lnTo>
                  <a:pt x="370457" y="25847"/>
                </a:lnTo>
                <a:lnTo>
                  <a:pt x="380389" y="25913"/>
                </a:lnTo>
                <a:lnTo>
                  <a:pt x="390320" y="26122"/>
                </a:lnTo>
                <a:lnTo>
                  <a:pt x="400251" y="27137"/>
                </a:lnTo>
                <a:lnTo>
                  <a:pt x="410183" y="27872"/>
                </a:lnTo>
                <a:lnTo>
                  <a:pt x="420114" y="27335"/>
                </a:lnTo>
                <a:lnTo>
                  <a:pt x="430045" y="26419"/>
                </a:lnTo>
                <a:lnTo>
                  <a:pt x="439977" y="26133"/>
                </a:lnTo>
                <a:lnTo>
                  <a:pt x="449908" y="26401"/>
                </a:lnTo>
                <a:lnTo>
                  <a:pt x="459839" y="27071"/>
                </a:lnTo>
                <a:lnTo>
                  <a:pt x="469771" y="27825"/>
                </a:lnTo>
                <a:lnTo>
                  <a:pt x="479702" y="27850"/>
                </a:lnTo>
                <a:lnTo>
                  <a:pt x="489633" y="27495"/>
                </a:lnTo>
                <a:lnTo>
                  <a:pt x="499565" y="28126"/>
                </a:lnTo>
                <a:lnTo>
                  <a:pt x="509496" y="28935"/>
                </a:lnTo>
                <a:lnTo>
                  <a:pt x="519428" y="27574"/>
                </a:lnTo>
                <a:lnTo>
                  <a:pt x="529359" y="25055"/>
                </a:lnTo>
                <a:lnTo>
                  <a:pt x="539290" y="25083"/>
                </a:lnTo>
                <a:lnTo>
                  <a:pt x="549222" y="27668"/>
                </a:lnTo>
                <a:lnTo>
                  <a:pt x="559153" y="29092"/>
                </a:lnTo>
                <a:lnTo>
                  <a:pt x="569084" y="28518"/>
                </a:lnTo>
                <a:lnTo>
                  <a:pt x="579016" y="28401"/>
                </a:lnTo>
                <a:lnTo>
                  <a:pt x="588947" y="28857"/>
                </a:lnTo>
                <a:lnTo>
                  <a:pt x="598878" y="28155"/>
                </a:lnTo>
                <a:lnTo>
                  <a:pt x="608810" y="27515"/>
                </a:lnTo>
                <a:lnTo>
                  <a:pt x="618741" y="28907"/>
                </a:lnTo>
                <a:lnTo>
                  <a:pt x="628672" y="30224"/>
                </a:lnTo>
                <a:lnTo>
                  <a:pt x="638604" y="28845"/>
                </a:lnTo>
                <a:lnTo>
                  <a:pt x="648535" y="26899"/>
                </a:lnTo>
                <a:lnTo>
                  <a:pt x="658466" y="27267"/>
                </a:lnTo>
                <a:lnTo>
                  <a:pt x="668398" y="28165"/>
                </a:lnTo>
                <a:lnTo>
                  <a:pt x="678329" y="26789"/>
                </a:lnTo>
                <a:lnTo>
                  <a:pt x="688260" y="24432"/>
                </a:lnTo>
                <a:lnTo>
                  <a:pt x="698192" y="23884"/>
                </a:lnTo>
                <a:lnTo>
                  <a:pt x="708123" y="25436"/>
                </a:lnTo>
                <a:lnTo>
                  <a:pt x="718055" y="27725"/>
                </a:lnTo>
                <a:lnTo>
                  <a:pt x="727986" y="29010"/>
                </a:lnTo>
                <a:lnTo>
                  <a:pt x="737917" y="27554"/>
                </a:lnTo>
                <a:lnTo>
                  <a:pt x="747849" y="24314"/>
                </a:lnTo>
                <a:lnTo>
                  <a:pt x="757780" y="23442"/>
                </a:lnTo>
                <a:lnTo>
                  <a:pt x="767711" y="26500"/>
                </a:lnTo>
                <a:lnTo>
                  <a:pt x="777643" y="29627"/>
                </a:lnTo>
                <a:lnTo>
                  <a:pt x="787574" y="29733"/>
                </a:lnTo>
                <a:lnTo>
                  <a:pt x="797505" y="28680"/>
                </a:lnTo>
                <a:lnTo>
                  <a:pt x="807437" y="28351"/>
                </a:lnTo>
                <a:lnTo>
                  <a:pt x="817368" y="27437"/>
                </a:lnTo>
                <a:lnTo>
                  <a:pt x="827299" y="25814"/>
                </a:lnTo>
                <a:lnTo>
                  <a:pt x="837231" y="26086"/>
                </a:lnTo>
                <a:lnTo>
                  <a:pt x="847162" y="28550"/>
                </a:lnTo>
                <a:lnTo>
                  <a:pt x="857093" y="30127"/>
                </a:lnTo>
                <a:lnTo>
                  <a:pt x="867025" y="29349"/>
                </a:lnTo>
                <a:lnTo>
                  <a:pt x="876956" y="27604"/>
                </a:lnTo>
                <a:lnTo>
                  <a:pt x="886887" y="25824"/>
                </a:lnTo>
                <a:lnTo>
                  <a:pt x="896819" y="24325"/>
                </a:lnTo>
                <a:lnTo>
                  <a:pt x="906750" y="24511"/>
                </a:lnTo>
                <a:lnTo>
                  <a:pt x="916682" y="26793"/>
                </a:lnTo>
                <a:lnTo>
                  <a:pt x="926613" y="28721"/>
                </a:lnTo>
                <a:lnTo>
                  <a:pt x="936544" y="28263"/>
                </a:lnTo>
                <a:lnTo>
                  <a:pt x="946476" y="26704"/>
                </a:lnTo>
                <a:lnTo>
                  <a:pt x="956407" y="26148"/>
                </a:lnTo>
                <a:lnTo>
                  <a:pt x="966338" y="26624"/>
                </a:lnTo>
                <a:lnTo>
                  <a:pt x="976270" y="27178"/>
                </a:lnTo>
                <a:lnTo>
                  <a:pt x="986201" y="27569"/>
                </a:lnTo>
                <a:lnTo>
                  <a:pt x="996132" y="27743"/>
                </a:lnTo>
                <a:lnTo>
                  <a:pt x="1006064" y="27313"/>
                </a:lnTo>
                <a:lnTo>
                  <a:pt x="1015995" y="26419"/>
                </a:lnTo>
                <a:lnTo>
                  <a:pt x="1025926" y="26148"/>
                </a:lnTo>
                <a:lnTo>
                  <a:pt x="1035858" y="27362"/>
                </a:lnTo>
                <a:lnTo>
                  <a:pt x="1045789" y="29123"/>
                </a:lnTo>
                <a:lnTo>
                  <a:pt x="1055720" y="29209"/>
                </a:lnTo>
                <a:lnTo>
                  <a:pt x="1065652" y="27116"/>
                </a:lnTo>
                <a:lnTo>
                  <a:pt x="1075583" y="25303"/>
                </a:lnTo>
                <a:lnTo>
                  <a:pt x="1085514" y="25762"/>
                </a:lnTo>
                <a:lnTo>
                  <a:pt x="1095446" y="27053"/>
                </a:lnTo>
                <a:lnTo>
                  <a:pt x="1105377" y="27127"/>
                </a:lnTo>
                <a:lnTo>
                  <a:pt x="1115309" y="26793"/>
                </a:lnTo>
                <a:lnTo>
                  <a:pt x="1125240" y="27402"/>
                </a:lnTo>
                <a:lnTo>
                  <a:pt x="1135171" y="27787"/>
                </a:lnTo>
                <a:lnTo>
                  <a:pt x="1145103" y="26763"/>
                </a:lnTo>
                <a:lnTo>
                  <a:pt x="1155034" y="25844"/>
                </a:lnTo>
                <a:lnTo>
                  <a:pt x="1164965" y="26471"/>
                </a:lnTo>
                <a:lnTo>
                  <a:pt x="1174897" y="27471"/>
                </a:lnTo>
                <a:lnTo>
                  <a:pt x="1184828" y="27742"/>
                </a:lnTo>
                <a:lnTo>
                  <a:pt x="1194759" y="28260"/>
                </a:lnTo>
                <a:lnTo>
                  <a:pt x="1204691" y="29326"/>
                </a:lnTo>
                <a:lnTo>
                  <a:pt x="1214622" y="29068"/>
                </a:lnTo>
                <a:lnTo>
                  <a:pt x="1224553" y="26644"/>
                </a:lnTo>
                <a:lnTo>
                  <a:pt x="1234485" y="24309"/>
                </a:lnTo>
                <a:lnTo>
                  <a:pt x="1244416" y="24537"/>
                </a:lnTo>
                <a:lnTo>
                  <a:pt x="1254347" y="26835"/>
                </a:lnTo>
                <a:lnTo>
                  <a:pt x="1264279" y="28783"/>
                </a:lnTo>
                <a:lnTo>
                  <a:pt x="1274210" y="29152"/>
                </a:lnTo>
                <a:lnTo>
                  <a:pt x="1284141" y="28532"/>
                </a:lnTo>
                <a:lnTo>
                  <a:pt x="1294073" y="27268"/>
                </a:lnTo>
                <a:lnTo>
                  <a:pt x="1304004" y="25007"/>
                </a:lnTo>
                <a:lnTo>
                  <a:pt x="1313936" y="23024"/>
                </a:lnTo>
                <a:lnTo>
                  <a:pt x="1323867" y="24056"/>
                </a:lnTo>
                <a:lnTo>
                  <a:pt x="1333798" y="27873"/>
                </a:lnTo>
                <a:lnTo>
                  <a:pt x="1343730" y="30261"/>
                </a:lnTo>
                <a:lnTo>
                  <a:pt x="1353661" y="28966"/>
                </a:lnTo>
                <a:lnTo>
                  <a:pt x="1363592" y="26770"/>
                </a:lnTo>
                <a:lnTo>
                  <a:pt x="1373524" y="26186"/>
                </a:lnTo>
                <a:lnTo>
                  <a:pt x="1383455" y="26023"/>
                </a:lnTo>
                <a:lnTo>
                  <a:pt x="1393386" y="25705"/>
                </a:lnTo>
                <a:lnTo>
                  <a:pt x="1403318" y="27113"/>
                </a:lnTo>
                <a:lnTo>
                  <a:pt x="1413249" y="29688"/>
                </a:lnTo>
                <a:lnTo>
                  <a:pt x="1423180" y="29940"/>
                </a:lnTo>
                <a:lnTo>
                  <a:pt x="1433112" y="27643"/>
                </a:lnTo>
                <a:lnTo>
                  <a:pt x="1443043" y="26424"/>
                </a:lnTo>
                <a:lnTo>
                  <a:pt x="1452974" y="27505"/>
                </a:lnTo>
                <a:lnTo>
                  <a:pt x="1462906" y="28787"/>
                </a:lnTo>
                <a:lnTo>
                  <a:pt x="1472837" y="29383"/>
                </a:lnTo>
                <a:lnTo>
                  <a:pt x="1482768" y="29625"/>
                </a:lnTo>
                <a:lnTo>
                  <a:pt x="1492700" y="28666"/>
                </a:lnTo>
                <a:lnTo>
                  <a:pt x="1502631" y="26749"/>
                </a:lnTo>
                <a:lnTo>
                  <a:pt x="1512563" y="26409"/>
                </a:lnTo>
                <a:lnTo>
                  <a:pt x="1522494" y="27810"/>
                </a:lnTo>
                <a:lnTo>
                  <a:pt x="1532425" y="27733"/>
                </a:lnTo>
                <a:lnTo>
                  <a:pt x="1542357" y="25766"/>
                </a:lnTo>
                <a:lnTo>
                  <a:pt x="1552288" y="25573"/>
                </a:lnTo>
                <a:lnTo>
                  <a:pt x="1562219" y="28126"/>
                </a:lnTo>
                <a:lnTo>
                  <a:pt x="1572151" y="29964"/>
                </a:lnTo>
                <a:lnTo>
                  <a:pt x="1582082" y="29331"/>
                </a:lnTo>
                <a:lnTo>
                  <a:pt x="1592013" y="28136"/>
                </a:lnTo>
                <a:lnTo>
                  <a:pt x="1601945" y="27496"/>
                </a:lnTo>
                <a:lnTo>
                  <a:pt x="1611876" y="26502"/>
                </a:lnTo>
                <a:lnTo>
                  <a:pt x="1621807" y="25130"/>
                </a:lnTo>
                <a:lnTo>
                  <a:pt x="1631739" y="24504"/>
                </a:lnTo>
                <a:lnTo>
                  <a:pt x="1641670" y="25123"/>
                </a:lnTo>
                <a:lnTo>
                  <a:pt x="1651601" y="26819"/>
                </a:lnTo>
                <a:lnTo>
                  <a:pt x="1661533" y="28639"/>
                </a:lnTo>
                <a:lnTo>
                  <a:pt x="1671464" y="28497"/>
                </a:lnTo>
                <a:lnTo>
                  <a:pt x="1681395" y="25907"/>
                </a:lnTo>
                <a:lnTo>
                  <a:pt x="1691327" y="24265"/>
                </a:lnTo>
                <a:lnTo>
                  <a:pt x="1701258" y="26534"/>
                </a:lnTo>
                <a:lnTo>
                  <a:pt x="1711190" y="29962"/>
                </a:lnTo>
                <a:lnTo>
                  <a:pt x="1721121" y="29605"/>
                </a:lnTo>
                <a:lnTo>
                  <a:pt x="1731052" y="25846"/>
                </a:lnTo>
                <a:lnTo>
                  <a:pt x="1740984" y="23711"/>
                </a:lnTo>
                <a:lnTo>
                  <a:pt x="1750915" y="25225"/>
                </a:lnTo>
                <a:lnTo>
                  <a:pt x="1760846" y="27010"/>
                </a:lnTo>
                <a:lnTo>
                  <a:pt x="1770778" y="26165"/>
                </a:lnTo>
                <a:lnTo>
                  <a:pt x="1780709" y="24626"/>
                </a:lnTo>
                <a:lnTo>
                  <a:pt x="1790640" y="25476"/>
                </a:lnTo>
                <a:lnTo>
                  <a:pt x="1800572" y="27701"/>
                </a:lnTo>
                <a:lnTo>
                  <a:pt x="1810503" y="28043"/>
                </a:lnTo>
                <a:lnTo>
                  <a:pt x="1820434" y="26552"/>
                </a:lnTo>
                <a:lnTo>
                  <a:pt x="1830366" y="26098"/>
                </a:lnTo>
                <a:lnTo>
                  <a:pt x="1840297" y="27169"/>
                </a:lnTo>
                <a:lnTo>
                  <a:pt x="1850228" y="27853"/>
                </a:lnTo>
                <a:lnTo>
                  <a:pt x="1860160" y="28213"/>
                </a:lnTo>
                <a:lnTo>
                  <a:pt x="1870091" y="29402"/>
                </a:lnTo>
                <a:lnTo>
                  <a:pt x="1880023" y="29609"/>
                </a:lnTo>
                <a:lnTo>
                  <a:pt x="1889954" y="26833"/>
                </a:lnTo>
                <a:lnTo>
                  <a:pt x="1899885" y="23961"/>
                </a:lnTo>
                <a:lnTo>
                  <a:pt x="1909817" y="24708"/>
                </a:lnTo>
                <a:lnTo>
                  <a:pt x="1919748" y="26995"/>
                </a:lnTo>
                <a:lnTo>
                  <a:pt x="1929679" y="27018"/>
                </a:lnTo>
                <a:lnTo>
                  <a:pt x="1939611" y="26337"/>
                </a:lnTo>
                <a:lnTo>
                  <a:pt x="1949542" y="27908"/>
                </a:lnTo>
                <a:lnTo>
                  <a:pt x="1959473" y="29389"/>
                </a:lnTo>
                <a:lnTo>
                  <a:pt x="1969405" y="27626"/>
                </a:lnTo>
                <a:lnTo>
                  <a:pt x="1979336" y="25246"/>
                </a:lnTo>
                <a:lnTo>
                  <a:pt x="1989267" y="26053"/>
                </a:lnTo>
                <a:lnTo>
                  <a:pt x="1999199" y="28470"/>
                </a:lnTo>
                <a:lnTo>
                  <a:pt x="2009130" y="29243"/>
                </a:lnTo>
                <a:lnTo>
                  <a:pt x="2019061" y="28823"/>
                </a:lnTo>
                <a:lnTo>
                  <a:pt x="2028993" y="28628"/>
                </a:lnTo>
                <a:lnTo>
                  <a:pt x="2038924" y="27900"/>
                </a:lnTo>
                <a:lnTo>
                  <a:pt x="2048855" y="26532"/>
                </a:lnTo>
                <a:lnTo>
                  <a:pt x="2058787" y="26247"/>
                </a:lnTo>
                <a:lnTo>
                  <a:pt x="2068718" y="27210"/>
                </a:lnTo>
                <a:lnTo>
                  <a:pt x="2078650" y="27901"/>
                </a:lnTo>
                <a:lnTo>
                  <a:pt x="2088581" y="28329"/>
                </a:lnTo>
                <a:lnTo>
                  <a:pt x="2098512" y="29045"/>
                </a:lnTo>
                <a:lnTo>
                  <a:pt x="2108444" y="28606"/>
                </a:lnTo>
                <a:lnTo>
                  <a:pt x="2118375" y="26358"/>
                </a:lnTo>
                <a:lnTo>
                  <a:pt x="2128306" y="25005"/>
                </a:lnTo>
                <a:lnTo>
                  <a:pt x="2138238" y="26381"/>
                </a:lnTo>
                <a:lnTo>
                  <a:pt x="2148169" y="28283"/>
                </a:lnTo>
                <a:lnTo>
                  <a:pt x="2158100" y="28760"/>
                </a:lnTo>
                <a:lnTo>
                  <a:pt x="2168032" y="28909"/>
                </a:lnTo>
                <a:lnTo>
                  <a:pt x="2177963" y="28952"/>
                </a:lnTo>
                <a:lnTo>
                  <a:pt x="2187894" y="27306"/>
                </a:lnTo>
                <a:lnTo>
                  <a:pt x="2197826" y="25312"/>
                </a:lnTo>
                <a:lnTo>
                  <a:pt x="2207757" y="26271"/>
                </a:lnTo>
                <a:lnTo>
                  <a:pt x="2217688" y="28924"/>
                </a:lnTo>
                <a:lnTo>
                  <a:pt x="2227620" y="29276"/>
                </a:lnTo>
                <a:lnTo>
                  <a:pt x="2237551" y="28531"/>
                </a:lnTo>
                <a:lnTo>
                  <a:pt x="2247482" y="30604"/>
                </a:lnTo>
                <a:lnTo>
                  <a:pt x="2257414" y="33019"/>
                </a:lnTo>
                <a:lnTo>
                  <a:pt x="2267345" y="30260"/>
                </a:lnTo>
                <a:lnTo>
                  <a:pt x="2277277" y="24737"/>
                </a:lnTo>
                <a:lnTo>
                  <a:pt x="2287208" y="23773"/>
                </a:lnTo>
                <a:lnTo>
                  <a:pt x="2297139" y="27279"/>
                </a:lnTo>
                <a:lnTo>
                  <a:pt x="2307071" y="28974"/>
                </a:lnTo>
                <a:lnTo>
                  <a:pt x="2317002" y="27691"/>
                </a:lnTo>
                <a:lnTo>
                  <a:pt x="2326933" y="27144"/>
                </a:lnTo>
                <a:lnTo>
                  <a:pt x="2336865" y="27217"/>
                </a:lnTo>
                <a:lnTo>
                  <a:pt x="2346796" y="25322"/>
                </a:lnTo>
                <a:lnTo>
                  <a:pt x="2356727" y="23191"/>
                </a:lnTo>
                <a:lnTo>
                  <a:pt x="2366659" y="23721"/>
                </a:lnTo>
                <a:lnTo>
                  <a:pt x="2376590" y="25084"/>
                </a:lnTo>
                <a:lnTo>
                  <a:pt x="2386521" y="24892"/>
                </a:lnTo>
                <a:lnTo>
                  <a:pt x="2396453" y="24918"/>
                </a:lnTo>
                <a:lnTo>
                  <a:pt x="2406384" y="26375"/>
                </a:lnTo>
                <a:lnTo>
                  <a:pt x="2416315" y="26998"/>
                </a:lnTo>
                <a:lnTo>
                  <a:pt x="2426247" y="26412"/>
                </a:lnTo>
                <a:lnTo>
                  <a:pt x="2436178" y="27036"/>
                </a:lnTo>
                <a:lnTo>
                  <a:pt x="2446109" y="28185"/>
                </a:lnTo>
                <a:lnTo>
                  <a:pt x="2456041" y="27428"/>
                </a:lnTo>
                <a:lnTo>
                  <a:pt x="2465972" y="26870"/>
                </a:lnTo>
                <a:lnTo>
                  <a:pt x="2475904" y="29141"/>
                </a:lnTo>
                <a:lnTo>
                  <a:pt x="2485835" y="30465"/>
                </a:lnTo>
                <a:lnTo>
                  <a:pt x="2495766" y="27403"/>
                </a:lnTo>
                <a:lnTo>
                  <a:pt x="2505698" y="25069"/>
                </a:lnTo>
                <a:lnTo>
                  <a:pt x="2515629" y="28474"/>
                </a:lnTo>
                <a:lnTo>
                  <a:pt x="2525560" y="32714"/>
                </a:lnTo>
                <a:lnTo>
                  <a:pt x="2535492" y="31665"/>
                </a:lnTo>
                <a:lnTo>
                  <a:pt x="2545423" y="28211"/>
                </a:lnTo>
                <a:lnTo>
                  <a:pt x="2555354" y="26960"/>
                </a:lnTo>
                <a:lnTo>
                  <a:pt x="2565286" y="26187"/>
                </a:lnTo>
                <a:lnTo>
                  <a:pt x="2575217" y="24433"/>
                </a:lnTo>
                <a:lnTo>
                  <a:pt x="2585148" y="24840"/>
                </a:lnTo>
                <a:lnTo>
                  <a:pt x="2595080" y="27309"/>
                </a:lnTo>
                <a:lnTo>
                  <a:pt x="2605011" y="27100"/>
                </a:lnTo>
                <a:lnTo>
                  <a:pt x="2614942" y="24475"/>
                </a:lnTo>
                <a:lnTo>
                  <a:pt x="2624874" y="24700"/>
                </a:lnTo>
                <a:lnTo>
                  <a:pt x="2634805" y="27591"/>
                </a:lnTo>
                <a:lnTo>
                  <a:pt x="2644736" y="28177"/>
                </a:lnTo>
                <a:lnTo>
                  <a:pt x="2654668" y="26661"/>
                </a:lnTo>
                <a:lnTo>
                  <a:pt x="2664599" y="27037"/>
                </a:lnTo>
                <a:lnTo>
                  <a:pt x="2674531" y="28585"/>
                </a:lnTo>
                <a:lnTo>
                  <a:pt x="2684462" y="28149"/>
                </a:lnTo>
                <a:lnTo>
                  <a:pt x="2694393" y="26804"/>
                </a:lnTo>
                <a:lnTo>
                  <a:pt x="2704325" y="26696"/>
                </a:lnTo>
                <a:lnTo>
                  <a:pt x="2714256" y="26507"/>
                </a:lnTo>
                <a:lnTo>
                  <a:pt x="2724187" y="25401"/>
                </a:lnTo>
                <a:lnTo>
                  <a:pt x="2734119" y="25457"/>
                </a:lnTo>
                <a:lnTo>
                  <a:pt x="2744050" y="27089"/>
                </a:lnTo>
                <a:lnTo>
                  <a:pt x="2753981" y="28195"/>
                </a:lnTo>
                <a:lnTo>
                  <a:pt x="2763913" y="28425"/>
                </a:lnTo>
                <a:lnTo>
                  <a:pt x="2773844" y="28584"/>
                </a:lnTo>
                <a:lnTo>
                  <a:pt x="2783775" y="27770"/>
                </a:lnTo>
                <a:lnTo>
                  <a:pt x="2793707" y="26088"/>
                </a:lnTo>
                <a:lnTo>
                  <a:pt x="2803638" y="26085"/>
                </a:lnTo>
                <a:lnTo>
                  <a:pt x="2813569" y="27713"/>
                </a:lnTo>
                <a:lnTo>
                  <a:pt x="2823501" y="27793"/>
                </a:lnTo>
                <a:lnTo>
                  <a:pt x="2833432" y="26536"/>
                </a:lnTo>
                <a:lnTo>
                  <a:pt x="2843363" y="27200"/>
                </a:lnTo>
                <a:lnTo>
                  <a:pt x="2853295" y="28931"/>
                </a:lnTo>
                <a:lnTo>
                  <a:pt x="2863226" y="28274"/>
                </a:lnTo>
                <a:lnTo>
                  <a:pt x="2873158" y="26507"/>
                </a:lnTo>
                <a:lnTo>
                  <a:pt x="2883089" y="27118"/>
                </a:lnTo>
                <a:lnTo>
                  <a:pt x="2893020" y="28809"/>
                </a:lnTo>
                <a:lnTo>
                  <a:pt x="2902952" y="28647"/>
                </a:lnTo>
                <a:lnTo>
                  <a:pt x="2912883" y="27866"/>
                </a:lnTo>
                <a:lnTo>
                  <a:pt x="2922814" y="28220"/>
                </a:lnTo>
                <a:lnTo>
                  <a:pt x="2932746" y="28131"/>
                </a:lnTo>
                <a:lnTo>
                  <a:pt x="2942677" y="27136"/>
                </a:lnTo>
                <a:lnTo>
                  <a:pt x="2952608" y="27665"/>
                </a:lnTo>
                <a:lnTo>
                  <a:pt x="2962540" y="29524"/>
                </a:lnTo>
                <a:lnTo>
                  <a:pt x="2972471" y="29417"/>
                </a:lnTo>
                <a:lnTo>
                  <a:pt x="2982402" y="27015"/>
                </a:lnTo>
                <a:lnTo>
                  <a:pt x="2992334" y="25160"/>
                </a:lnTo>
                <a:lnTo>
                  <a:pt x="3002265" y="24948"/>
                </a:lnTo>
                <a:lnTo>
                  <a:pt x="3012196" y="25953"/>
                </a:lnTo>
                <a:lnTo>
                  <a:pt x="3022128" y="28251"/>
                </a:lnTo>
                <a:lnTo>
                  <a:pt x="3032059" y="30052"/>
                </a:lnTo>
                <a:lnTo>
                  <a:pt x="3041990" y="28360"/>
                </a:lnTo>
                <a:lnTo>
                  <a:pt x="3051922" y="24977"/>
                </a:lnTo>
                <a:lnTo>
                  <a:pt x="3061853" y="25238"/>
                </a:lnTo>
                <a:lnTo>
                  <a:pt x="3071785" y="28918"/>
                </a:lnTo>
                <a:lnTo>
                  <a:pt x="3081716" y="30176"/>
                </a:lnTo>
                <a:lnTo>
                  <a:pt x="3091647" y="27668"/>
                </a:lnTo>
                <a:lnTo>
                  <a:pt x="3101579" y="26309"/>
                </a:lnTo>
                <a:lnTo>
                  <a:pt x="3111510" y="27937"/>
                </a:lnTo>
                <a:lnTo>
                  <a:pt x="3121441" y="28493"/>
                </a:lnTo>
                <a:lnTo>
                  <a:pt x="3131373" y="25971"/>
                </a:lnTo>
                <a:lnTo>
                  <a:pt x="3141304" y="24110"/>
                </a:lnTo>
                <a:lnTo>
                  <a:pt x="3151235" y="26057"/>
                </a:lnTo>
                <a:lnTo>
                  <a:pt x="3161167" y="29469"/>
                </a:lnTo>
                <a:lnTo>
                  <a:pt x="3171098" y="30424"/>
                </a:lnTo>
                <a:lnTo>
                  <a:pt x="3181029" y="29092"/>
                </a:lnTo>
                <a:lnTo>
                  <a:pt x="3190961" y="28509"/>
                </a:lnTo>
                <a:lnTo>
                  <a:pt x="3200892" y="29042"/>
                </a:lnTo>
                <a:lnTo>
                  <a:pt x="3210823" y="27949"/>
                </a:lnTo>
                <a:lnTo>
                  <a:pt x="3220755" y="25085"/>
                </a:lnTo>
                <a:lnTo>
                  <a:pt x="3230686" y="24489"/>
                </a:lnTo>
                <a:lnTo>
                  <a:pt x="3240617" y="27697"/>
                </a:lnTo>
                <a:lnTo>
                  <a:pt x="3250549" y="30202"/>
                </a:lnTo>
                <a:lnTo>
                  <a:pt x="3260480" y="28380"/>
                </a:lnTo>
                <a:lnTo>
                  <a:pt x="3270412" y="25384"/>
                </a:lnTo>
                <a:lnTo>
                  <a:pt x="3280343" y="25779"/>
                </a:lnTo>
                <a:lnTo>
                  <a:pt x="3290274" y="28502"/>
                </a:lnTo>
                <a:lnTo>
                  <a:pt x="3300206" y="29623"/>
                </a:lnTo>
                <a:lnTo>
                  <a:pt x="3310137" y="28534"/>
                </a:lnTo>
                <a:lnTo>
                  <a:pt x="3320068" y="27277"/>
                </a:lnTo>
                <a:lnTo>
                  <a:pt x="3330000" y="26463"/>
                </a:lnTo>
                <a:lnTo>
                  <a:pt x="3339931" y="25408"/>
                </a:lnTo>
                <a:lnTo>
                  <a:pt x="3349862" y="24704"/>
                </a:lnTo>
                <a:lnTo>
                  <a:pt x="3359794" y="25765"/>
                </a:lnTo>
                <a:lnTo>
                  <a:pt x="3369725" y="28079"/>
                </a:lnTo>
                <a:lnTo>
                  <a:pt x="3379656" y="29019"/>
                </a:lnTo>
                <a:lnTo>
                  <a:pt x="3389588" y="27387"/>
                </a:lnTo>
                <a:lnTo>
                  <a:pt x="3399519" y="25515"/>
                </a:lnTo>
                <a:lnTo>
                  <a:pt x="3409450" y="25789"/>
                </a:lnTo>
                <a:lnTo>
                  <a:pt x="3419382" y="26847"/>
                </a:lnTo>
                <a:lnTo>
                  <a:pt x="3429313" y="26504"/>
                </a:lnTo>
                <a:lnTo>
                  <a:pt x="3439245" y="26159"/>
                </a:lnTo>
                <a:lnTo>
                  <a:pt x="3449176" y="27624"/>
                </a:lnTo>
                <a:lnTo>
                  <a:pt x="3459107" y="28465"/>
                </a:lnTo>
                <a:lnTo>
                  <a:pt x="3469039" y="26243"/>
                </a:lnTo>
                <a:lnTo>
                  <a:pt x="3478970" y="23964"/>
                </a:lnTo>
                <a:lnTo>
                  <a:pt x="3488901" y="25111"/>
                </a:lnTo>
                <a:lnTo>
                  <a:pt x="3498833" y="27401"/>
                </a:lnTo>
                <a:lnTo>
                  <a:pt x="3508764" y="27573"/>
                </a:lnTo>
                <a:lnTo>
                  <a:pt x="3518695" y="27208"/>
                </a:lnTo>
                <a:lnTo>
                  <a:pt x="3528627" y="28103"/>
                </a:lnTo>
                <a:lnTo>
                  <a:pt x="3538558" y="27891"/>
                </a:lnTo>
                <a:lnTo>
                  <a:pt x="3548489" y="25480"/>
                </a:lnTo>
                <a:lnTo>
                  <a:pt x="3558421" y="24403"/>
                </a:lnTo>
                <a:lnTo>
                  <a:pt x="3568352" y="26466"/>
                </a:lnTo>
                <a:lnTo>
                  <a:pt x="3578283" y="28438"/>
                </a:lnTo>
                <a:lnTo>
                  <a:pt x="3588215" y="28023"/>
                </a:lnTo>
                <a:lnTo>
                  <a:pt x="3598146" y="26916"/>
                </a:lnTo>
                <a:lnTo>
                  <a:pt x="3608077" y="26326"/>
                </a:lnTo>
                <a:lnTo>
                  <a:pt x="3618009" y="25265"/>
                </a:lnTo>
                <a:lnTo>
                  <a:pt x="3627940" y="24047"/>
                </a:lnTo>
                <a:lnTo>
                  <a:pt x="3637872" y="24673"/>
                </a:lnTo>
                <a:lnTo>
                  <a:pt x="3647803" y="27397"/>
                </a:lnTo>
                <a:lnTo>
                  <a:pt x="3657734" y="29958"/>
                </a:lnTo>
                <a:lnTo>
                  <a:pt x="3667666" y="30094"/>
                </a:lnTo>
                <a:lnTo>
                  <a:pt x="3677597" y="27714"/>
                </a:lnTo>
                <a:lnTo>
                  <a:pt x="3687528" y="25165"/>
                </a:lnTo>
                <a:lnTo>
                  <a:pt x="3697460" y="24836"/>
                </a:lnTo>
                <a:lnTo>
                  <a:pt x="3707391" y="26190"/>
                </a:lnTo>
                <a:lnTo>
                  <a:pt x="3717322" y="27174"/>
                </a:lnTo>
                <a:lnTo>
                  <a:pt x="3727254" y="27821"/>
                </a:lnTo>
                <a:lnTo>
                  <a:pt x="3737185" y="28741"/>
                </a:lnTo>
                <a:lnTo>
                  <a:pt x="3747116" y="28013"/>
                </a:lnTo>
                <a:lnTo>
                  <a:pt x="3757048" y="24853"/>
                </a:lnTo>
                <a:lnTo>
                  <a:pt x="3766979" y="23343"/>
                </a:lnTo>
                <a:lnTo>
                  <a:pt x="3776910" y="26270"/>
                </a:lnTo>
                <a:lnTo>
                  <a:pt x="3786842" y="29377"/>
                </a:lnTo>
                <a:lnTo>
                  <a:pt x="3796773" y="28274"/>
                </a:lnTo>
                <a:lnTo>
                  <a:pt x="3806704" y="25815"/>
                </a:lnTo>
                <a:lnTo>
                  <a:pt x="3816636" y="26270"/>
                </a:lnTo>
                <a:lnTo>
                  <a:pt x="3826567" y="28207"/>
                </a:lnTo>
                <a:lnTo>
                  <a:pt x="3836499" y="28692"/>
                </a:lnTo>
                <a:lnTo>
                  <a:pt x="3846430" y="28116"/>
                </a:lnTo>
                <a:lnTo>
                  <a:pt x="3856361" y="26961"/>
                </a:lnTo>
                <a:lnTo>
                  <a:pt x="3866293" y="24618"/>
                </a:lnTo>
                <a:lnTo>
                  <a:pt x="3876224" y="23244"/>
                </a:lnTo>
                <a:lnTo>
                  <a:pt x="3886155" y="25628"/>
                </a:lnTo>
                <a:lnTo>
                  <a:pt x="3896087" y="29226"/>
                </a:lnTo>
                <a:lnTo>
                  <a:pt x="3906018" y="29397"/>
                </a:lnTo>
                <a:lnTo>
                  <a:pt x="3915949" y="26982"/>
                </a:lnTo>
                <a:lnTo>
                  <a:pt x="3925881" y="26098"/>
                </a:lnTo>
                <a:lnTo>
                  <a:pt x="3935812" y="27215"/>
                </a:lnTo>
                <a:lnTo>
                  <a:pt x="3945743" y="27930"/>
                </a:lnTo>
                <a:lnTo>
                  <a:pt x="3955675" y="27339"/>
                </a:lnTo>
                <a:lnTo>
                  <a:pt x="3965606" y="26030"/>
                </a:lnTo>
                <a:lnTo>
                  <a:pt x="3975537" y="25077"/>
                </a:lnTo>
                <a:lnTo>
                  <a:pt x="3985469" y="25924"/>
                </a:lnTo>
                <a:lnTo>
                  <a:pt x="3995400" y="27877"/>
                </a:lnTo>
                <a:lnTo>
                  <a:pt x="4005331" y="27734"/>
                </a:lnTo>
                <a:lnTo>
                  <a:pt x="4015263" y="25330"/>
                </a:lnTo>
                <a:lnTo>
                  <a:pt x="4025194" y="24760"/>
                </a:lnTo>
                <a:lnTo>
                  <a:pt x="4035126" y="26938"/>
                </a:lnTo>
                <a:lnTo>
                  <a:pt x="4045057" y="27869"/>
                </a:lnTo>
                <a:lnTo>
                  <a:pt x="4054988" y="26741"/>
                </a:lnTo>
                <a:lnTo>
                  <a:pt x="4064920" y="27150"/>
                </a:lnTo>
                <a:lnTo>
                  <a:pt x="4074851" y="28846"/>
                </a:lnTo>
                <a:lnTo>
                  <a:pt x="4084782" y="27849"/>
                </a:lnTo>
                <a:lnTo>
                  <a:pt x="4094714" y="25032"/>
                </a:lnTo>
                <a:lnTo>
                  <a:pt x="4104645" y="24981"/>
                </a:lnTo>
                <a:lnTo>
                  <a:pt x="4114576" y="27553"/>
                </a:lnTo>
                <a:lnTo>
                  <a:pt x="4124508" y="29124"/>
                </a:lnTo>
                <a:lnTo>
                  <a:pt x="4134439" y="29002"/>
                </a:lnTo>
                <a:lnTo>
                  <a:pt x="4144370" y="27759"/>
                </a:lnTo>
                <a:lnTo>
                  <a:pt x="4154302" y="24857"/>
                </a:lnTo>
                <a:lnTo>
                  <a:pt x="4164233" y="22860"/>
                </a:lnTo>
                <a:lnTo>
                  <a:pt x="4174164" y="25974"/>
                </a:lnTo>
                <a:lnTo>
                  <a:pt x="4184096" y="31276"/>
                </a:lnTo>
                <a:lnTo>
                  <a:pt x="4194027" y="31315"/>
                </a:lnTo>
                <a:lnTo>
                  <a:pt x="4203958" y="26753"/>
                </a:lnTo>
                <a:lnTo>
                  <a:pt x="4213890" y="25295"/>
                </a:lnTo>
                <a:lnTo>
                  <a:pt x="4223821" y="28327"/>
                </a:lnTo>
                <a:lnTo>
                  <a:pt x="4233753" y="30080"/>
                </a:lnTo>
                <a:lnTo>
                  <a:pt x="4243684" y="28600"/>
                </a:lnTo>
                <a:lnTo>
                  <a:pt x="4253615" y="26987"/>
                </a:lnTo>
                <a:lnTo>
                  <a:pt x="4263547" y="26282"/>
                </a:lnTo>
                <a:lnTo>
                  <a:pt x="4273478" y="25786"/>
                </a:lnTo>
                <a:lnTo>
                  <a:pt x="4283409" y="26625"/>
                </a:lnTo>
                <a:lnTo>
                  <a:pt x="4293341" y="28726"/>
                </a:lnTo>
                <a:lnTo>
                  <a:pt x="4303272" y="29167"/>
                </a:lnTo>
                <a:lnTo>
                  <a:pt x="4313203" y="27299"/>
                </a:lnTo>
                <a:lnTo>
                  <a:pt x="4323135" y="25903"/>
                </a:lnTo>
                <a:lnTo>
                  <a:pt x="4333066" y="25950"/>
                </a:lnTo>
                <a:lnTo>
                  <a:pt x="4342997" y="25989"/>
                </a:lnTo>
                <a:lnTo>
                  <a:pt x="4352929" y="26014"/>
                </a:lnTo>
                <a:lnTo>
                  <a:pt x="4362860" y="26527"/>
                </a:lnTo>
                <a:lnTo>
                  <a:pt x="4372791" y="26169"/>
                </a:lnTo>
                <a:lnTo>
                  <a:pt x="4382723" y="24709"/>
                </a:lnTo>
                <a:lnTo>
                  <a:pt x="4392654" y="24753"/>
                </a:lnTo>
                <a:lnTo>
                  <a:pt x="4402585" y="27165"/>
                </a:lnTo>
                <a:lnTo>
                  <a:pt x="4412517" y="28960"/>
                </a:lnTo>
                <a:lnTo>
                  <a:pt x="4422448" y="27915"/>
                </a:lnTo>
                <a:lnTo>
                  <a:pt x="4432380" y="25566"/>
                </a:lnTo>
                <a:lnTo>
                  <a:pt x="4442311" y="24781"/>
                </a:lnTo>
                <a:lnTo>
                  <a:pt x="4452242" y="26726"/>
                </a:lnTo>
                <a:lnTo>
                  <a:pt x="4462174" y="29721"/>
                </a:lnTo>
                <a:lnTo>
                  <a:pt x="4472105" y="30378"/>
                </a:lnTo>
                <a:lnTo>
                  <a:pt x="4482036" y="27717"/>
                </a:lnTo>
                <a:lnTo>
                  <a:pt x="4491968" y="25083"/>
                </a:lnTo>
                <a:lnTo>
                  <a:pt x="4501899" y="25448"/>
                </a:lnTo>
                <a:lnTo>
                  <a:pt x="4511830" y="27576"/>
                </a:lnTo>
                <a:lnTo>
                  <a:pt x="4521762" y="29310"/>
                </a:lnTo>
                <a:lnTo>
                  <a:pt x="4531693" y="30326"/>
                </a:lnTo>
                <a:lnTo>
                  <a:pt x="4541624" y="29917"/>
                </a:lnTo>
                <a:lnTo>
                  <a:pt x="4551556" y="27679"/>
                </a:lnTo>
                <a:lnTo>
                  <a:pt x="4561487" y="26568"/>
                </a:lnTo>
                <a:lnTo>
                  <a:pt x="4571418" y="28742"/>
                </a:lnTo>
                <a:lnTo>
                  <a:pt x="4581350" y="30334"/>
                </a:lnTo>
                <a:lnTo>
                  <a:pt x="4591281" y="27648"/>
                </a:lnTo>
                <a:lnTo>
                  <a:pt x="4601212" y="24360"/>
                </a:lnTo>
                <a:lnTo>
                  <a:pt x="4611144" y="24911"/>
                </a:lnTo>
                <a:lnTo>
                  <a:pt x="4621075" y="26735"/>
                </a:lnTo>
                <a:lnTo>
                  <a:pt x="4631007" y="26412"/>
                </a:lnTo>
                <a:lnTo>
                  <a:pt x="4640938" y="26184"/>
                </a:lnTo>
                <a:lnTo>
                  <a:pt x="4650869" y="27942"/>
                </a:lnTo>
                <a:lnTo>
                  <a:pt x="4660801" y="28763"/>
                </a:lnTo>
                <a:lnTo>
                  <a:pt x="4670732" y="27275"/>
                </a:lnTo>
                <a:lnTo>
                  <a:pt x="4680663" y="26397"/>
                </a:lnTo>
                <a:lnTo>
                  <a:pt x="4690595" y="27114"/>
                </a:lnTo>
                <a:lnTo>
                  <a:pt x="4700526" y="27284"/>
                </a:lnTo>
                <a:lnTo>
                  <a:pt x="4710457" y="26940"/>
                </a:lnTo>
                <a:lnTo>
                  <a:pt x="4720389" y="27602"/>
                </a:lnTo>
                <a:lnTo>
                  <a:pt x="4730320" y="27957"/>
                </a:lnTo>
                <a:lnTo>
                  <a:pt x="4740251" y="26495"/>
                </a:lnTo>
                <a:lnTo>
                  <a:pt x="4750183" y="25426"/>
                </a:lnTo>
                <a:lnTo>
                  <a:pt x="4760114" y="26853"/>
                </a:lnTo>
                <a:lnTo>
                  <a:pt x="4770045" y="28680"/>
                </a:lnTo>
                <a:lnTo>
                  <a:pt x="4779977" y="28170"/>
                </a:lnTo>
                <a:lnTo>
                  <a:pt x="4789908" y="26183"/>
                </a:lnTo>
                <a:lnTo>
                  <a:pt x="4799839" y="25378"/>
                </a:lnTo>
                <a:lnTo>
                  <a:pt x="4809771" y="26677"/>
                </a:lnTo>
                <a:lnTo>
                  <a:pt x="4819702" y="28667"/>
                </a:lnTo>
                <a:lnTo>
                  <a:pt x="4829634" y="29389"/>
                </a:lnTo>
                <a:lnTo>
                  <a:pt x="4839565" y="28525"/>
                </a:lnTo>
                <a:lnTo>
                  <a:pt x="4849496" y="27380"/>
                </a:lnTo>
                <a:lnTo>
                  <a:pt x="4859428" y="26597"/>
                </a:lnTo>
                <a:lnTo>
                  <a:pt x="4869359" y="25998"/>
                </a:lnTo>
                <a:lnTo>
                  <a:pt x="4879290" y="26563"/>
                </a:lnTo>
                <a:lnTo>
                  <a:pt x="4889222" y="28738"/>
                </a:lnTo>
                <a:lnTo>
                  <a:pt x="4899153" y="29555"/>
                </a:lnTo>
                <a:lnTo>
                  <a:pt x="4909084" y="26583"/>
                </a:lnTo>
                <a:lnTo>
                  <a:pt x="4919016" y="23139"/>
                </a:lnTo>
                <a:lnTo>
                  <a:pt x="4928947" y="23805"/>
                </a:lnTo>
                <a:lnTo>
                  <a:pt x="4938878" y="27406"/>
                </a:lnTo>
                <a:lnTo>
                  <a:pt x="4948810" y="29911"/>
                </a:lnTo>
                <a:lnTo>
                  <a:pt x="4958741" y="30398"/>
                </a:lnTo>
                <a:lnTo>
                  <a:pt x="4968672" y="29510"/>
                </a:lnTo>
                <a:lnTo>
                  <a:pt x="4978604" y="27001"/>
                </a:lnTo>
                <a:lnTo>
                  <a:pt x="4988535" y="24127"/>
                </a:lnTo>
                <a:lnTo>
                  <a:pt x="4998466" y="23170"/>
                </a:lnTo>
                <a:lnTo>
                  <a:pt x="5008398" y="23654"/>
                </a:lnTo>
                <a:lnTo>
                  <a:pt x="5018329" y="24261"/>
                </a:lnTo>
                <a:lnTo>
                  <a:pt x="5028261" y="26242"/>
                </a:lnTo>
                <a:lnTo>
                  <a:pt x="5038192" y="29443"/>
                </a:lnTo>
                <a:lnTo>
                  <a:pt x="5048123" y="29867"/>
                </a:lnTo>
                <a:lnTo>
                  <a:pt x="5058055" y="26580"/>
                </a:lnTo>
                <a:lnTo>
                  <a:pt x="5067986" y="24379"/>
                </a:lnTo>
                <a:lnTo>
                  <a:pt x="5077917" y="25474"/>
                </a:lnTo>
                <a:lnTo>
                  <a:pt x="5087849" y="26620"/>
                </a:lnTo>
                <a:lnTo>
                  <a:pt x="5097780" y="26774"/>
                </a:lnTo>
              </a:path>
            </a:pathLst>
          </a:custGeom>
          <a:solidFill>
            <a:srgbClr val="FFFFFF">
              <a:alpha val="0"/>
            </a:srgbClr>
          </a:solidFill>
          <a:ln w="10922" cap="rnd">
            <a:solidFill>
              <a:srgbClr val="BA4A00"/>
            </a:solidFill>
            <a:prstDash val="solid"/>
          </a:ln>
        </p:spPr>
      </p:sp>
      <p:sp>
        <p:nvSpPr>
          <p:cNvPr id="100" name="Text 98"/>
          <p:cNvSpPr/>
          <p:nvPr/>
        </p:nvSpPr>
        <p:spPr>
          <a:xfrm>
            <a:off x="6007608" y="5276088"/>
            <a:ext cx="347472" cy="192024"/>
          </a:xfrm>
          <a:prstGeom prst="rect">
            <a:avLst/>
          </a:prstGeom>
          <a:noFill/>
          <a:ln/>
        </p:spPr>
        <p:txBody>
          <a:bodyPr wrap="square" lIns="0" tIns="0" rIns="0" bIns="0" rtlCol="0" anchor="t"/>
          <a:lstStyle/>
          <a:p>
            <a:pPr algn="r" indent="0" marL="0">
              <a:lnSpc>
                <a:spcPct val="100000"/>
              </a:lnSpc>
              <a:buNone/>
            </a:pPr>
            <a:r>
              <a:rPr lang="ko-KR" altLang="en-US" sz="850" dirty="0">
                <a:solidFill>
                  <a:srgbClr val="647986"/>
                </a:solidFill>
                <a:latin typeface="Pretendard" pitchFamily="34" charset="0"/>
                <a:ea typeface="Pretendard" pitchFamily="34" charset="-122"/>
                <a:cs typeface="Pretendard" pitchFamily="34" charset="-120"/>
              </a:rPr>
              <a:t>0.0</a:t>
            </a:r>
            <a:endParaRPr lang="ko-KR" sz="850" dirty="0"/>
          </a:p>
        </p:txBody>
      </p:sp>
      <p:sp>
        <p:nvSpPr>
          <p:cNvPr id="101" name="Text 99"/>
          <p:cNvSpPr/>
          <p:nvPr/>
        </p:nvSpPr>
        <p:spPr>
          <a:xfrm>
            <a:off x="10588752" y="5285232"/>
            <a:ext cx="841248" cy="164592"/>
          </a:xfrm>
          <a:prstGeom prst="rect">
            <a:avLst/>
          </a:prstGeom>
          <a:noFill/>
          <a:ln/>
        </p:spPr>
        <p:txBody>
          <a:bodyPr wrap="square" lIns="0" tIns="0" rIns="0" bIns="0" rtlCol="0" anchor="t"/>
          <a:lstStyle/>
          <a:p>
            <a:pPr algn="r" indent="0" marL="0">
              <a:lnSpc>
                <a:spcPct val="100000"/>
              </a:lnSpc>
              <a:buNone/>
            </a:pPr>
            <a:r>
              <a:rPr lang="ko-KR" altLang="en-US" sz="870" dirty="0">
                <a:solidFill>
                  <a:srgbClr val="BA4A00"/>
                </a:solidFill>
                <a:latin typeface="Pretendard" pitchFamily="34" charset="0"/>
                <a:ea typeface="Pretendard" pitchFamily="34" charset="-122"/>
                <a:cs typeface="Pretendard" pitchFamily="34" charset="-120"/>
              </a:rPr>
              <a:t>남은 오차</a:t>
            </a:r>
            <a:endParaRPr lang="ko-KR" sz="870" dirty="0"/>
          </a:p>
        </p:txBody>
      </p:sp>
      <p:sp>
        <p:nvSpPr>
          <p:cNvPr id="102" name="Shape 100"/>
          <p:cNvSpPr/>
          <p:nvPr/>
        </p:nvSpPr>
        <p:spPr>
          <a:xfrm>
            <a:off x="6428232" y="5431536"/>
            <a:ext cx="0" cy="32004"/>
          </a:xfrm>
          <a:prstGeom prst="line">
            <a:avLst/>
          </a:prstGeom>
          <a:noFill/>
          <a:ln w="6350">
            <a:solidFill>
              <a:srgbClr val="647986"/>
            </a:solidFill>
            <a:prstDash val="solid"/>
          </a:ln>
        </p:spPr>
      </p:sp>
      <p:sp>
        <p:nvSpPr>
          <p:cNvPr id="103" name="Text 101"/>
          <p:cNvSpPr/>
          <p:nvPr/>
        </p:nvSpPr>
        <p:spPr>
          <a:xfrm>
            <a:off x="6217920" y="5472684"/>
            <a:ext cx="420624" cy="182880"/>
          </a:xfrm>
          <a:prstGeom prst="rect">
            <a:avLst/>
          </a:prstGeom>
          <a:noFill/>
          <a:ln/>
        </p:spPr>
        <p:txBody>
          <a:bodyPr wrap="square" lIns="0" tIns="0" rIns="0" bIns="0" rtlCol="0" anchor="t"/>
          <a:lstStyle/>
          <a:p>
            <a:pPr algn="ctr" indent="0" marL="0">
              <a:lnSpc>
                <a:spcPct val="100000"/>
              </a:lnSpc>
              <a:buNone/>
            </a:pPr>
            <a:r>
              <a:rPr lang="ko-KR" altLang="en-US" sz="900" dirty="0">
                <a:solidFill>
                  <a:srgbClr val="647986"/>
                </a:solidFill>
                <a:latin typeface="Pretendard" pitchFamily="34" charset="0"/>
                <a:ea typeface="Pretendard" pitchFamily="34" charset="-122"/>
                <a:cs typeface="Pretendard" pitchFamily="34" charset="-120"/>
              </a:rPr>
              <a:t>0</a:t>
            </a:r>
            <a:endParaRPr lang="ko-KR" sz="900" dirty="0"/>
          </a:p>
        </p:txBody>
      </p:sp>
      <p:sp>
        <p:nvSpPr>
          <p:cNvPr id="104" name="Shape 102"/>
          <p:cNvSpPr/>
          <p:nvPr/>
        </p:nvSpPr>
        <p:spPr>
          <a:xfrm>
            <a:off x="7421367" y="5431536"/>
            <a:ext cx="0" cy="32004"/>
          </a:xfrm>
          <a:prstGeom prst="line">
            <a:avLst/>
          </a:prstGeom>
          <a:noFill/>
          <a:ln w="6350">
            <a:solidFill>
              <a:srgbClr val="647986"/>
            </a:solidFill>
            <a:prstDash val="solid"/>
          </a:ln>
        </p:spPr>
      </p:sp>
      <p:sp>
        <p:nvSpPr>
          <p:cNvPr id="105" name="Text 103"/>
          <p:cNvSpPr/>
          <p:nvPr/>
        </p:nvSpPr>
        <p:spPr>
          <a:xfrm>
            <a:off x="7211055" y="5472684"/>
            <a:ext cx="420624" cy="182880"/>
          </a:xfrm>
          <a:prstGeom prst="rect">
            <a:avLst/>
          </a:prstGeom>
          <a:noFill/>
          <a:ln/>
        </p:spPr>
        <p:txBody>
          <a:bodyPr wrap="square" lIns="0" tIns="0" rIns="0" bIns="0" rtlCol="0" anchor="t"/>
          <a:lstStyle/>
          <a:p>
            <a:pPr algn="ctr" indent="0" marL="0">
              <a:lnSpc>
                <a:spcPct val="100000"/>
              </a:lnSpc>
              <a:buNone/>
            </a:pPr>
            <a:r>
              <a:rPr lang="ko-KR" altLang="en-US" sz="900" dirty="0">
                <a:solidFill>
                  <a:srgbClr val="647986"/>
                </a:solidFill>
                <a:latin typeface="Pretendard" pitchFamily="34" charset="0"/>
                <a:ea typeface="Pretendard" pitchFamily="34" charset="-122"/>
                <a:cs typeface="Pretendard" pitchFamily="34" charset="-120"/>
              </a:rPr>
              <a:t>1</a:t>
            </a:r>
            <a:endParaRPr lang="ko-KR" sz="900" dirty="0"/>
          </a:p>
        </p:txBody>
      </p:sp>
      <p:sp>
        <p:nvSpPr>
          <p:cNvPr id="106" name="Shape 104"/>
          <p:cNvSpPr/>
          <p:nvPr/>
        </p:nvSpPr>
        <p:spPr>
          <a:xfrm>
            <a:off x="8414502" y="5431536"/>
            <a:ext cx="0" cy="32004"/>
          </a:xfrm>
          <a:prstGeom prst="line">
            <a:avLst/>
          </a:prstGeom>
          <a:noFill/>
          <a:ln w="6350">
            <a:solidFill>
              <a:srgbClr val="647986"/>
            </a:solidFill>
            <a:prstDash val="solid"/>
          </a:ln>
        </p:spPr>
      </p:sp>
      <p:sp>
        <p:nvSpPr>
          <p:cNvPr id="107" name="Text 105"/>
          <p:cNvSpPr/>
          <p:nvPr/>
        </p:nvSpPr>
        <p:spPr>
          <a:xfrm>
            <a:off x="8204190" y="5472684"/>
            <a:ext cx="420624" cy="182880"/>
          </a:xfrm>
          <a:prstGeom prst="rect">
            <a:avLst/>
          </a:prstGeom>
          <a:noFill/>
          <a:ln/>
        </p:spPr>
        <p:txBody>
          <a:bodyPr wrap="square" lIns="0" tIns="0" rIns="0" bIns="0" rtlCol="0" anchor="t"/>
          <a:lstStyle/>
          <a:p>
            <a:pPr algn="ctr" indent="0" marL="0">
              <a:lnSpc>
                <a:spcPct val="100000"/>
              </a:lnSpc>
              <a:buNone/>
            </a:pPr>
            <a:r>
              <a:rPr lang="ko-KR" altLang="en-US" sz="900" dirty="0">
                <a:solidFill>
                  <a:srgbClr val="647986"/>
                </a:solidFill>
                <a:latin typeface="Pretendard" pitchFamily="34" charset="0"/>
                <a:ea typeface="Pretendard" pitchFamily="34" charset="-122"/>
                <a:cs typeface="Pretendard" pitchFamily="34" charset="-120"/>
              </a:rPr>
              <a:t>2</a:t>
            </a:r>
            <a:endParaRPr lang="ko-KR" sz="900" dirty="0"/>
          </a:p>
        </p:txBody>
      </p:sp>
      <p:sp>
        <p:nvSpPr>
          <p:cNvPr id="108" name="Shape 106"/>
          <p:cNvSpPr/>
          <p:nvPr/>
        </p:nvSpPr>
        <p:spPr>
          <a:xfrm>
            <a:off x="9407637" y="5431536"/>
            <a:ext cx="0" cy="32004"/>
          </a:xfrm>
          <a:prstGeom prst="line">
            <a:avLst/>
          </a:prstGeom>
          <a:noFill/>
          <a:ln w="6350">
            <a:solidFill>
              <a:srgbClr val="647986"/>
            </a:solidFill>
            <a:prstDash val="solid"/>
          </a:ln>
        </p:spPr>
      </p:sp>
      <p:sp>
        <p:nvSpPr>
          <p:cNvPr id="109" name="Text 107"/>
          <p:cNvSpPr/>
          <p:nvPr/>
        </p:nvSpPr>
        <p:spPr>
          <a:xfrm>
            <a:off x="9197325" y="5472684"/>
            <a:ext cx="420624" cy="182880"/>
          </a:xfrm>
          <a:prstGeom prst="rect">
            <a:avLst/>
          </a:prstGeom>
          <a:noFill/>
          <a:ln/>
        </p:spPr>
        <p:txBody>
          <a:bodyPr wrap="square" lIns="0" tIns="0" rIns="0" bIns="0" rtlCol="0" anchor="t"/>
          <a:lstStyle/>
          <a:p>
            <a:pPr algn="ctr" indent="0" marL="0">
              <a:lnSpc>
                <a:spcPct val="100000"/>
              </a:lnSpc>
              <a:buNone/>
            </a:pPr>
            <a:r>
              <a:rPr lang="ko-KR" altLang="en-US" sz="900" dirty="0">
                <a:solidFill>
                  <a:srgbClr val="647986"/>
                </a:solidFill>
                <a:latin typeface="Pretendard" pitchFamily="34" charset="0"/>
                <a:ea typeface="Pretendard" pitchFamily="34" charset="-122"/>
                <a:cs typeface="Pretendard" pitchFamily="34" charset="-120"/>
              </a:rPr>
              <a:t>3</a:t>
            </a:r>
            <a:endParaRPr lang="ko-KR" sz="900" dirty="0"/>
          </a:p>
        </p:txBody>
      </p:sp>
      <p:sp>
        <p:nvSpPr>
          <p:cNvPr id="110" name="Shape 108"/>
          <p:cNvSpPr/>
          <p:nvPr/>
        </p:nvSpPr>
        <p:spPr>
          <a:xfrm>
            <a:off x="10400772" y="5431536"/>
            <a:ext cx="0" cy="32004"/>
          </a:xfrm>
          <a:prstGeom prst="line">
            <a:avLst/>
          </a:prstGeom>
          <a:noFill/>
          <a:ln w="6350">
            <a:solidFill>
              <a:srgbClr val="647986"/>
            </a:solidFill>
            <a:prstDash val="solid"/>
          </a:ln>
        </p:spPr>
      </p:sp>
      <p:sp>
        <p:nvSpPr>
          <p:cNvPr id="111" name="Text 109"/>
          <p:cNvSpPr/>
          <p:nvPr/>
        </p:nvSpPr>
        <p:spPr>
          <a:xfrm>
            <a:off x="10190460" y="5472684"/>
            <a:ext cx="420624" cy="182880"/>
          </a:xfrm>
          <a:prstGeom prst="rect">
            <a:avLst/>
          </a:prstGeom>
          <a:noFill/>
          <a:ln/>
        </p:spPr>
        <p:txBody>
          <a:bodyPr wrap="square" lIns="0" tIns="0" rIns="0" bIns="0" rtlCol="0" anchor="t"/>
          <a:lstStyle/>
          <a:p>
            <a:pPr algn="ctr" indent="0" marL="0">
              <a:lnSpc>
                <a:spcPct val="100000"/>
              </a:lnSpc>
              <a:buNone/>
            </a:pPr>
            <a:r>
              <a:rPr lang="ko-KR" altLang="en-US" sz="900" dirty="0">
                <a:solidFill>
                  <a:srgbClr val="647986"/>
                </a:solidFill>
                <a:latin typeface="Pretendard" pitchFamily="34" charset="0"/>
                <a:ea typeface="Pretendard" pitchFamily="34" charset="-122"/>
                <a:cs typeface="Pretendard" pitchFamily="34" charset="-120"/>
              </a:rPr>
              <a:t>4</a:t>
            </a:r>
            <a:endParaRPr lang="ko-KR" sz="900" dirty="0"/>
          </a:p>
        </p:txBody>
      </p:sp>
      <p:sp>
        <p:nvSpPr>
          <p:cNvPr id="112" name="Shape 110"/>
          <p:cNvSpPr/>
          <p:nvPr/>
        </p:nvSpPr>
        <p:spPr>
          <a:xfrm>
            <a:off x="11503152" y="5431536"/>
            <a:ext cx="0" cy="32004"/>
          </a:xfrm>
          <a:prstGeom prst="line">
            <a:avLst/>
          </a:prstGeom>
          <a:noFill/>
          <a:ln w="6350">
            <a:solidFill>
              <a:srgbClr val="647986"/>
            </a:solidFill>
            <a:prstDash val="solid"/>
          </a:ln>
        </p:spPr>
      </p:sp>
      <p:sp>
        <p:nvSpPr>
          <p:cNvPr id="113" name="Text 111"/>
          <p:cNvSpPr/>
          <p:nvPr/>
        </p:nvSpPr>
        <p:spPr>
          <a:xfrm>
            <a:off x="11292840" y="5472684"/>
            <a:ext cx="420624" cy="182880"/>
          </a:xfrm>
          <a:prstGeom prst="rect">
            <a:avLst/>
          </a:prstGeom>
          <a:noFill/>
          <a:ln/>
        </p:spPr>
        <p:txBody>
          <a:bodyPr wrap="square" lIns="0" tIns="0" rIns="0" bIns="0" rtlCol="0" anchor="t"/>
          <a:lstStyle/>
          <a:p>
            <a:pPr algn="ctr" indent="0" marL="0">
              <a:lnSpc>
                <a:spcPct val="100000"/>
              </a:lnSpc>
              <a:buNone/>
            </a:pPr>
            <a:r>
              <a:rPr lang="ko-KR" altLang="en-US" sz="900" dirty="0">
                <a:solidFill>
                  <a:srgbClr val="647986"/>
                </a:solidFill>
                <a:latin typeface="Pretendard" pitchFamily="34" charset="0"/>
                <a:ea typeface="Pretendard" pitchFamily="34" charset="-122"/>
                <a:cs typeface="Pretendard" pitchFamily="34" charset="-120"/>
              </a:rPr>
              <a:t>5.11</a:t>
            </a:r>
            <a:endParaRPr lang="ko-KR" sz="900" dirty="0"/>
          </a:p>
        </p:txBody>
      </p:sp>
      <p:sp>
        <p:nvSpPr>
          <p:cNvPr id="114" name="Text 112"/>
          <p:cNvSpPr/>
          <p:nvPr/>
        </p:nvSpPr>
        <p:spPr>
          <a:xfrm>
            <a:off x="7726680" y="5614416"/>
            <a:ext cx="2487168" cy="210312"/>
          </a:xfrm>
          <a:prstGeom prst="rect">
            <a:avLst/>
          </a:prstGeom>
          <a:noFill/>
          <a:ln/>
        </p:spPr>
        <p:txBody>
          <a:bodyPr wrap="square" lIns="0" tIns="0" rIns="0" bIns="0" rtlCol="0" anchor="t"/>
          <a:lstStyle/>
          <a:p>
            <a:pPr algn="ctr" indent="0" marL="0">
              <a:lnSpc>
                <a:spcPct val="100000"/>
              </a:lnSpc>
              <a:buNone/>
            </a:pPr>
            <a:r>
              <a:rPr lang="ko-KR" altLang="en-US" sz="1100" dirty="0">
                <a:solidFill>
                  <a:srgbClr val="647986"/>
                </a:solidFill>
                <a:latin typeface="Pretendard" pitchFamily="34" charset="0"/>
                <a:ea typeface="Pretendard" pitchFamily="34" charset="-122"/>
                <a:cs typeface="Pretendard" pitchFamily="34" charset="-120"/>
              </a:rPr>
              <a:t>확대 구간의 시간 (μs)</a:t>
            </a:r>
            <a:endParaRPr lang="ko-KR" sz="1100" dirty="0"/>
          </a:p>
        </p:txBody>
      </p:sp>
      <p:sp>
        <p:nvSpPr>
          <p:cNvPr id="115" name="Text 113"/>
          <p:cNvSpPr/>
          <p:nvPr/>
        </p:nvSpPr>
        <p:spPr>
          <a:xfrm>
            <a:off x="713232" y="6108192"/>
            <a:ext cx="10808208" cy="411480"/>
          </a:xfrm>
          <a:prstGeom prst="rect">
            <a:avLst/>
          </a:prstGeom>
          <a:noFill/>
          <a:ln/>
        </p:spPr>
        <p:txBody>
          <a:bodyPr wrap="square" lIns="0" tIns="0" rIns="0" bIns="0" rtlCol="0" anchor="t"/>
          <a:lstStyle/>
          <a:p>
            <a:pPr algn="l" indent="0" marL="0">
              <a:lnSpc>
                <a:spcPct val="100000"/>
              </a:lnSpc>
              <a:buNone/>
            </a:pPr>
            <a:r>
              <a:rPr lang="ko-KR" altLang="en-US" sz="1400" dirty="0">
                <a:solidFill>
                  <a:srgbClr val="647986"/>
                </a:solidFill>
                <a:latin typeface="Pretendard" pitchFamily="34" charset="0"/>
                <a:ea typeface="Pretendard" pitchFamily="34" charset="-122"/>
                <a:cs typeface="Pretendard" pitchFamily="34" charset="-120"/>
              </a:rPr>
              <a:t>선택한 복원 사례의 일부 확대 · 전체 NMSE: Avata2 0.227 / FPV 0.137 / Mavic3 Pro 0.102</a:t>
            </a:r>
            <a:endParaRPr lang="ko-KR" sz="1400" dirty="0"/>
          </a:p>
        </p:txBody>
      </p:sp>
      <p:sp>
        <p:nvSpPr>
          <p:cNvPr id="116" name="Text 114"/>
          <p:cNvSpPr/>
          <p:nvPr/>
        </p:nvSpPr>
        <p:spPr>
          <a:xfrm>
            <a:off x="11000232" y="6409944"/>
            <a:ext cx="566928" cy="274320"/>
          </a:xfrm>
          <a:prstGeom prst="rect">
            <a:avLst/>
          </a:prstGeom>
          <a:noFill/>
          <a:ln/>
        </p:spPr>
        <p:txBody>
          <a:bodyPr wrap="square" lIns="0" tIns="0" rIns="0" bIns="0" rtlCol="0" anchor="t"/>
          <a:lstStyle/>
          <a:p>
            <a:pPr algn="r" indent="0" marL="0">
              <a:lnSpc>
                <a:spcPct val="100000"/>
              </a:lnSpc>
              <a:buNone/>
            </a:pPr>
            <a:r>
              <a:rPr lang="ko-KR" altLang="en-US" sz="1200" dirty="0">
                <a:solidFill>
                  <a:srgbClr val="647986"/>
                </a:solidFill>
                <a:latin typeface="Pretendard" pitchFamily="34" charset="0"/>
                <a:ea typeface="Pretendard" pitchFamily="34" charset="-122"/>
                <a:cs typeface="Pretendard" pitchFamily="34" charset="-120"/>
              </a:rPr>
              <a:t>13</a:t>
            </a:r>
            <a:endParaRPr lang="ko-KR"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7313B"/>
        </a:solidFill>
      </p:bgPr>
    </p:bg>
    <p:spTree>
      <p:nvGrpSpPr>
        <p:cNvPr id="1" name=""/>
        <p:cNvGrpSpPr/>
        <p:nvPr/>
      </p:nvGrpSpPr>
      <p:grpSpPr>
        <a:xfrm>
          <a:off x="0" y="0"/>
          <a:ext cx="0" cy="0"/>
          <a:chOff x="0" y="0"/>
          <a:chExt cx="0" cy="0"/>
        </a:xfrm>
      </p:grpSpPr>
      <p:sp>
        <p:nvSpPr>
          <p:cNvPr id="2" name="Text 0"/>
          <p:cNvSpPr/>
          <p:nvPr/>
        </p:nvSpPr>
        <p:spPr>
          <a:xfrm>
            <a:off x="594360" y="292608"/>
            <a:ext cx="10881360" cy="274320"/>
          </a:xfrm>
          <a:prstGeom prst="rect">
            <a:avLst/>
          </a:prstGeom>
          <a:noFill/>
          <a:ln/>
        </p:spPr>
        <p:txBody>
          <a:bodyPr wrap="square" lIns="0" tIns="0" rIns="0" bIns="0" rtlCol="0" anchor="t"/>
          <a:lstStyle/>
          <a:p>
            <a:pPr algn="l" indent="0" marL="0">
              <a:lnSpc>
                <a:spcPct val="100000"/>
              </a:lnSpc>
              <a:buNone/>
            </a:pPr>
            <a:r>
              <a:rPr lang="ko-KR" altLang="en-US" sz="1300" dirty="0">
                <a:solidFill>
                  <a:srgbClr val="93D7D6"/>
                </a:solidFill>
                <a:latin typeface="Pretendard" pitchFamily="34" charset="0"/>
                <a:ea typeface="Pretendard" pitchFamily="34" charset="-122"/>
                <a:cs typeface="Pretendard" pitchFamily="34" charset="-120"/>
              </a:rPr>
              <a:t>결론</a:t>
            </a:r>
            <a:endParaRPr lang="ko-KR" sz="1300" dirty="0"/>
          </a:p>
        </p:txBody>
      </p:sp>
      <p:sp>
        <p:nvSpPr>
          <p:cNvPr id="3" name="Text 1"/>
          <p:cNvSpPr/>
          <p:nvPr/>
        </p:nvSpPr>
        <p:spPr>
          <a:xfrm>
            <a:off x="594360" y="832104"/>
            <a:ext cx="10972800" cy="649224"/>
          </a:xfrm>
          <a:prstGeom prst="rect">
            <a:avLst/>
          </a:prstGeom>
          <a:noFill/>
          <a:ln/>
        </p:spPr>
        <p:txBody>
          <a:bodyPr wrap="square" lIns="0" tIns="0" rIns="0" bIns="0" rtlCol="0" anchor="t"/>
          <a:lstStyle/>
          <a:p>
            <a:pPr algn="l" indent="0" marL="0">
              <a:lnSpc>
                <a:spcPct val="100000"/>
              </a:lnSpc>
              <a:buNone/>
            </a:pPr>
            <a:r>
              <a:rPr lang="ko-KR" altLang="en-US" sz="3100" b="1" dirty="0">
                <a:solidFill>
                  <a:srgbClr val="FFFFFF"/>
                </a:solidFill>
                <a:latin typeface="Pretendard" pitchFamily="34" charset="0"/>
                <a:ea typeface="Pretendard" pitchFamily="34" charset="-122"/>
                <a:cs typeface="Pretendard" pitchFamily="34" charset="-120"/>
              </a:rPr>
              <a:t>파형 복원과 신호 연결의 결합 효과 확인</a:t>
            </a:r>
            <a:endParaRPr lang="ko-KR" sz="3100" dirty="0"/>
          </a:p>
        </p:txBody>
      </p:sp>
      <p:sp>
        <p:nvSpPr>
          <p:cNvPr id="4" name="Text 2"/>
          <p:cNvSpPr/>
          <p:nvPr/>
        </p:nvSpPr>
        <p:spPr>
          <a:xfrm>
            <a:off x="594360" y="1609344"/>
            <a:ext cx="10972800" cy="402336"/>
          </a:xfrm>
          <a:prstGeom prst="rect">
            <a:avLst/>
          </a:prstGeom>
          <a:noFill/>
          <a:ln/>
        </p:spPr>
        <p:txBody>
          <a:bodyPr wrap="square" lIns="0" tIns="0" rIns="0" bIns="0" rtlCol="0" anchor="t"/>
          <a:lstStyle/>
          <a:p>
            <a:pPr algn="l" indent="0" marL="0">
              <a:lnSpc>
                <a:spcPct val="100000"/>
              </a:lnSpc>
              <a:buNone/>
            </a:pPr>
            <a:r>
              <a:rPr lang="ko-KR" altLang="en-US" sz="1800" dirty="0">
                <a:solidFill>
                  <a:srgbClr val="C8DEDF"/>
                </a:solidFill>
                <a:latin typeface="Pretendard" pitchFamily="34" charset="0"/>
                <a:ea typeface="Pretendard" pitchFamily="34" charset="-122"/>
                <a:cs typeface="Pretendard" pitchFamily="34" charset="-120"/>
              </a:rPr>
              <a:t>RFUAV 합성 혼합 · 같은 녹음의 미학습 시간 구간에서 검증</a:t>
            </a:r>
            <a:endParaRPr lang="ko-KR" sz="1800" dirty="0"/>
          </a:p>
        </p:txBody>
      </p:sp>
      <p:sp>
        <p:nvSpPr>
          <p:cNvPr id="5" name="Shape 3"/>
          <p:cNvSpPr/>
          <p:nvPr/>
        </p:nvSpPr>
        <p:spPr>
          <a:xfrm>
            <a:off x="722376" y="2450592"/>
            <a:ext cx="3090672" cy="1783080"/>
          </a:xfrm>
          <a:prstGeom prst="roundRect">
            <a:avLst>
              <a:gd name="adj" fmla="val 5128"/>
            </a:avLst>
          </a:prstGeom>
          <a:solidFill>
            <a:srgbClr val="244650"/>
          </a:solidFill>
          <a:ln w="12700">
            <a:solidFill>
              <a:srgbClr val="244650"/>
            </a:solidFill>
            <a:prstDash val="solid"/>
          </a:ln>
        </p:spPr>
      </p:sp>
      <p:sp>
        <p:nvSpPr>
          <p:cNvPr id="6" name="Text 4"/>
          <p:cNvSpPr/>
          <p:nvPr/>
        </p:nvSpPr>
        <p:spPr>
          <a:xfrm>
            <a:off x="886968" y="2688336"/>
            <a:ext cx="2761488" cy="393192"/>
          </a:xfrm>
          <a:prstGeom prst="rect">
            <a:avLst/>
          </a:prstGeom>
          <a:noFill/>
          <a:ln/>
        </p:spPr>
        <p:txBody>
          <a:bodyPr wrap="square" lIns="0" tIns="0" rIns="0" bIns="0" rtlCol="0" anchor="t"/>
          <a:lstStyle/>
          <a:p>
            <a:pPr algn="l" indent="0" marL="0">
              <a:lnSpc>
                <a:spcPct val="100000"/>
              </a:lnSpc>
              <a:buNone/>
            </a:pPr>
            <a:r>
              <a:rPr lang="ko-KR" altLang="en-US" sz="2400" b="1" dirty="0">
                <a:solidFill>
                  <a:srgbClr val="FFFFFF"/>
                </a:solidFill>
                <a:latin typeface="Pretendard" pitchFamily="34" charset="0"/>
                <a:ea typeface="Pretendard" pitchFamily="34" charset="-122"/>
                <a:cs typeface="Pretendard" pitchFamily="34" charset="-120"/>
              </a:rPr>
              <a:t>파형 복원</a:t>
            </a:r>
            <a:endParaRPr lang="ko-KR" sz="2400" dirty="0"/>
          </a:p>
        </p:txBody>
      </p:sp>
      <p:sp>
        <p:nvSpPr>
          <p:cNvPr id="7" name="Text 5"/>
          <p:cNvSpPr/>
          <p:nvPr/>
        </p:nvSpPr>
        <p:spPr>
          <a:xfrm>
            <a:off x="886968" y="3337560"/>
            <a:ext cx="2761488" cy="612648"/>
          </a:xfrm>
          <a:prstGeom prst="rect">
            <a:avLst/>
          </a:prstGeom>
          <a:noFill/>
          <a:ln/>
        </p:spPr>
        <p:txBody>
          <a:bodyPr wrap="square" lIns="0" tIns="0" rIns="0" bIns="0" rtlCol="0" anchor="t"/>
          <a:lstStyle/>
          <a:p>
            <a:pPr algn="l" indent="0" marL="0">
              <a:lnSpc>
                <a:spcPct val="100000"/>
              </a:lnSpc>
              <a:buNone/>
            </a:pPr>
            <a:r>
              <a:rPr lang="ko-KR" altLang="en-US" sz="2000" dirty="0">
                <a:solidFill>
                  <a:srgbClr val="C8DEDF"/>
                </a:solidFill>
                <a:latin typeface="Pretendard" pitchFamily="34" charset="0"/>
                <a:ea typeface="Pretendard" pitchFamily="34" charset="-122"/>
                <a:cs typeface="Pretendard" pitchFamily="34" charset="-120"/>
              </a:rPr>
              <a:t>복소 U-Net으로</a:t>
            </a:r>
            <a:endParaRPr lang="ko-KR" sz="2000" dirty="0"/>
          </a:p>
          <a:p>
            <a:pPr algn="l" indent="0" marL="0">
              <a:lnSpc>
                <a:spcPct val="100000"/>
              </a:lnSpc>
              <a:buNone/>
            </a:pPr>
            <a:r>
              <a:rPr lang="ko-KR" altLang="en-US" sz="2000" dirty="0">
                <a:solidFill>
                  <a:srgbClr val="C8DEDF"/>
                </a:solidFill>
                <a:latin typeface="Pretendard" pitchFamily="34" charset="0"/>
                <a:ea typeface="Pretendard" pitchFamily="34" charset="-122"/>
                <a:cs typeface="Pretendard" pitchFamily="34" charset="-120"/>
              </a:rPr>
              <a:t>성분별 I·Q 추정</a:t>
            </a:r>
            <a:endParaRPr lang="ko-KR" sz="2000" dirty="0"/>
          </a:p>
        </p:txBody>
      </p:sp>
      <p:sp>
        <p:nvSpPr>
          <p:cNvPr id="8" name="Shape 6"/>
          <p:cNvSpPr/>
          <p:nvPr/>
        </p:nvSpPr>
        <p:spPr>
          <a:xfrm>
            <a:off x="4544568" y="2450592"/>
            <a:ext cx="3090672" cy="1783080"/>
          </a:xfrm>
          <a:prstGeom prst="roundRect">
            <a:avLst>
              <a:gd name="adj" fmla="val 5128"/>
            </a:avLst>
          </a:prstGeom>
          <a:solidFill>
            <a:srgbClr val="244650"/>
          </a:solidFill>
          <a:ln w="12700">
            <a:solidFill>
              <a:srgbClr val="244650"/>
            </a:solidFill>
            <a:prstDash val="solid"/>
          </a:ln>
        </p:spPr>
      </p:sp>
      <p:sp>
        <p:nvSpPr>
          <p:cNvPr id="9" name="Text 7"/>
          <p:cNvSpPr/>
          <p:nvPr/>
        </p:nvSpPr>
        <p:spPr>
          <a:xfrm>
            <a:off x="4709160" y="2688336"/>
            <a:ext cx="2761488" cy="393192"/>
          </a:xfrm>
          <a:prstGeom prst="rect">
            <a:avLst/>
          </a:prstGeom>
          <a:noFill/>
          <a:ln/>
        </p:spPr>
        <p:txBody>
          <a:bodyPr wrap="square" lIns="0" tIns="0" rIns="0" bIns="0" rtlCol="0" anchor="t"/>
          <a:lstStyle/>
          <a:p>
            <a:pPr algn="l" indent="0" marL="0">
              <a:lnSpc>
                <a:spcPct val="100000"/>
              </a:lnSpc>
              <a:buNone/>
            </a:pPr>
            <a:r>
              <a:rPr lang="ko-KR" altLang="en-US" sz="2400" b="1" dirty="0">
                <a:solidFill>
                  <a:srgbClr val="FFFFFF"/>
                </a:solidFill>
                <a:latin typeface="Pretendard" pitchFamily="34" charset="0"/>
                <a:ea typeface="Pretendard" pitchFamily="34" charset="-122"/>
                <a:cs typeface="Pretendard" pitchFamily="34" charset="-120"/>
              </a:rPr>
              <a:t>신호 연결</a:t>
            </a:r>
            <a:endParaRPr lang="ko-KR" sz="2400" dirty="0"/>
          </a:p>
        </p:txBody>
      </p:sp>
      <p:sp>
        <p:nvSpPr>
          <p:cNvPr id="10" name="Text 8"/>
          <p:cNvSpPr/>
          <p:nvPr/>
        </p:nvSpPr>
        <p:spPr>
          <a:xfrm>
            <a:off x="4709160" y="3337560"/>
            <a:ext cx="2761488" cy="612648"/>
          </a:xfrm>
          <a:prstGeom prst="rect">
            <a:avLst/>
          </a:prstGeom>
          <a:noFill/>
          <a:ln/>
        </p:spPr>
        <p:txBody>
          <a:bodyPr wrap="square" lIns="0" tIns="0" rIns="0" bIns="0" rtlCol="0" anchor="t"/>
          <a:lstStyle/>
          <a:p>
            <a:pPr algn="l" indent="0" marL="0">
              <a:lnSpc>
                <a:spcPct val="100000"/>
              </a:lnSpc>
              <a:buNone/>
            </a:pPr>
            <a:r>
              <a:rPr lang="ko-KR" altLang="en-US" sz="2000" dirty="0">
                <a:solidFill>
                  <a:srgbClr val="C8DEDF"/>
                </a:solidFill>
                <a:latin typeface="Pretendard" pitchFamily="34" charset="0"/>
                <a:ea typeface="Pretendard" pitchFamily="34" charset="-122"/>
                <a:cs typeface="Pretendard" pitchFamily="34" charset="-120"/>
              </a:rPr>
              <a:t>Transformer로</a:t>
            </a:r>
            <a:endParaRPr lang="ko-KR" sz="2000" dirty="0"/>
          </a:p>
          <a:p>
            <a:pPr algn="l" indent="0" marL="0">
              <a:lnSpc>
                <a:spcPct val="100000"/>
              </a:lnSpc>
              <a:buNone/>
            </a:pPr>
            <a:r>
              <a:rPr lang="ko-KR" altLang="en-US" sz="2000" dirty="0">
                <a:solidFill>
                  <a:srgbClr val="C8DEDF"/>
                </a:solidFill>
                <a:latin typeface="Pretendard" pitchFamily="34" charset="0"/>
                <a:ea typeface="Pretendard" pitchFamily="34" charset="-122"/>
                <a:cs typeface="Pretendard" pitchFamily="34" charset="-120"/>
              </a:rPr>
              <a:t>같은 신호 조각 배정</a:t>
            </a:r>
            <a:endParaRPr lang="ko-KR" sz="2000" dirty="0"/>
          </a:p>
        </p:txBody>
      </p:sp>
      <p:sp>
        <p:nvSpPr>
          <p:cNvPr id="11" name="Shape 9"/>
          <p:cNvSpPr/>
          <p:nvPr/>
        </p:nvSpPr>
        <p:spPr>
          <a:xfrm>
            <a:off x="8366760" y="2450592"/>
            <a:ext cx="3090672" cy="1783080"/>
          </a:xfrm>
          <a:prstGeom prst="roundRect">
            <a:avLst>
              <a:gd name="adj" fmla="val 5128"/>
            </a:avLst>
          </a:prstGeom>
          <a:solidFill>
            <a:srgbClr val="244650"/>
          </a:solidFill>
          <a:ln w="12700">
            <a:solidFill>
              <a:srgbClr val="244650"/>
            </a:solidFill>
            <a:prstDash val="solid"/>
          </a:ln>
        </p:spPr>
      </p:sp>
      <p:sp>
        <p:nvSpPr>
          <p:cNvPr id="12" name="Text 10"/>
          <p:cNvSpPr/>
          <p:nvPr/>
        </p:nvSpPr>
        <p:spPr>
          <a:xfrm>
            <a:off x="8531352" y="2688336"/>
            <a:ext cx="2761488" cy="393192"/>
          </a:xfrm>
          <a:prstGeom prst="rect">
            <a:avLst/>
          </a:prstGeom>
          <a:noFill/>
          <a:ln/>
        </p:spPr>
        <p:txBody>
          <a:bodyPr wrap="square" lIns="0" tIns="0" rIns="0" bIns="0" rtlCol="0" anchor="t"/>
          <a:lstStyle/>
          <a:p>
            <a:pPr algn="l" indent="0" marL="0">
              <a:lnSpc>
                <a:spcPct val="100000"/>
              </a:lnSpc>
              <a:buNone/>
            </a:pPr>
            <a:r>
              <a:rPr lang="ko-KR" altLang="en-US" sz="2400" b="1" dirty="0">
                <a:solidFill>
                  <a:srgbClr val="FFFFFF"/>
                </a:solidFill>
                <a:latin typeface="Pretendard" pitchFamily="34" charset="0"/>
                <a:ea typeface="Pretendard" pitchFamily="34" charset="-122"/>
                <a:cs typeface="Pretendard" pitchFamily="34" charset="-120"/>
              </a:rPr>
              <a:t>정량 검증</a:t>
            </a:r>
            <a:endParaRPr lang="ko-KR" sz="2400" dirty="0"/>
          </a:p>
        </p:txBody>
      </p:sp>
      <p:sp>
        <p:nvSpPr>
          <p:cNvPr id="13" name="Text 11"/>
          <p:cNvSpPr/>
          <p:nvPr/>
        </p:nvSpPr>
        <p:spPr>
          <a:xfrm>
            <a:off x="8531352" y="3337560"/>
            <a:ext cx="2761488" cy="612648"/>
          </a:xfrm>
          <a:prstGeom prst="rect">
            <a:avLst/>
          </a:prstGeom>
          <a:noFill/>
          <a:ln/>
        </p:spPr>
        <p:txBody>
          <a:bodyPr wrap="square" lIns="0" tIns="0" rIns="0" bIns="0" rtlCol="0" anchor="t"/>
          <a:lstStyle/>
          <a:p>
            <a:pPr algn="l" indent="0" marL="0">
              <a:lnSpc>
                <a:spcPct val="100000"/>
              </a:lnSpc>
              <a:buNone/>
            </a:pPr>
            <a:r>
              <a:rPr lang="ko-KR" altLang="en-US" sz="2000" dirty="0">
                <a:solidFill>
                  <a:srgbClr val="C8DEDF"/>
                </a:solidFill>
                <a:latin typeface="Pretendard" pitchFamily="34" charset="0"/>
                <a:ea typeface="Pretendard" pitchFamily="34" charset="-122"/>
                <a:cs typeface="Pretendard" pitchFamily="34" charset="-120"/>
              </a:rPr>
              <a:t>파형 오차 · 유사도</a:t>
            </a:r>
            <a:endParaRPr lang="ko-KR" sz="2000" dirty="0"/>
          </a:p>
          <a:p>
            <a:pPr algn="l" indent="0" marL="0">
              <a:lnSpc>
                <a:spcPct val="100000"/>
              </a:lnSpc>
              <a:buNone/>
            </a:pPr>
            <a:r>
              <a:rPr lang="ko-KR" altLang="en-US" sz="2000" dirty="0">
                <a:solidFill>
                  <a:srgbClr val="C8DEDF"/>
                </a:solidFill>
                <a:latin typeface="Pretendard" pitchFamily="34" charset="0"/>
                <a:ea typeface="Pretendard" pitchFamily="34" charset="-122"/>
                <a:cs typeface="Pretendard" pitchFamily="34" charset="-120"/>
              </a:rPr>
              <a:t>약한 신호 오차 평가</a:t>
            </a:r>
            <a:endParaRPr lang="ko-KR" sz="2000" dirty="0"/>
          </a:p>
        </p:txBody>
      </p:sp>
      <p:sp>
        <p:nvSpPr>
          <p:cNvPr id="14" name="Text 12"/>
          <p:cNvSpPr/>
          <p:nvPr/>
        </p:nvSpPr>
        <p:spPr>
          <a:xfrm>
            <a:off x="786384" y="4617720"/>
            <a:ext cx="10634472" cy="585216"/>
          </a:xfrm>
          <a:prstGeom prst="rect">
            <a:avLst/>
          </a:prstGeom>
          <a:noFill/>
          <a:ln/>
        </p:spPr>
        <p:txBody>
          <a:bodyPr wrap="square" lIns="0" tIns="0" rIns="0" bIns="0" rtlCol="0" anchor="t"/>
          <a:lstStyle/>
          <a:p>
            <a:pPr algn="l" indent="0" marL="0">
              <a:lnSpc>
                <a:spcPct val="100000"/>
              </a:lnSpc>
              <a:buNone/>
            </a:pPr>
            <a:r>
              <a:rPr lang="ko-KR" altLang="en-US" sz="2800" b="1" dirty="0">
                <a:solidFill>
                  <a:srgbClr val="93D7D6"/>
                </a:solidFill>
                <a:latin typeface="Pretendard" pitchFamily="34" charset="0"/>
                <a:ea typeface="Pretendard" pitchFamily="34" charset="-122"/>
                <a:cs typeface="Pretendard" pitchFamily="34" charset="-120"/>
              </a:rPr>
              <a:t>평균 복원 오차   두 신호 37.6% ↓   세 신호 50.6% ↓</a:t>
            </a:r>
            <a:endParaRPr lang="ko-KR" sz="2800" dirty="0"/>
          </a:p>
        </p:txBody>
      </p:sp>
      <p:sp>
        <p:nvSpPr>
          <p:cNvPr id="15" name="Text 13"/>
          <p:cNvSpPr/>
          <p:nvPr/>
        </p:nvSpPr>
        <p:spPr>
          <a:xfrm>
            <a:off x="786384" y="5486400"/>
            <a:ext cx="10634472" cy="576072"/>
          </a:xfrm>
          <a:prstGeom prst="rect">
            <a:avLst/>
          </a:prstGeom>
          <a:noFill/>
          <a:ln/>
        </p:spPr>
        <p:txBody>
          <a:bodyPr wrap="square" lIns="0" tIns="0" rIns="0" bIns="0" rtlCol="0" anchor="t"/>
          <a:lstStyle/>
          <a:p>
            <a:pPr algn="l" indent="0" marL="0">
              <a:lnSpc>
                <a:spcPct val="100000"/>
              </a:lnSpc>
              <a:buNone/>
            </a:pPr>
            <a:r>
              <a:rPr lang="ko-KR" altLang="en-US" sz="1700" dirty="0">
                <a:solidFill>
                  <a:srgbClr val="C8DEDF"/>
                </a:solidFill>
                <a:latin typeface="Pretendard" pitchFamily="34" charset="0"/>
                <a:ea typeface="Pretendard" pitchFamily="34" charset="-122"/>
                <a:cs typeface="Pretendard" pitchFamily="34" charset="-120"/>
              </a:rPr>
              <a:t>주파수 분포 연결 대비 상대 감소율</a:t>
            </a:r>
            <a:endParaRPr lang="ko-KR" sz="1700" dirty="0"/>
          </a:p>
          <a:p>
            <a:pPr algn="l" indent="0" marL="0">
              <a:lnSpc>
                <a:spcPct val="100000"/>
              </a:lnSpc>
              <a:buNone/>
            </a:pPr>
            <a:r>
              <a:rPr lang="ko-KR" altLang="en-US" sz="1700" dirty="0">
                <a:solidFill>
                  <a:srgbClr val="C8DEDF"/>
                </a:solidFill>
                <a:latin typeface="Pretendard" pitchFamily="34" charset="0"/>
                <a:ea typeface="Pretendard" pitchFamily="34" charset="-122"/>
                <a:cs typeface="Pretendard" pitchFamily="34" charset="-120"/>
              </a:rPr>
              <a:t>확장 검증: 독립 녹음 · 미학습 기종 · 실제 동시 수신</a:t>
            </a:r>
            <a:endParaRPr lang="ko-KR" sz="1700" dirty="0"/>
          </a:p>
        </p:txBody>
      </p:sp>
      <p:sp>
        <p:nvSpPr>
          <p:cNvPr id="16" name="Text 14"/>
          <p:cNvSpPr/>
          <p:nvPr/>
        </p:nvSpPr>
        <p:spPr>
          <a:xfrm>
            <a:off x="11000232" y="6409944"/>
            <a:ext cx="566928" cy="274320"/>
          </a:xfrm>
          <a:prstGeom prst="rect">
            <a:avLst/>
          </a:prstGeom>
          <a:noFill/>
          <a:ln/>
        </p:spPr>
        <p:txBody>
          <a:bodyPr wrap="square" lIns="0" tIns="0" rIns="0" bIns="0" rtlCol="0" anchor="t"/>
          <a:lstStyle/>
          <a:p>
            <a:pPr algn="r" indent="0" marL="0">
              <a:lnSpc>
                <a:spcPct val="100000"/>
              </a:lnSpc>
              <a:buNone/>
            </a:pPr>
            <a:r>
              <a:rPr lang="ko-KR" altLang="en-US" sz="1200" dirty="0">
                <a:solidFill>
                  <a:srgbClr val="C8DEDF"/>
                </a:solidFill>
                <a:latin typeface="Pretendard" pitchFamily="34" charset="0"/>
                <a:ea typeface="Pretendard" pitchFamily="34" charset="-122"/>
                <a:cs typeface="Pretendard" pitchFamily="34" charset="-120"/>
              </a:rPr>
              <a:t>14</a:t>
            </a:r>
            <a:endParaRPr lang="ko-KR"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292608"/>
            <a:ext cx="10881360" cy="274320"/>
          </a:xfrm>
          <a:prstGeom prst="rect">
            <a:avLst/>
          </a:prstGeom>
          <a:noFill/>
          <a:ln/>
        </p:spPr>
        <p:txBody>
          <a:bodyPr wrap="square" lIns="0" tIns="0" rIns="0" bIns="0" rtlCol="0" anchor="t"/>
          <a:lstStyle/>
          <a:p>
            <a:pPr algn="l" indent="0" marL="0">
              <a:lnSpc>
                <a:spcPct val="100000"/>
              </a:lnSpc>
              <a:buNone/>
            </a:pPr>
            <a:r>
              <a:rPr lang="ko-KR" altLang="en-US" sz="1300" dirty="0">
                <a:solidFill>
                  <a:srgbClr val="007C83"/>
                </a:solidFill>
                <a:latin typeface="Pretendard" pitchFamily="34" charset="0"/>
                <a:ea typeface="Pretendard" pitchFamily="34" charset="-122"/>
                <a:cs typeface="Pretendard" pitchFamily="34" charset="-120"/>
              </a:rPr>
              <a:t>부록 A · 조건 변화</a:t>
            </a:r>
            <a:endParaRPr lang="ko-KR" sz="1300" dirty="0"/>
          </a:p>
        </p:txBody>
      </p:sp>
      <p:sp>
        <p:nvSpPr>
          <p:cNvPr id="3" name="Text 1"/>
          <p:cNvSpPr/>
          <p:nvPr/>
        </p:nvSpPr>
        <p:spPr>
          <a:xfrm>
            <a:off x="594360" y="832104"/>
            <a:ext cx="10972800" cy="649224"/>
          </a:xfrm>
          <a:prstGeom prst="rect">
            <a:avLst/>
          </a:prstGeom>
          <a:noFill/>
          <a:ln/>
        </p:spPr>
        <p:txBody>
          <a:bodyPr wrap="square" lIns="0" tIns="0" rIns="0" bIns="0" rtlCol="0" anchor="t"/>
          <a:lstStyle/>
          <a:p>
            <a:pPr algn="l" indent="0" marL="0">
              <a:lnSpc>
                <a:spcPct val="100000"/>
              </a:lnSpc>
              <a:buNone/>
            </a:pPr>
            <a:r>
              <a:rPr lang="ko-KR" altLang="en-US" sz="3100" b="1" dirty="0">
                <a:solidFill>
                  <a:srgbClr val="17313B"/>
                </a:solidFill>
                <a:latin typeface="Pretendard" pitchFamily="34" charset="0"/>
                <a:ea typeface="Pretendard" pitchFamily="34" charset="-122"/>
                <a:cs typeface="Pretendard" pitchFamily="34" charset="-120"/>
              </a:rPr>
              <a:t>녹음·전송 대역폭 변화에 대한 추가 평가</a:t>
            </a:r>
            <a:endParaRPr lang="ko-KR" sz="3100" dirty="0"/>
          </a:p>
        </p:txBody>
      </p:sp>
      <p:sp>
        <p:nvSpPr>
          <p:cNvPr id="4" name="Text 2"/>
          <p:cNvSpPr/>
          <p:nvPr/>
        </p:nvSpPr>
        <p:spPr>
          <a:xfrm>
            <a:off x="594360" y="1609344"/>
            <a:ext cx="10972800" cy="402336"/>
          </a:xfrm>
          <a:prstGeom prst="rect">
            <a:avLst/>
          </a:prstGeom>
          <a:noFill/>
          <a:ln/>
        </p:spPr>
        <p:txBody>
          <a:bodyPr wrap="square" lIns="0" tIns="0" rIns="0" bIns="0" rtlCol="0" anchor="t"/>
          <a:lstStyle/>
          <a:p>
            <a:pPr algn="l" indent="0" marL="0">
              <a:lnSpc>
                <a:spcPct val="100000"/>
              </a:lnSpc>
              <a:buNone/>
            </a:pPr>
            <a:r>
              <a:rPr lang="ko-KR" altLang="en-US" sz="1800" dirty="0">
                <a:solidFill>
                  <a:srgbClr val="647986"/>
                </a:solidFill>
                <a:latin typeface="Pretendard" pitchFamily="34" charset="0"/>
                <a:ea typeface="Pretendard" pitchFamily="34" charset="-122"/>
                <a:cs typeface="Pretendard" pitchFamily="34" charset="-120"/>
              </a:rPr>
              <a:t>평균 복원 오차(NMSE) ↓ · 기존 5기종 유지 · 각 패널 안에서 비교</a:t>
            </a:r>
            <a:endParaRPr lang="ko-KR" sz="1800" dirty="0"/>
          </a:p>
        </p:txBody>
      </p:sp>
      <p:sp>
        <p:nvSpPr>
          <p:cNvPr id="5" name="Text 3"/>
          <p:cNvSpPr/>
          <p:nvPr/>
        </p:nvSpPr>
        <p:spPr>
          <a:xfrm>
            <a:off x="758952" y="2231136"/>
            <a:ext cx="5138928" cy="365760"/>
          </a:xfrm>
          <a:prstGeom prst="rect">
            <a:avLst/>
          </a:prstGeom>
          <a:noFill/>
          <a:ln/>
        </p:spPr>
        <p:txBody>
          <a:bodyPr wrap="square" lIns="0" tIns="0" rIns="0" bIns="0" rtlCol="0" anchor="t"/>
          <a:lstStyle/>
          <a:p>
            <a:pPr algn="l" indent="0" marL="0">
              <a:lnSpc>
                <a:spcPct val="100000"/>
              </a:lnSpc>
              <a:buNone/>
            </a:pPr>
            <a:r>
              <a:rPr lang="ko-KR" altLang="en-US" sz="2100" b="1" dirty="0">
                <a:solidFill>
                  <a:srgbClr val="17313B"/>
                </a:solidFill>
                <a:latin typeface="Pretendard" pitchFamily="34" charset="0"/>
                <a:ea typeface="Pretendard" pitchFamily="34" charset="-122"/>
                <a:cs typeface="Pretendard" pitchFamily="34" charset="-120"/>
              </a:rPr>
              <a:t>① 같은 모델의 조건 변화 평가</a:t>
            </a:r>
            <a:endParaRPr lang="ko-KR" sz="2100" dirty="0"/>
          </a:p>
        </p:txBody>
      </p:sp>
      <p:sp>
        <p:nvSpPr>
          <p:cNvPr id="6" name="Text 4"/>
          <p:cNvSpPr/>
          <p:nvPr/>
        </p:nvSpPr>
        <p:spPr>
          <a:xfrm>
            <a:off x="758952" y="2743200"/>
            <a:ext cx="5138928" cy="402336"/>
          </a:xfrm>
          <a:prstGeom prst="rect">
            <a:avLst/>
          </a:prstGeom>
          <a:noFill/>
          <a:ln/>
        </p:spPr>
        <p:txBody>
          <a:bodyPr wrap="square" lIns="0" tIns="0" rIns="0" bIns="0" rtlCol="0" anchor="t"/>
          <a:lstStyle/>
          <a:p>
            <a:pPr algn="l" indent="0" marL="0">
              <a:lnSpc>
                <a:spcPct val="100000"/>
              </a:lnSpc>
              <a:buNone/>
            </a:pPr>
            <a:r>
              <a:rPr lang="ko-KR" altLang="en-US" sz="1600" dirty="0">
                <a:solidFill>
                  <a:srgbClr val="647986"/>
                </a:solidFill>
                <a:latin typeface="Pretendard" pitchFamily="34" charset="0"/>
                <a:ea typeface="Pretendard" pitchFamily="34" charset="-122"/>
                <a:cs typeface="Pretendard" pitchFamily="34" charset="-120"/>
              </a:rPr>
              <a:t>동일 U-Net·연결 모델 · 10 → 20 MHz</a:t>
            </a:r>
            <a:endParaRPr lang="ko-KR" sz="1600" dirty="0"/>
          </a:p>
        </p:txBody>
      </p:sp>
      <p:sp>
        <p:nvSpPr>
          <p:cNvPr id="7" name="Text 5"/>
          <p:cNvSpPr/>
          <p:nvPr/>
        </p:nvSpPr>
        <p:spPr>
          <a:xfrm>
            <a:off x="6309360" y="2231136"/>
            <a:ext cx="5129784" cy="365760"/>
          </a:xfrm>
          <a:prstGeom prst="rect">
            <a:avLst/>
          </a:prstGeom>
          <a:noFill/>
          <a:ln/>
        </p:spPr>
        <p:txBody>
          <a:bodyPr wrap="square" lIns="0" tIns="0" rIns="0" bIns="0" rtlCol="0" anchor="t"/>
          <a:lstStyle/>
          <a:p>
            <a:pPr algn="l" indent="0" marL="0">
              <a:lnSpc>
                <a:spcPct val="100000"/>
              </a:lnSpc>
              <a:buNone/>
            </a:pPr>
            <a:r>
              <a:rPr lang="ko-KR" altLang="en-US" sz="2100" b="1" dirty="0">
                <a:solidFill>
                  <a:srgbClr val="17313B"/>
                </a:solidFill>
                <a:latin typeface="Pretendard" pitchFamily="34" charset="0"/>
                <a:ea typeface="Pretendard" pitchFamily="34" charset="-122"/>
                <a:cs typeface="Pretendard" pitchFamily="34" charset="-120"/>
              </a:rPr>
              <a:t>② 별도 모델의 연결 방법 비교</a:t>
            </a:r>
            <a:endParaRPr lang="ko-KR" sz="2100" dirty="0"/>
          </a:p>
        </p:txBody>
      </p:sp>
      <p:sp>
        <p:nvSpPr>
          <p:cNvPr id="8" name="Text 6"/>
          <p:cNvSpPr/>
          <p:nvPr/>
        </p:nvSpPr>
        <p:spPr>
          <a:xfrm>
            <a:off x="6309360" y="2743200"/>
            <a:ext cx="5129784" cy="402336"/>
          </a:xfrm>
          <a:prstGeom prst="rect">
            <a:avLst/>
          </a:prstGeom>
          <a:noFill/>
          <a:ln/>
        </p:spPr>
        <p:txBody>
          <a:bodyPr wrap="square" lIns="0" tIns="0" rIns="0" bIns="0" rtlCol="0" anchor="t"/>
          <a:lstStyle/>
          <a:p>
            <a:pPr algn="l" indent="0" marL="0">
              <a:lnSpc>
                <a:spcPct val="100000"/>
              </a:lnSpc>
              <a:buNone/>
            </a:pPr>
            <a:r>
              <a:rPr lang="ko-KR" altLang="en-US" sz="1600" dirty="0">
                <a:solidFill>
                  <a:srgbClr val="647986"/>
                </a:solidFill>
                <a:latin typeface="Pretendard" pitchFamily="34" charset="0"/>
                <a:ea typeface="Pretendard" pitchFamily="34" charset="-122"/>
                <a:cs typeface="Pretendard" pitchFamily="34" charset="-120"/>
              </a:rPr>
              <a:t>별도 U-Net 가중치 · 조건 변화 자료</a:t>
            </a:r>
            <a:endParaRPr lang="ko-KR" sz="1600" dirty="0"/>
          </a:p>
        </p:txBody>
      </p:sp>
      <p:graphicFrame>
        <p:nvGraphicFramePr>
          <p:cNvPr id="9" name="Chart 0" descr=""/>
          <p:cNvGraphicFramePr/>
          <p:nvPr/>
        </p:nvGraphicFramePr>
        <p:xfrm>
          <a:off x="713232" y="3236976"/>
          <a:ext cx="5193792" cy="2624328"/>
        </p:xfrm>
        <a:graphic xmlns:a="http://schemas.openxmlformats.org/drawingml/2006/main">
          <a:graphicData uri="http://schemas.openxmlformats.org/drawingml/2006/chart">
            <c:chart xmlns:c="http://schemas.openxmlformats.org/drawingml/2006/chart" r:id="rId1"/>
          </a:graphicData>
        </a:graphic>
      </p:graphicFrame>
      <p:graphicFrame>
        <p:nvGraphicFramePr>
          <p:cNvPr id="10" name="Chart 1" descr=""/>
          <p:cNvGraphicFramePr/>
          <p:nvPr/>
        </p:nvGraphicFramePr>
        <p:xfrm>
          <a:off x="6254496" y="3236976"/>
          <a:ext cx="5193792" cy="2624328"/>
        </p:xfrm>
        <a:graphic xmlns:a="http://schemas.openxmlformats.org/drawingml/2006/main">
          <a:graphicData uri="http://schemas.openxmlformats.org/drawingml/2006/chart">
            <c:chart xmlns:c="http://schemas.openxmlformats.org/drawingml/2006/chart" r:id="rId2"/>
          </a:graphicData>
        </a:graphic>
      </p:graphicFrame>
      <p:sp>
        <p:nvSpPr>
          <p:cNvPr id="11" name="Text 7"/>
          <p:cNvSpPr/>
          <p:nvPr/>
        </p:nvSpPr>
        <p:spPr>
          <a:xfrm>
            <a:off x="713232" y="5952744"/>
            <a:ext cx="10808208" cy="411480"/>
          </a:xfrm>
          <a:prstGeom prst="rect">
            <a:avLst/>
          </a:prstGeom>
          <a:noFill/>
          <a:ln/>
        </p:spPr>
        <p:txBody>
          <a:bodyPr wrap="square" lIns="0" tIns="0" rIns="0" bIns="0" rtlCol="0" anchor="t"/>
          <a:lstStyle/>
          <a:p>
            <a:pPr algn="l" indent="0" marL="0">
              <a:lnSpc>
                <a:spcPct val="100000"/>
              </a:lnSpc>
              <a:buNone/>
            </a:pPr>
            <a:r>
              <a:rPr lang="ko-KR" altLang="en-US" sz="1400" dirty="0">
                <a:solidFill>
                  <a:srgbClr val="647986"/>
                </a:solidFill>
                <a:latin typeface="Pretendard" pitchFamily="34" charset="0"/>
                <a:ea typeface="Pretendard" pitchFamily="34" charset="-122"/>
                <a:cs typeface="Pretendard" pitchFamily="34" charset="-120"/>
              </a:rPr>
              <a:t>녹음과 대역폭의 영향은 분리되지 않음 · 같은 조건의 별도 원녹음 평가와 구분</a:t>
            </a:r>
            <a:endParaRPr lang="ko-KR" sz="1400" dirty="0"/>
          </a:p>
        </p:txBody>
      </p:sp>
      <p:sp>
        <p:nvSpPr>
          <p:cNvPr id="12" name="Text 8"/>
          <p:cNvSpPr/>
          <p:nvPr/>
        </p:nvSpPr>
        <p:spPr>
          <a:xfrm>
            <a:off x="11000232" y="6409944"/>
            <a:ext cx="566928" cy="274320"/>
          </a:xfrm>
          <a:prstGeom prst="rect">
            <a:avLst/>
          </a:prstGeom>
          <a:noFill/>
          <a:ln/>
        </p:spPr>
        <p:txBody>
          <a:bodyPr wrap="square" lIns="0" tIns="0" rIns="0" bIns="0" rtlCol="0" anchor="t"/>
          <a:lstStyle/>
          <a:p>
            <a:pPr algn="r" indent="0" marL="0">
              <a:lnSpc>
                <a:spcPct val="100000"/>
              </a:lnSpc>
              <a:buNone/>
            </a:pPr>
            <a:r>
              <a:rPr lang="ko-KR" altLang="en-US" sz="1200" dirty="0">
                <a:solidFill>
                  <a:srgbClr val="647986"/>
                </a:solidFill>
                <a:latin typeface="Pretendard" pitchFamily="34" charset="0"/>
                <a:ea typeface="Pretendard" pitchFamily="34" charset="-122"/>
                <a:cs typeface="Pretendard" pitchFamily="34" charset="-120"/>
              </a:rPr>
              <a:t>15</a:t>
            </a:r>
            <a:endParaRPr lang="ko-KR"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292608"/>
            <a:ext cx="10881360" cy="274320"/>
          </a:xfrm>
          <a:prstGeom prst="rect">
            <a:avLst/>
          </a:prstGeom>
          <a:noFill/>
          <a:ln/>
        </p:spPr>
        <p:txBody>
          <a:bodyPr wrap="square" lIns="0" tIns="0" rIns="0" bIns="0" rtlCol="0" anchor="t"/>
          <a:lstStyle/>
          <a:p>
            <a:pPr algn="l" indent="0" marL="0">
              <a:lnSpc>
                <a:spcPct val="100000"/>
              </a:lnSpc>
              <a:buNone/>
            </a:pPr>
            <a:r>
              <a:rPr lang="ko-KR" altLang="en-US" sz="1300" dirty="0">
                <a:solidFill>
                  <a:srgbClr val="007C83"/>
                </a:solidFill>
                <a:latin typeface="Pretendard" pitchFamily="34" charset="0"/>
                <a:ea typeface="Pretendard" pitchFamily="34" charset="-122"/>
                <a:cs typeface="Pretendard" pitchFamily="34" charset="-120"/>
              </a:rPr>
              <a:t>부록 B · 상세 평가</a:t>
            </a:r>
            <a:endParaRPr lang="ko-KR" sz="1300" dirty="0"/>
          </a:p>
        </p:txBody>
      </p:sp>
      <p:sp>
        <p:nvSpPr>
          <p:cNvPr id="3" name="Text 1"/>
          <p:cNvSpPr/>
          <p:nvPr/>
        </p:nvSpPr>
        <p:spPr>
          <a:xfrm>
            <a:off x="594360" y="832104"/>
            <a:ext cx="10972800" cy="649224"/>
          </a:xfrm>
          <a:prstGeom prst="rect">
            <a:avLst/>
          </a:prstGeom>
          <a:noFill/>
          <a:ln/>
        </p:spPr>
        <p:txBody>
          <a:bodyPr wrap="square" lIns="0" tIns="0" rIns="0" bIns="0" rtlCol="0" anchor="t"/>
          <a:lstStyle/>
          <a:p>
            <a:pPr algn="l" indent="0" marL="0">
              <a:lnSpc>
                <a:spcPct val="100000"/>
              </a:lnSpc>
              <a:buNone/>
            </a:pPr>
            <a:r>
              <a:rPr lang="ko-KR" altLang="en-US" sz="3100" b="1" dirty="0">
                <a:solidFill>
                  <a:srgbClr val="17313B"/>
                </a:solidFill>
                <a:latin typeface="Pretendard" pitchFamily="34" charset="0"/>
                <a:ea typeface="Pretendard" pitchFamily="34" charset="-122"/>
                <a:cs typeface="Pretendard" pitchFamily="34" charset="-120"/>
              </a:rPr>
              <a:t>개수 추정과 조건별 결과</a:t>
            </a:r>
            <a:endParaRPr lang="ko-KR" sz="3100" dirty="0"/>
          </a:p>
        </p:txBody>
      </p:sp>
      <p:sp>
        <p:nvSpPr>
          <p:cNvPr id="4" name="Text 2"/>
          <p:cNvSpPr/>
          <p:nvPr/>
        </p:nvSpPr>
        <p:spPr>
          <a:xfrm>
            <a:off x="594360" y="1609344"/>
            <a:ext cx="10972800" cy="402336"/>
          </a:xfrm>
          <a:prstGeom prst="rect">
            <a:avLst/>
          </a:prstGeom>
          <a:noFill/>
          <a:ln/>
        </p:spPr>
        <p:txBody>
          <a:bodyPr wrap="square" lIns="0" tIns="0" rIns="0" bIns="0" rtlCol="0" anchor="t"/>
          <a:lstStyle/>
          <a:p>
            <a:pPr algn="l" indent="0" marL="0">
              <a:lnSpc>
                <a:spcPct val="100000"/>
              </a:lnSpc>
              <a:buNone/>
            </a:pPr>
            <a:r>
              <a:rPr lang="ko-KR" altLang="en-US" sz="1800" dirty="0">
                <a:solidFill>
                  <a:srgbClr val="647986"/>
                </a:solidFill>
                <a:latin typeface="Pretendard" pitchFamily="34" charset="0"/>
                <a:ea typeface="Pretendard" pitchFamily="34" charset="-122"/>
                <a:cs typeface="Pretendard" pitchFamily="34" charset="-120"/>
              </a:rPr>
              <a:t>개수는 합성 원신호 수 · 파형 성능은 모든 평가 조건의 평균</a:t>
            </a:r>
            <a:endParaRPr lang="ko-KR" sz="1800" dirty="0"/>
          </a:p>
        </p:txBody>
      </p:sp>
      <p:sp>
        <p:nvSpPr>
          <p:cNvPr id="5" name="Shape 3"/>
          <p:cNvSpPr/>
          <p:nvPr/>
        </p:nvSpPr>
        <p:spPr>
          <a:xfrm>
            <a:off x="694944" y="2459736"/>
            <a:ext cx="10808208" cy="475488"/>
          </a:xfrm>
          <a:prstGeom prst="roundRect">
            <a:avLst>
              <a:gd name="adj" fmla="val 19231"/>
            </a:avLst>
          </a:prstGeom>
          <a:solidFill>
            <a:srgbClr val="17313B"/>
          </a:solidFill>
          <a:ln w="12700">
            <a:solidFill>
              <a:srgbClr val="17313B"/>
            </a:solidFill>
            <a:prstDash val="solid"/>
          </a:ln>
        </p:spPr>
      </p:sp>
      <p:sp>
        <p:nvSpPr>
          <p:cNvPr id="6" name="Text 4"/>
          <p:cNvSpPr/>
          <p:nvPr/>
        </p:nvSpPr>
        <p:spPr>
          <a:xfrm>
            <a:off x="813816" y="2578608"/>
            <a:ext cx="4608576" cy="274320"/>
          </a:xfrm>
          <a:prstGeom prst="rect">
            <a:avLst/>
          </a:prstGeom>
          <a:noFill/>
          <a:ln/>
        </p:spPr>
        <p:txBody>
          <a:bodyPr wrap="square" lIns="0" tIns="0" rIns="0" bIns="0" rtlCol="0" anchor="t"/>
          <a:lstStyle/>
          <a:p>
            <a:pPr algn="l" indent="0" marL="0">
              <a:lnSpc>
                <a:spcPct val="100000"/>
              </a:lnSpc>
              <a:buNone/>
            </a:pPr>
            <a:r>
              <a:rPr lang="ko-KR" altLang="en-US" sz="1500" b="1" dirty="0">
                <a:solidFill>
                  <a:srgbClr val="FFFFFF"/>
                </a:solidFill>
                <a:latin typeface="Pretendard" pitchFamily="34" charset="0"/>
                <a:ea typeface="Pretendard" pitchFamily="34" charset="-122"/>
                <a:cs typeface="Pretendard" pitchFamily="34" charset="-120"/>
              </a:rPr>
              <a:t>평가 조건</a:t>
            </a:r>
            <a:endParaRPr lang="ko-KR" sz="1500" dirty="0"/>
          </a:p>
        </p:txBody>
      </p:sp>
      <p:sp>
        <p:nvSpPr>
          <p:cNvPr id="7" name="Text 5"/>
          <p:cNvSpPr/>
          <p:nvPr/>
        </p:nvSpPr>
        <p:spPr>
          <a:xfrm>
            <a:off x="5660136" y="2578608"/>
            <a:ext cx="1143000" cy="274320"/>
          </a:xfrm>
          <a:prstGeom prst="rect">
            <a:avLst/>
          </a:prstGeom>
          <a:noFill/>
          <a:ln/>
        </p:spPr>
        <p:txBody>
          <a:bodyPr wrap="square" lIns="0" tIns="0" rIns="0" bIns="0" rtlCol="0" anchor="t"/>
          <a:lstStyle/>
          <a:p>
            <a:pPr algn="l" indent="0" marL="0">
              <a:lnSpc>
                <a:spcPct val="100000"/>
              </a:lnSpc>
              <a:buNone/>
            </a:pPr>
            <a:r>
              <a:rPr lang="ko-KR" altLang="en-US" sz="1500" b="1" dirty="0">
                <a:solidFill>
                  <a:srgbClr val="FFFFFF"/>
                </a:solidFill>
                <a:latin typeface="Pretendard" pitchFamily="34" charset="0"/>
                <a:ea typeface="Pretendard" pitchFamily="34" charset="-122"/>
                <a:cs typeface="Pretendard" pitchFamily="34" charset="-120"/>
              </a:rPr>
              <a:t>1개</a:t>
            </a:r>
            <a:endParaRPr lang="ko-KR" sz="1500" dirty="0"/>
          </a:p>
        </p:txBody>
      </p:sp>
      <p:sp>
        <p:nvSpPr>
          <p:cNvPr id="8" name="Text 6"/>
          <p:cNvSpPr/>
          <p:nvPr/>
        </p:nvSpPr>
        <p:spPr>
          <a:xfrm>
            <a:off x="7040880" y="2578608"/>
            <a:ext cx="1143000" cy="274320"/>
          </a:xfrm>
          <a:prstGeom prst="rect">
            <a:avLst/>
          </a:prstGeom>
          <a:noFill/>
          <a:ln/>
        </p:spPr>
        <p:txBody>
          <a:bodyPr wrap="square" lIns="0" tIns="0" rIns="0" bIns="0" rtlCol="0" anchor="t"/>
          <a:lstStyle/>
          <a:p>
            <a:pPr algn="l" indent="0" marL="0">
              <a:lnSpc>
                <a:spcPct val="100000"/>
              </a:lnSpc>
              <a:buNone/>
            </a:pPr>
            <a:r>
              <a:rPr lang="ko-KR" altLang="en-US" sz="1500" b="1" dirty="0">
                <a:solidFill>
                  <a:srgbClr val="FFFFFF"/>
                </a:solidFill>
                <a:latin typeface="Pretendard" pitchFamily="34" charset="0"/>
                <a:ea typeface="Pretendard" pitchFamily="34" charset="-122"/>
                <a:cs typeface="Pretendard" pitchFamily="34" charset="-120"/>
              </a:rPr>
              <a:t>2개</a:t>
            </a:r>
            <a:endParaRPr lang="ko-KR" sz="1500" dirty="0"/>
          </a:p>
        </p:txBody>
      </p:sp>
      <p:sp>
        <p:nvSpPr>
          <p:cNvPr id="9" name="Text 7"/>
          <p:cNvSpPr/>
          <p:nvPr/>
        </p:nvSpPr>
        <p:spPr>
          <a:xfrm>
            <a:off x="8421624" y="2578608"/>
            <a:ext cx="1143000" cy="274320"/>
          </a:xfrm>
          <a:prstGeom prst="rect">
            <a:avLst/>
          </a:prstGeom>
          <a:noFill/>
          <a:ln/>
        </p:spPr>
        <p:txBody>
          <a:bodyPr wrap="square" lIns="0" tIns="0" rIns="0" bIns="0" rtlCol="0" anchor="t"/>
          <a:lstStyle/>
          <a:p>
            <a:pPr algn="l" indent="0" marL="0">
              <a:lnSpc>
                <a:spcPct val="100000"/>
              </a:lnSpc>
              <a:buNone/>
            </a:pPr>
            <a:r>
              <a:rPr lang="ko-KR" altLang="en-US" sz="1500" b="1" dirty="0">
                <a:solidFill>
                  <a:srgbClr val="FFFFFF"/>
                </a:solidFill>
                <a:latin typeface="Pretendard" pitchFamily="34" charset="0"/>
                <a:ea typeface="Pretendard" pitchFamily="34" charset="-122"/>
                <a:cs typeface="Pretendard" pitchFamily="34" charset="-120"/>
              </a:rPr>
              <a:t>3개</a:t>
            </a:r>
            <a:endParaRPr lang="ko-KR" sz="1500" dirty="0"/>
          </a:p>
        </p:txBody>
      </p:sp>
      <p:sp>
        <p:nvSpPr>
          <p:cNvPr id="10" name="Text 8"/>
          <p:cNvSpPr/>
          <p:nvPr/>
        </p:nvSpPr>
        <p:spPr>
          <a:xfrm>
            <a:off x="9802368" y="2578608"/>
            <a:ext cx="1581912" cy="274320"/>
          </a:xfrm>
          <a:prstGeom prst="rect">
            <a:avLst/>
          </a:prstGeom>
          <a:noFill/>
          <a:ln/>
        </p:spPr>
        <p:txBody>
          <a:bodyPr wrap="square" lIns="0" tIns="0" rIns="0" bIns="0" rtlCol="0" anchor="t"/>
          <a:lstStyle/>
          <a:p>
            <a:pPr algn="l" indent="0" marL="0">
              <a:lnSpc>
                <a:spcPct val="100000"/>
              </a:lnSpc>
              <a:buNone/>
            </a:pPr>
            <a:r>
              <a:rPr lang="ko-KR" altLang="en-US" sz="1500" b="1" dirty="0">
                <a:solidFill>
                  <a:srgbClr val="FFFFFF"/>
                </a:solidFill>
                <a:latin typeface="Pretendard" pitchFamily="34" charset="0"/>
                <a:ea typeface="Pretendard" pitchFamily="34" charset="-122"/>
                <a:cs typeface="Pretendard" pitchFamily="34" charset="-120"/>
              </a:rPr>
              <a:t>전체</a:t>
            </a:r>
            <a:endParaRPr lang="ko-KR" sz="1500" dirty="0"/>
          </a:p>
        </p:txBody>
      </p:sp>
      <p:sp>
        <p:nvSpPr>
          <p:cNvPr id="11" name="Shape 9"/>
          <p:cNvSpPr/>
          <p:nvPr/>
        </p:nvSpPr>
        <p:spPr>
          <a:xfrm>
            <a:off x="694944" y="2935224"/>
            <a:ext cx="10808208" cy="667512"/>
          </a:xfrm>
          <a:prstGeom prst="roundRect">
            <a:avLst>
              <a:gd name="adj" fmla="val 13699"/>
            </a:avLst>
          </a:prstGeom>
          <a:solidFill>
            <a:srgbClr val="F1F5F6"/>
          </a:solidFill>
          <a:ln w="12700">
            <a:solidFill>
              <a:srgbClr val="F1F5F6"/>
            </a:solidFill>
            <a:prstDash val="solid"/>
          </a:ln>
        </p:spPr>
      </p:sp>
      <p:sp>
        <p:nvSpPr>
          <p:cNvPr id="12" name="Text 10"/>
          <p:cNvSpPr/>
          <p:nvPr/>
        </p:nvSpPr>
        <p:spPr>
          <a:xfrm>
            <a:off x="813816" y="3081528"/>
            <a:ext cx="4608576" cy="502920"/>
          </a:xfrm>
          <a:prstGeom prst="rect">
            <a:avLst/>
          </a:prstGeom>
          <a:noFill/>
          <a:ln/>
        </p:spPr>
        <p:txBody>
          <a:bodyPr wrap="square" lIns="0" tIns="0" rIns="0" bIns="0" rtlCol="0" anchor="t"/>
          <a:lstStyle/>
          <a:p>
            <a:pPr algn="l" indent="0" marL="0">
              <a:lnSpc>
                <a:spcPct val="100000"/>
              </a:lnSpc>
              <a:buNone/>
            </a:pPr>
            <a:r>
              <a:rPr lang="ko-KR" altLang="en-US" sz="1800" dirty="0">
                <a:solidFill>
                  <a:srgbClr val="17313B"/>
                </a:solidFill>
                <a:latin typeface="Pretendard" pitchFamily="34" charset="0"/>
                <a:ea typeface="Pretendard" pitchFamily="34" charset="-122"/>
                <a:cs typeface="Pretendard" pitchFamily="34" charset="-120"/>
              </a:rPr>
              <a:t>같은 녹음의 미학습 시간</a:t>
            </a:r>
            <a:endParaRPr lang="ko-KR" sz="1800" dirty="0"/>
          </a:p>
        </p:txBody>
      </p:sp>
      <p:sp>
        <p:nvSpPr>
          <p:cNvPr id="13" name="Text 11"/>
          <p:cNvSpPr/>
          <p:nvPr/>
        </p:nvSpPr>
        <p:spPr>
          <a:xfrm>
            <a:off x="5660136" y="3081528"/>
            <a:ext cx="1143000" cy="502920"/>
          </a:xfrm>
          <a:prstGeom prst="rect">
            <a:avLst/>
          </a:prstGeom>
          <a:noFill/>
          <a:ln/>
        </p:spPr>
        <p:txBody>
          <a:bodyPr wrap="square" lIns="0" tIns="0" rIns="0" bIns="0" rtlCol="0" anchor="t"/>
          <a:lstStyle/>
          <a:p>
            <a:pPr algn="l" indent="0" marL="0">
              <a:lnSpc>
                <a:spcPct val="100000"/>
              </a:lnSpc>
              <a:buNone/>
            </a:pPr>
            <a:r>
              <a:rPr lang="ko-KR" altLang="en-US" sz="1800" dirty="0">
                <a:solidFill>
                  <a:srgbClr val="17313B"/>
                </a:solidFill>
                <a:latin typeface="Pretendard" pitchFamily="34" charset="0"/>
                <a:ea typeface="Pretendard" pitchFamily="34" charset="-122"/>
                <a:cs typeface="Pretendard" pitchFamily="34" charset="-120"/>
              </a:rPr>
              <a:t>5/5</a:t>
            </a:r>
            <a:endParaRPr lang="ko-KR" sz="1800" dirty="0"/>
          </a:p>
        </p:txBody>
      </p:sp>
      <p:sp>
        <p:nvSpPr>
          <p:cNvPr id="14" name="Text 12"/>
          <p:cNvSpPr/>
          <p:nvPr/>
        </p:nvSpPr>
        <p:spPr>
          <a:xfrm>
            <a:off x="7040880" y="3081528"/>
            <a:ext cx="1143000" cy="502920"/>
          </a:xfrm>
          <a:prstGeom prst="rect">
            <a:avLst/>
          </a:prstGeom>
          <a:noFill/>
          <a:ln/>
        </p:spPr>
        <p:txBody>
          <a:bodyPr wrap="square" lIns="0" tIns="0" rIns="0" bIns="0" rtlCol="0" anchor="t"/>
          <a:lstStyle/>
          <a:p>
            <a:pPr algn="l" indent="0" marL="0">
              <a:lnSpc>
                <a:spcPct val="100000"/>
              </a:lnSpc>
              <a:buNone/>
            </a:pPr>
            <a:r>
              <a:rPr lang="ko-KR" altLang="en-US" sz="1800" dirty="0">
                <a:solidFill>
                  <a:srgbClr val="17313B"/>
                </a:solidFill>
                <a:latin typeface="Pretendard" pitchFamily="34" charset="0"/>
                <a:ea typeface="Pretendard" pitchFamily="34" charset="-122"/>
                <a:cs typeface="Pretendard" pitchFamily="34" charset="-120"/>
              </a:rPr>
              <a:t>12/12</a:t>
            </a:r>
            <a:endParaRPr lang="ko-KR" sz="1800" dirty="0"/>
          </a:p>
        </p:txBody>
      </p:sp>
      <p:sp>
        <p:nvSpPr>
          <p:cNvPr id="15" name="Text 13"/>
          <p:cNvSpPr/>
          <p:nvPr/>
        </p:nvSpPr>
        <p:spPr>
          <a:xfrm>
            <a:off x="8421624" y="3081528"/>
            <a:ext cx="1143000" cy="502920"/>
          </a:xfrm>
          <a:prstGeom prst="rect">
            <a:avLst/>
          </a:prstGeom>
          <a:noFill/>
          <a:ln/>
        </p:spPr>
        <p:txBody>
          <a:bodyPr wrap="square" lIns="0" tIns="0" rIns="0" bIns="0" rtlCol="0" anchor="t"/>
          <a:lstStyle/>
          <a:p>
            <a:pPr algn="l" indent="0" marL="0">
              <a:lnSpc>
                <a:spcPct val="100000"/>
              </a:lnSpc>
              <a:buNone/>
            </a:pPr>
            <a:r>
              <a:rPr lang="ko-KR" altLang="en-US" sz="1800" dirty="0">
                <a:solidFill>
                  <a:srgbClr val="17313B"/>
                </a:solidFill>
                <a:latin typeface="Pretendard" pitchFamily="34" charset="0"/>
                <a:ea typeface="Pretendard" pitchFamily="34" charset="-122"/>
                <a:cs typeface="Pretendard" pitchFamily="34" charset="-120"/>
              </a:rPr>
              <a:t>7/7</a:t>
            </a:r>
            <a:endParaRPr lang="ko-KR" sz="1800" dirty="0"/>
          </a:p>
        </p:txBody>
      </p:sp>
      <p:sp>
        <p:nvSpPr>
          <p:cNvPr id="16" name="Text 14"/>
          <p:cNvSpPr/>
          <p:nvPr/>
        </p:nvSpPr>
        <p:spPr>
          <a:xfrm>
            <a:off x="9802368" y="3081528"/>
            <a:ext cx="1581912" cy="502920"/>
          </a:xfrm>
          <a:prstGeom prst="rect">
            <a:avLst/>
          </a:prstGeom>
          <a:noFill/>
          <a:ln/>
        </p:spPr>
        <p:txBody>
          <a:bodyPr wrap="square" lIns="0" tIns="0" rIns="0" bIns="0" rtlCol="0" anchor="t"/>
          <a:lstStyle/>
          <a:p>
            <a:pPr algn="l" indent="0" marL="0">
              <a:lnSpc>
                <a:spcPct val="100000"/>
              </a:lnSpc>
              <a:buNone/>
            </a:pPr>
            <a:r>
              <a:rPr lang="ko-KR" altLang="en-US" sz="1800" dirty="0">
                <a:solidFill>
                  <a:srgbClr val="17313B"/>
                </a:solidFill>
                <a:latin typeface="Pretendard" pitchFamily="34" charset="0"/>
                <a:ea typeface="Pretendard" pitchFamily="34" charset="-122"/>
                <a:cs typeface="Pretendard" pitchFamily="34" charset="-120"/>
              </a:rPr>
              <a:t>24/24</a:t>
            </a:r>
            <a:endParaRPr lang="ko-KR" sz="1800" dirty="0"/>
          </a:p>
        </p:txBody>
      </p:sp>
      <p:sp>
        <p:nvSpPr>
          <p:cNvPr id="17" name="Shape 15"/>
          <p:cNvSpPr/>
          <p:nvPr/>
        </p:nvSpPr>
        <p:spPr>
          <a:xfrm>
            <a:off x="694944" y="3602736"/>
            <a:ext cx="10808208" cy="667512"/>
          </a:xfrm>
          <a:prstGeom prst="roundRect">
            <a:avLst>
              <a:gd name="adj" fmla="val 13699"/>
            </a:avLst>
          </a:prstGeom>
          <a:solidFill>
            <a:srgbClr val="FFFFFF"/>
          </a:solidFill>
          <a:ln w="12700">
            <a:solidFill>
              <a:srgbClr val="FFFFFF"/>
            </a:solidFill>
            <a:prstDash val="solid"/>
          </a:ln>
        </p:spPr>
      </p:sp>
      <p:sp>
        <p:nvSpPr>
          <p:cNvPr id="18" name="Text 16"/>
          <p:cNvSpPr/>
          <p:nvPr/>
        </p:nvSpPr>
        <p:spPr>
          <a:xfrm>
            <a:off x="813816" y="3749040"/>
            <a:ext cx="4608576" cy="502920"/>
          </a:xfrm>
          <a:prstGeom prst="rect">
            <a:avLst/>
          </a:prstGeom>
          <a:noFill/>
          <a:ln/>
        </p:spPr>
        <p:txBody>
          <a:bodyPr wrap="square" lIns="0" tIns="0" rIns="0" bIns="0" rtlCol="0" anchor="t"/>
          <a:lstStyle/>
          <a:p>
            <a:pPr algn="l" indent="0" marL="0">
              <a:lnSpc>
                <a:spcPct val="100000"/>
              </a:lnSpc>
              <a:buNone/>
            </a:pPr>
            <a:r>
              <a:rPr lang="ko-KR" altLang="en-US" sz="1800" dirty="0">
                <a:solidFill>
                  <a:srgbClr val="17313B"/>
                </a:solidFill>
                <a:latin typeface="Pretendard" pitchFamily="34" charset="0"/>
                <a:ea typeface="Pretendard" pitchFamily="34" charset="-122"/>
                <a:cs typeface="Pretendard" pitchFamily="34" charset="-120"/>
              </a:rPr>
              <a:t>다른 녹음 + 다른 전송 대역폭</a:t>
            </a:r>
            <a:endParaRPr lang="ko-KR" sz="1800" dirty="0"/>
          </a:p>
        </p:txBody>
      </p:sp>
      <p:sp>
        <p:nvSpPr>
          <p:cNvPr id="19" name="Text 17"/>
          <p:cNvSpPr/>
          <p:nvPr/>
        </p:nvSpPr>
        <p:spPr>
          <a:xfrm>
            <a:off x="5660136" y="3749040"/>
            <a:ext cx="1143000" cy="502920"/>
          </a:xfrm>
          <a:prstGeom prst="rect">
            <a:avLst/>
          </a:prstGeom>
          <a:noFill/>
          <a:ln/>
        </p:spPr>
        <p:txBody>
          <a:bodyPr wrap="square" lIns="0" tIns="0" rIns="0" bIns="0" rtlCol="0" anchor="t"/>
          <a:lstStyle/>
          <a:p>
            <a:pPr algn="l" indent="0" marL="0">
              <a:lnSpc>
                <a:spcPct val="100000"/>
              </a:lnSpc>
              <a:buNone/>
            </a:pPr>
            <a:r>
              <a:rPr lang="ko-KR" altLang="en-US" sz="1800" dirty="0">
                <a:solidFill>
                  <a:srgbClr val="17313B"/>
                </a:solidFill>
                <a:latin typeface="Pretendard" pitchFamily="34" charset="0"/>
                <a:ea typeface="Pretendard" pitchFamily="34" charset="-122"/>
                <a:cs typeface="Pretendard" pitchFamily="34" charset="-120"/>
              </a:rPr>
              <a:t>3/5</a:t>
            </a:r>
            <a:endParaRPr lang="ko-KR" sz="1800" dirty="0"/>
          </a:p>
        </p:txBody>
      </p:sp>
      <p:sp>
        <p:nvSpPr>
          <p:cNvPr id="20" name="Text 18"/>
          <p:cNvSpPr/>
          <p:nvPr/>
        </p:nvSpPr>
        <p:spPr>
          <a:xfrm>
            <a:off x="7040880" y="3749040"/>
            <a:ext cx="1143000" cy="502920"/>
          </a:xfrm>
          <a:prstGeom prst="rect">
            <a:avLst/>
          </a:prstGeom>
          <a:noFill/>
          <a:ln/>
        </p:spPr>
        <p:txBody>
          <a:bodyPr wrap="square" lIns="0" tIns="0" rIns="0" bIns="0" rtlCol="0" anchor="t"/>
          <a:lstStyle/>
          <a:p>
            <a:pPr algn="l" indent="0" marL="0">
              <a:lnSpc>
                <a:spcPct val="100000"/>
              </a:lnSpc>
              <a:buNone/>
            </a:pPr>
            <a:r>
              <a:rPr lang="ko-KR" altLang="en-US" sz="1800" dirty="0">
                <a:solidFill>
                  <a:srgbClr val="17313B"/>
                </a:solidFill>
                <a:latin typeface="Pretendard" pitchFamily="34" charset="0"/>
                <a:ea typeface="Pretendard" pitchFamily="34" charset="-122"/>
                <a:cs typeface="Pretendard" pitchFamily="34" charset="-120"/>
              </a:rPr>
              <a:t>4/12</a:t>
            </a:r>
            <a:endParaRPr lang="ko-KR" sz="1800" dirty="0"/>
          </a:p>
        </p:txBody>
      </p:sp>
      <p:sp>
        <p:nvSpPr>
          <p:cNvPr id="21" name="Text 19"/>
          <p:cNvSpPr/>
          <p:nvPr/>
        </p:nvSpPr>
        <p:spPr>
          <a:xfrm>
            <a:off x="8421624" y="3749040"/>
            <a:ext cx="1143000" cy="502920"/>
          </a:xfrm>
          <a:prstGeom prst="rect">
            <a:avLst/>
          </a:prstGeom>
          <a:noFill/>
          <a:ln/>
        </p:spPr>
        <p:txBody>
          <a:bodyPr wrap="square" lIns="0" tIns="0" rIns="0" bIns="0" rtlCol="0" anchor="t"/>
          <a:lstStyle/>
          <a:p>
            <a:pPr algn="l" indent="0" marL="0">
              <a:lnSpc>
                <a:spcPct val="100000"/>
              </a:lnSpc>
              <a:buNone/>
            </a:pPr>
            <a:r>
              <a:rPr lang="ko-KR" altLang="en-US" sz="1800" dirty="0">
                <a:solidFill>
                  <a:srgbClr val="17313B"/>
                </a:solidFill>
                <a:latin typeface="Pretendard" pitchFamily="34" charset="0"/>
                <a:ea typeface="Pretendard" pitchFamily="34" charset="-122"/>
                <a:cs typeface="Pretendard" pitchFamily="34" charset="-120"/>
              </a:rPr>
              <a:t>5/7</a:t>
            </a:r>
            <a:endParaRPr lang="ko-KR" sz="1800" dirty="0"/>
          </a:p>
        </p:txBody>
      </p:sp>
      <p:sp>
        <p:nvSpPr>
          <p:cNvPr id="22" name="Text 20"/>
          <p:cNvSpPr/>
          <p:nvPr/>
        </p:nvSpPr>
        <p:spPr>
          <a:xfrm>
            <a:off x="9802368" y="3749040"/>
            <a:ext cx="1581912" cy="502920"/>
          </a:xfrm>
          <a:prstGeom prst="rect">
            <a:avLst/>
          </a:prstGeom>
          <a:noFill/>
          <a:ln/>
        </p:spPr>
        <p:txBody>
          <a:bodyPr wrap="square" lIns="0" tIns="0" rIns="0" bIns="0" rtlCol="0" anchor="t"/>
          <a:lstStyle/>
          <a:p>
            <a:pPr algn="l" indent="0" marL="0">
              <a:lnSpc>
                <a:spcPct val="100000"/>
              </a:lnSpc>
              <a:buNone/>
            </a:pPr>
            <a:r>
              <a:rPr lang="ko-KR" altLang="en-US" sz="1800" dirty="0">
                <a:solidFill>
                  <a:srgbClr val="17313B"/>
                </a:solidFill>
                <a:latin typeface="Pretendard" pitchFamily="34" charset="0"/>
                <a:ea typeface="Pretendard" pitchFamily="34" charset="-122"/>
                <a:cs typeface="Pretendard" pitchFamily="34" charset="-120"/>
              </a:rPr>
              <a:t>12/24</a:t>
            </a:r>
            <a:endParaRPr lang="ko-KR" sz="1800" dirty="0"/>
          </a:p>
        </p:txBody>
      </p:sp>
      <p:sp>
        <p:nvSpPr>
          <p:cNvPr id="23" name="Shape 21"/>
          <p:cNvSpPr/>
          <p:nvPr/>
        </p:nvSpPr>
        <p:spPr>
          <a:xfrm>
            <a:off x="722376" y="4590288"/>
            <a:ext cx="5138928" cy="1280160"/>
          </a:xfrm>
          <a:prstGeom prst="roundRect">
            <a:avLst>
              <a:gd name="adj" fmla="val 7143"/>
            </a:avLst>
          </a:prstGeom>
          <a:solidFill>
            <a:srgbClr val="E7F3F2"/>
          </a:solidFill>
          <a:ln w="12700">
            <a:solidFill>
              <a:srgbClr val="E7F3F2"/>
            </a:solidFill>
            <a:prstDash val="solid"/>
          </a:ln>
        </p:spPr>
      </p:sp>
      <p:sp>
        <p:nvSpPr>
          <p:cNvPr id="24" name="Text 22"/>
          <p:cNvSpPr/>
          <p:nvPr/>
        </p:nvSpPr>
        <p:spPr>
          <a:xfrm>
            <a:off x="886968" y="4782312"/>
            <a:ext cx="4809744" cy="393192"/>
          </a:xfrm>
          <a:prstGeom prst="rect">
            <a:avLst/>
          </a:prstGeom>
          <a:noFill/>
          <a:ln/>
        </p:spPr>
        <p:txBody>
          <a:bodyPr wrap="square" lIns="0" tIns="0" rIns="0" bIns="0" rtlCol="0" anchor="t"/>
          <a:lstStyle/>
          <a:p>
            <a:pPr algn="l" indent="0" marL="0">
              <a:lnSpc>
                <a:spcPct val="100000"/>
              </a:lnSpc>
              <a:buNone/>
            </a:pPr>
            <a:r>
              <a:rPr lang="ko-KR" altLang="en-US" sz="2200" b="1" dirty="0">
                <a:solidFill>
                  <a:srgbClr val="007C83"/>
                </a:solidFill>
                <a:latin typeface="Pretendard" pitchFamily="34" charset="0"/>
                <a:ea typeface="Pretendard" pitchFamily="34" charset="-122"/>
                <a:cs typeface="Pretendard" pitchFamily="34" charset="-120"/>
              </a:rPr>
              <a:t>본문의 평균 집계</a:t>
            </a:r>
            <a:endParaRPr lang="ko-KR" sz="2200" dirty="0"/>
          </a:p>
        </p:txBody>
      </p:sp>
      <p:sp>
        <p:nvSpPr>
          <p:cNvPr id="25" name="Text 23"/>
          <p:cNvSpPr/>
          <p:nvPr/>
        </p:nvSpPr>
        <p:spPr>
          <a:xfrm>
            <a:off x="886968" y="5394960"/>
            <a:ext cx="4809744" cy="411480"/>
          </a:xfrm>
          <a:prstGeom prst="rect">
            <a:avLst/>
          </a:prstGeom>
          <a:noFill/>
          <a:ln/>
        </p:spPr>
        <p:txBody>
          <a:bodyPr wrap="square" lIns="0" tIns="0" rIns="0" bIns="0" rtlCol="0" anchor="t"/>
          <a:lstStyle/>
          <a:p>
            <a:pPr algn="l" indent="0" marL="0">
              <a:lnSpc>
                <a:spcPct val="100000"/>
              </a:lnSpc>
              <a:buNone/>
            </a:pPr>
            <a:r>
              <a:rPr lang="ko-KR" altLang="en-US" sz="1900" dirty="0">
                <a:solidFill>
                  <a:srgbClr val="17313B"/>
                </a:solidFill>
                <a:latin typeface="Pretendard" pitchFamily="34" charset="0"/>
                <a:ea typeface="Pretendard" pitchFamily="34" charset="-122"/>
                <a:cs typeface="Pretendard" pitchFamily="34" charset="-120"/>
              </a:rPr>
              <a:t>두 신호 12조건 · 세 신호 7조건 전체</a:t>
            </a:r>
            <a:endParaRPr lang="ko-KR" sz="1900" dirty="0"/>
          </a:p>
        </p:txBody>
      </p:sp>
      <p:sp>
        <p:nvSpPr>
          <p:cNvPr id="26" name="Shape 24"/>
          <p:cNvSpPr/>
          <p:nvPr/>
        </p:nvSpPr>
        <p:spPr>
          <a:xfrm>
            <a:off x="6281928" y="4590288"/>
            <a:ext cx="5138928" cy="1280160"/>
          </a:xfrm>
          <a:prstGeom prst="roundRect">
            <a:avLst>
              <a:gd name="adj" fmla="val 7143"/>
            </a:avLst>
          </a:prstGeom>
          <a:solidFill>
            <a:srgbClr val="EAF0F7"/>
          </a:solidFill>
          <a:ln w="12700">
            <a:solidFill>
              <a:srgbClr val="EAF0F7"/>
            </a:solidFill>
            <a:prstDash val="solid"/>
          </a:ln>
        </p:spPr>
      </p:sp>
      <p:sp>
        <p:nvSpPr>
          <p:cNvPr id="27" name="Text 25"/>
          <p:cNvSpPr/>
          <p:nvPr/>
        </p:nvSpPr>
        <p:spPr>
          <a:xfrm>
            <a:off x="6446520" y="4782312"/>
            <a:ext cx="4809744" cy="393192"/>
          </a:xfrm>
          <a:prstGeom prst="rect">
            <a:avLst/>
          </a:prstGeom>
          <a:noFill/>
          <a:ln/>
        </p:spPr>
        <p:txBody>
          <a:bodyPr wrap="square" lIns="0" tIns="0" rIns="0" bIns="0" rtlCol="0" anchor="t"/>
          <a:lstStyle/>
          <a:p>
            <a:pPr algn="l" indent="0" marL="0">
              <a:lnSpc>
                <a:spcPct val="100000"/>
              </a:lnSpc>
              <a:buNone/>
            </a:pPr>
            <a:r>
              <a:rPr lang="ko-KR" altLang="en-US" sz="2200" b="1" dirty="0">
                <a:solidFill>
                  <a:srgbClr val="35659B"/>
                </a:solidFill>
                <a:latin typeface="Pretendard" pitchFamily="34" charset="0"/>
                <a:ea typeface="Pretendard" pitchFamily="34" charset="-122"/>
                <a:cs typeface="Pretendard" pitchFamily="34" charset="-120"/>
              </a:rPr>
              <a:t>두 신호의 개별 결과</a:t>
            </a:r>
            <a:endParaRPr lang="ko-KR" sz="2200" dirty="0"/>
          </a:p>
        </p:txBody>
      </p:sp>
      <p:sp>
        <p:nvSpPr>
          <p:cNvPr id="28" name="Text 26"/>
          <p:cNvSpPr/>
          <p:nvPr/>
        </p:nvSpPr>
        <p:spPr>
          <a:xfrm>
            <a:off x="6446520" y="5394960"/>
            <a:ext cx="4809744" cy="411480"/>
          </a:xfrm>
          <a:prstGeom prst="rect">
            <a:avLst/>
          </a:prstGeom>
          <a:noFill/>
          <a:ln/>
        </p:spPr>
        <p:txBody>
          <a:bodyPr wrap="square" lIns="0" tIns="0" rIns="0" bIns="0" rtlCol="0" anchor="t"/>
          <a:lstStyle/>
          <a:p>
            <a:pPr algn="l" indent="0" marL="0">
              <a:lnSpc>
                <a:spcPct val="100000"/>
              </a:lnSpc>
              <a:buNone/>
            </a:pPr>
            <a:r>
              <a:rPr lang="ko-KR" altLang="en-US" sz="1900" dirty="0">
                <a:solidFill>
                  <a:srgbClr val="17313B"/>
                </a:solidFill>
                <a:latin typeface="Pretendard" pitchFamily="34" charset="0"/>
                <a:ea typeface="Pretendard" pitchFamily="34" charset="-122"/>
                <a:cs typeface="Pretendard" pitchFamily="34" charset="-120"/>
              </a:rPr>
              <a:t>12조건 중 4조건은 고정 연결보다 악화</a:t>
            </a:r>
            <a:endParaRPr lang="ko-KR" sz="1900" dirty="0"/>
          </a:p>
        </p:txBody>
      </p:sp>
      <p:sp>
        <p:nvSpPr>
          <p:cNvPr id="29" name="Text 27"/>
          <p:cNvSpPr/>
          <p:nvPr/>
        </p:nvSpPr>
        <p:spPr>
          <a:xfrm>
            <a:off x="11000232" y="6409944"/>
            <a:ext cx="566928" cy="274320"/>
          </a:xfrm>
          <a:prstGeom prst="rect">
            <a:avLst/>
          </a:prstGeom>
          <a:noFill/>
          <a:ln/>
        </p:spPr>
        <p:txBody>
          <a:bodyPr wrap="square" lIns="0" tIns="0" rIns="0" bIns="0" rtlCol="0" anchor="t"/>
          <a:lstStyle/>
          <a:p>
            <a:pPr algn="r" indent="0" marL="0">
              <a:lnSpc>
                <a:spcPct val="100000"/>
              </a:lnSpc>
              <a:buNone/>
            </a:pPr>
            <a:r>
              <a:rPr lang="ko-KR" altLang="en-US" sz="1200" dirty="0">
                <a:solidFill>
                  <a:srgbClr val="647986"/>
                </a:solidFill>
                <a:latin typeface="Pretendard" pitchFamily="34" charset="0"/>
                <a:ea typeface="Pretendard" pitchFamily="34" charset="-122"/>
                <a:cs typeface="Pretendard" pitchFamily="34" charset="-120"/>
              </a:rPr>
              <a:t>16</a:t>
            </a:r>
            <a:endParaRPr lang="ko-KR"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292608"/>
            <a:ext cx="10881360" cy="274320"/>
          </a:xfrm>
          <a:prstGeom prst="rect">
            <a:avLst/>
          </a:prstGeom>
          <a:noFill/>
          <a:ln/>
        </p:spPr>
        <p:txBody>
          <a:bodyPr wrap="square" lIns="0" tIns="0" rIns="0" bIns="0" rtlCol="0" anchor="t"/>
          <a:lstStyle/>
          <a:p>
            <a:pPr algn="l" indent="0" marL="0">
              <a:lnSpc>
                <a:spcPct val="100000"/>
              </a:lnSpc>
              <a:buNone/>
            </a:pPr>
            <a:r>
              <a:rPr lang="ko-KR" altLang="en-US" sz="1300" dirty="0">
                <a:solidFill>
                  <a:srgbClr val="007C83"/>
                </a:solidFill>
                <a:latin typeface="Pretendard" pitchFamily="34" charset="0"/>
                <a:ea typeface="Pretendard" pitchFamily="34" charset="-122"/>
                <a:cs typeface="Pretendard" pitchFamily="34" charset="-120"/>
              </a:rPr>
              <a:t>부록 C · 활용 가능성</a:t>
            </a:r>
            <a:endParaRPr lang="ko-KR" sz="1300" dirty="0"/>
          </a:p>
        </p:txBody>
      </p:sp>
      <p:sp>
        <p:nvSpPr>
          <p:cNvPr id="3" name="Text 1"/>
          <p:cNvSpPr/>
          <p:nvPr/>
        </p:nvSpPr>
        <p:spPr>
          <a:xfrm>
            <a:off x="594360" y="832104"/>
            <a:ext cx="10972800" cy="649224"/>
          </a:xfrm>
          <a:prstGeom prst="rect">
            <a:avLst/>
          </a:prstGeom>
          <a:noFill/>
          <a:ln/>
        </p:spPr>
        <p:txBody>
          <a:bodyPr wrap="square" lIns="0" tIns="0" rIns="0" bIns="0" rtlCol="0" anchor="t"/>
          <a:lstStyle/>
          <a:p>
            <a:pPr algn="l" indent="0" marL="0">
              <a:lnSpc>
                <a:spcPct val="100000"/>
              </a:lnSpc>
              <a:buNone/>
            </a:pPr>
            <a:r>
              <a:rPr lang="ko-KR" altLang="en-US" sz="3100" b="1" dirty="0">
                <a:solidFill>
                  <a:srgbClr val="17313B"/>
                </a:solidFill>
                <a:latin typeface="Pretendard" pitchFamily="34" charset="0"/>
                <a:ea typeface="Pretendard" pitchFamily="34" charset="-122"/>
                <a:cs typeface="Pretendard" pitchFamily="34" charset="-120"/>
              </a:rPr>
              <a:t>복원 파형의 패킷 판독 확인</a:t>
            </a:r>
            <a:endParaRPr lang="ko-KR" sz="3100" dirty="0"/>
          </a:p>
        </p:txBody>
      </p:sp>
      <p:sp>
        <p:nvSpPr>
          <p:cNvPr id="4" name="Text 2"/>
          <p:cNvSpPr/>
          <p:nvPr/>
        </p:nvSpPr>
        <p:spPr>
          <a:xfrm>
            <a:off x="594360" y="1609344"/>
            <a:ext cx="10972800" cy="402336"/>
          </a:xfrm>
          <a:prstGeom prst="rect">
            <a:avLst/>
          </a:prstGeom>
          <a:noFill/>
          <a:ln/>
        </p:spPr>
        <p:txBody>
          <a:bodyPr wrap="square" lIns="0" tIns="0" rIns="0" bIns="0" rtlCol="0" anchor="t"/>
          <a:lstStyle/>
          <a:p>
            <a:pPr algn="l" indent="0" marL="0">
              <a:lnSpc>
                <a:spcPct val="100000"/>
              </a:lnSpc>
              <a:buNone/>
            </a:pPr>
            <a:r>
              <a:rPr lang="ko-KR" altLang="en-US" sz="1800" dirty="0">
                <a:solidFill>
                  <a:srgbClr val="647986"/>
                </a:solidFill>
                <a:latin typeface="Pretendard" pitchFamily="34" charset="0"/>
                <a:ea typeface="Pretendard" pitchFamily="34" charset="-122"/>
                <a:cs typeface="Pretendard" pitchFamily="34" charset="-120"/>
              </a:rPr>
              <a:t>DJI FPV 패킷 1건 · 전력을 바꾼 4조건 · 연결 모델 적용 전 검사</a:t>
            </a:r>
            <a:endParaRPr lang="ko-KR" sz="1800" dirty="0"/>
          </a:p>
        </p:txBody>
      </p:sp>
      <p:sp>
        <p:nvSpPr>
          <p:cNvPr id="5" name="Shape 3"/>
          <p:cNvSpPr/>
          <p:nvPr/>
        </p:nvSpPr>
        <p:spPr>
          <a:xfrm>
            <a:off x="640080" y="2240280"/>
            <a:ext cx="2523744" cy="548640"/>
          </a:xfrm>
          <a:prstGeom prst="roundRect">
            <a:avLst>
              <a:gd name="adj" fmla="val 16667"/>
            </a:avLst>
          </a:prstGeom>
          <a:solidFill>
            <a:srgbClr val="E7F3F2"/>
          </a:solidFill>
          <a:ln w="12700">
            <a:solidFill>
              <a:srgbClr val="E7F3F2"/>
            </a:solidFill>
            <a:prstDash val="solid"/>
          </a:ln>
        </p:spPr>
      </p:sp>
      <p:sp>
        <p:nvSpPr>
          <p:cNvPr id="6" name="Text 4"/>
          <p:cNvSpPr/>
          <p:nvPr/>
        </p:nvSpPr>
        <p:spPr>
          <a:xfrm>
            <a:off x="731520" y="2395728"/>
            <a:ext cx="2340864" cy="310896"/>
          </a:xfrm>
          <a:prstGeom prst="rect">
            <a:avLst/>
          </a:prstGeom>
          <a:noFill/>
          <a:ln/>
        </p:spPr>
        <p:txBody>
          <a:bodyPr wrap="square" lIns="0" tIns="0" rIns="0" bIns="0" rtlCol="0" anchor="t"/>
          <a:lstStyle/>
          <a:p>
            <a:pPr algn="ctr" indent="0" marL="0">
              <a:lnSpc>
                <a:spcPct val="100000"/>
              </a:lnSpc>
              <a:buNone/>
            </a:pPr>
            <a:r>
              <a:rPr lang="ko-KR" altLang="en-US" sz="1900" b="1" dirty="0">
                <a:solidFill>
                  <a:srgbClr val="007C83"/>
                </a:solidFill>
                <a:latin typeface="Pretendard" pitchFamily="34" charset="0"/>
                <a:ea typeface="Pretendard" pitchFamily="34" charset="-122"/>
                <a:cs typeface="Pretendard" pitchFamily="34" charset="-120"/>
              </a:rPr>
              <a:t>복원 파형</a:t>
            </a:r>
            <a:endParaRPr lang="ko-KR" sz="1900" dirty="0"/>
          </a:p>
        </p:txBody>
      </p:sp>
      <p:sp>
        <p:nvSpPr>
          <p:cNvPr id="7" name="Shape 5"/>
          <p:cNvSpPr/>
          <p:nvPr/>
        </p:nvSpPr>
        <p:spPr>
          <a:xfrm>
            <a:off x="3209544" y="2514600"/>
            <a:ext cx="201168" cy="0"/>
          </a:xfrm>
          <a:prstGeom prst="line">
            <a:avLst/>
          </a:prstGeom>
          <a:noFill/>
          <a:ln w="21590">
            <a:solidFill>
              <a:srgbClr val="007C83"/>
            </a:solidFill>
            <a:prstDash val="solid"/>
            <a:tailEnd type="triangle"/>
          </a:ln>
        </p:spPr>
      </p:sp>
      <p:sp>
        <p:nvSpPr>
          <p:cNvPr id="8" name="Shape 6"/>
          <p:cNvSpPr/>
          <p:nvPr/>
        </p:nvSpPr>
        <p:spPr>
          <a:xfrm>
            <a:off x="3456432" y="2240280"/>
            <a:ext cx="2523744" cy="548640"/>
          </a:xfrm>
          <a:prstGeom prst="roundRect">
            <a:avLst>
              <a:gd name="adj" fmla="val 16667"/>
            </a:avLst>
          </a:prstGeom>
          <a:solidFill>
            <a:srgbClr val="EAF0F7"/>
          </a:solidFill>
          <a:ln w="12700">
            <a:solidFill>
              <a:srgbClr val="EAF0F7"/>
            </a:solidFill>
            <a:prstDash val="solid"/>
          </a:ln>
        </p:spPr>
      </p:sp>
      <p:sp>
        <p:nvSpPr>
          <p:cNvPr id="9" name="Text 7"/>
          <p:cNvSpPr/>
          <p:nvPr/>
        </p:nvSpPr>
        <p:spPr>
          <a:xfrm>
            <a:off x="3547872" y="2395728"/>
            <a:ext cx="2340864" cy="310896"/>
          </a:xfrm>
          <a:prstGeom prst="rect">
            <a:avLst/>
          </a:prstGeom>
          <a:noFill/>
          <a:ln/>
        </p:spPr>
        <p:txBody>
          <a:bodyPr wrap="square" lIns="0" tIns="0" rIns="0" bIns="0" rtlCol="0" anchor="t"/>
          <a:lstStyle/>
          <a:p>
            <a:pPr algn="ctr" indent="0" marL="0">
              <a:lnSpc>
                <a:spcPct val="100000"/>
              </a:lnSpc>
              <a:buNone/>
            </a:pPr>
            <a:r>
              <a:rPr lang="ko-KR" altLang="en-US" sz="1900" b="1" dirty="0">
                <a:solidFill>
                  <a:srgbClr val="35659B"/>
                </a:solidFill>
                <a:latin typeface="Pretendard" pitchFamily="34" charset="0"/>
                <a:ea typeface="Pretendard" pitchFamily="34" charset="-122"/>
                <a:cs typeface="Pretendard" pitchFamily="34" charset="-120"/>
              </a:rPr>
              <a:t>데이터 읽기</a:t>
            </a:r>
            <a:endParaRPr lang="ko-KR" sz="1900" dirty="0"/>
          </a:p>
        </p:txBody>
      </p:sp>
      <p:sp>
        <p:nvSpPr>
          <p:cNvPr id="10" name="Shape 8"/>
          <p:cNvSpPr/>
          <p:nvPr/>
        </p:nvSpPr>
        <p:spPr>
          <a:xfrm>
            <a:off x="6025896" y="2514600"/>
            <a:ext cx="201168" cy="0"/>
          </a:xfrm>
          <a:prstGeom prst="line">
            <a:avLst/>
          </a:prstGeom>
          <a:noFill/>
          <a:ln w="21590">
            <a:solidFill>
              <a:srgbClr val="007C83"/>
            </a:solidFill>
            <a:prstDash val="solid"/>
            <a:tailEnd type="triangle"/>
          </a:ln>
        </p:spPr>
      </p:sp>
      <p:sp>
        <p:nvSpPr>
          <p:cNvPr id="11" name="Shape 9"/>
          <p:cNvSpPr/>
          <p:nvPr/>
        </p:nvSpPr>
        <p:spPr>
          <a:xfrm>
            <a:off x="6272784" y="2240280"/>
            <a:ext cx="2523744" cy="548640"/>
          </a:xfrm>
          <a:prstGeom prst="roundRect">
            <a:avLst>
              <a:gd name="adj" fmla="val 16667"/>
            </a:avLst>
          </a:prstGeom>
          <a:solidFill>
            <a:srgbClr val="E7F3F2"/>
          </a:solidFill>
          <a:ln w="12700">
            <a:solidFill>
              <a:srgbClr val="E7F3F2"/>
            </a:solidFill>
            <a:prstDash val="solid"/>
          </a:ln>
        </p:spPr>
      </p:sp>
      <p:sp>
        <p:nvSpPr>
          <p:cNvPr id="12" name="Text 10"/>
          <p:cNvSpPr/>
          <p:nvPr/>
        </p:nvSpPr>
        <p:spPr>
          <a:xfrm>
            <a:off x="6364224" y="2395728"/>
            <a:ext cx="2340864" cy="310896"/>
          </a:xfrm>
          <a:prstGeom prst="rect">
            <a:avLst/>
          </a:prstGeom>
          <a:noFill/>
          <a:ln/>
        </p:spPr>
        <p:txBody>
          <a:bodyPr wrap="square" lIns="0" tIns="0" rIns="0" bIns="0" rtlCol="0" anchor="t"/>
          <a:lstStyle/>
          <a:p>
            <a:pPr algn="ctr" indent="0" marL="0">
              <a:lnSpc>
                <a:spcPct val="100000"/>
              </a:lnSpc>
              <a:buNone/>
            </a:pPr>
            <a:r>
              <a:rPr lang="ko-KR" altLang="en-US" sz="1900" b="1" dirty="0">
                <a:solidFill>
                  <a:srgbClr val="007C83"/>
                </a:solidFill>
                <a:latin typeface="Pretendard" pitchFamily="34" charset="0"/>
                <a:ea typeface="Pretendard" pitchFamily="34" charset="-122"/>
                <a:cs typeface="Pretendard" pitchFamily="34" charset="-120"/>
              </a:rPr>
              <a:t>오류 검사</a:t>
            </a:r>
            <a:endParaRPr lang="ko-KR" sz="1900" dirty="0"/>
          </a:p>
        </p:txBody>
      </p:sp>
      <p:sp>
        <p:nvSpPr>
          <p:cNvPr id="13" name="Shape 11"/>
          <p:cNvSpPr/>
          <p:nvPr/>
        </p:nvSpPr>
        <p:spPr>
          <a:xfrm>
            <a:off x="8842248" y="2514600"/>
            <a:ext cx="201168" cy="0"/>
          </a:xfrm>
          <a:prstGeom prst="line">
            <a:avLst/>
          </a:prstGeom>
          <a:noFill/>
          <a:ln w="21590">
            <a:solidFill>
              <a:srgbClr val="007C83"/>
            </a:solidFill>
            <a:prstDash val="solid"/>
            <a:tailEnd type="triangle"/>
          </a:ln>
        </p:spPr>
      </p:sp>
      <p:sp>
        <p:nvSpPr>
          <p:cNvPr id="14" name="Shape 12"/>
          <p:cNvSpPr/>
          <p:nvPr/>
        </p:nvSpPr>
        <p:spPr>
          <a:xfrm>
            <a:off x="9089136" y="2240280"/>
            <a:ext cx="2523744" cy="548640"/>
          </a:xfrm>
          <a:prstGeom prst="roundRect">
            <a:avLst>
              <a:gd name="adj" fmla="val 16667"/>
            </a:avLst>
          </a:prstGeom>
          <a:solidFill>
            <a:srgbClr val="EAF0F7"/>
          </a:solidFill>
          <a:ln w="12700">
            <a:solidFill>
              <a:srgbClr val="EAF0F7"/>
            </a:solidFill>
            <a:prstDash val="solid"/>
          </a:ln>
        </p:spPr>
      </p:sp>
      <p:sp>
        <p:nvSpPr>
          <p:cNvPr id="15" name="Text 13"/>
          <p:cNvSpPr/>
          <p:nvPr/>
        </p:nvSpPr>
        <p:spPr>
          <a:xfrm>
            <a:off x="9180576" y="2395728"/>
            <a:ext cx="2340864" cy="310896"/>
          </a:xfrm>
          <a:prstGeom prst="rect">
            <a:avLst/>
          </a:prstGeom>
          <a:noFill/>
          <a:ln/>
        </p:spPr>
        <p:txBody>
          <a:bodyPr wrap="square" lIns="0" tIns="0" rIns="0" bIns="0" rtlCol="0" anchor="t"/>
          <a:lstStyle/>
          <a:p>
            <a:pPr algn="ctr" indent="0" marL="0">
              <a:lnSpc>
                <a:spcPct val="100000"/>
              </a:lnSpc>
              <a:buNone/>
            </a:pPr>
            <a:r>
              <a:rPr lang="ko-KR" altLang="en-US" sz="1900" b="1" dirty="0">
                <a:solidFill>
                  <a:srgbClr val="35659B"/>
                </a:solidFill>
                <a:latin typeface="Pretendard" pitchFamily="34" charset="0"/>
                <a:ea typeface="Pretendard" pitchFamily="34" charset="-122"/>
                <a:cs typeface="Pretendard" pitchFamily="34" charset="-120"/>
              </a:rPr>
              <a:t>기종 정보 확인</a:t>
            </a:r>
            <a:endParaRPr lang="ko-KR" sz="1900" dirty="0"/>
          </a:p>
        </p:txBody>
      </p:sp>
      <p:sp>
        <p:nvSpPr>
          <p:cNvPr id="16" name="Text 14"/>
          <p:cNvSpPr/>
          <p:nvPr/>
        </p:nvSpPr>
        <p:spPr>
          <a:xfrm>
            <a:off x="822960" y="2999232"/>
            <a:ext cx="6647688" cy="347472"/>
          </a:xfrm>
          <a:prstGeom prst="rect">
            <a:avLst/>
          </a:prstGeom>
          <a:noFill/>
          <a:ln/>
        </p:spPr>
        <p:txBody>
          <a:bodyPr wrap="square" lIns="0" tIns="0" rIns="0" bIns="0" rtlCol="0" anchor="t"/>
          <a:lstStyle/>
          <a:p>
            <a:pPr algn="l" indent="0" marL="0">
              <a:lnSpc>
                <a:spcPct val="100000"/>
              </a:lnSpc>
              <a:buNone/>
            </a:pPr>
            <a:r>
              <a:rPr lang="ko-KR" altLang="en-US" sz="2000" b="1" dirty="0">
                <a:solidFill>
                  <a:srgbClr val="17313B"/>
                </a:solidFill>
                <a:latin typeface="Pretendard" pitchFamily="34" charset="0"/>
                <a:ea typeface="Pretendard" pitchFamily="34" charset="-122"/>
                <a:cs typeface="Pretendard" pitchFamily="34" charset="-120"/>
              </a:rPr>
              <a:t>CRC: 읽은 데이터의 오류 검사</a:t>
            </a:r>
            <a:endParaRPr lang="ko-KR" sz="2000" dirty="0"/>
          </a:p>
        </p:txBody>
      </p:sp>
      <p:sp>
        <p:nvSpPr>
          <p:cNvPr id="17" name="Text 15"/>
          <p:cNvSpPr/>
          <p:nvPr/>
        </p:nvSpPr>
        <p:spPr>
          <a:xfrm>
            <a:off x="8211312" y="2999232"/>
            <a:ext cx="3264408" cy="347472"/>
          </a:xfrm>
          <a:prstGeom prst="rect">
            <a:avLst/>
          </a:prstGeom>
          <a:noFill/>
          <a:ln/>
        </p:spPr>
        <p:txBody>
          <a:bodyPr wrap="square" lIns="0" tIns="0" rIns="0" bIns="0" rtlCol="0" anchor="t"/>
          <a:lstStyle/>
          <a:p>
            <a:pPr algn="ctr" indent="0" marL="0">
              <a:lnSpc>
                <a:spcPct val="100000"/>
              </a:lnSpc>
              <a:buNone/>
            </a:pPr>
            <a:r>
              <a:rPr lang="ko-KR" altLang="en-US" sz="1700" b="1" dirty="0">
                <a:solidFill>
                  <a:srgbClr val="35659B"/>
                </a:solidFill>
                <a:latin typeface="Pretendard" pitchFamily="34" charset="0"/>
                <a:ea typeface="Pretendard" pitchFamily="34" charset="-122"/>
                <a:cs typeface="Pretendard" pitchFamily="34" charset="-120"/>
              </a:rPr>
              <a:t>단독 정답은 모두 성공</a:t>
            </a:r>
            <a:endParaRPr lang="ko-KR" sz="1700" dirty="0"/>
          </a:p>
        </p:txBody>
      </p:sp>
      <p:sp>
        <p:nvSpPr>
          <p:cNvPr id="18" name="Shape 16"/>
          <p:cNvSpPr/>
          <p:nvPr/>
        </p:nvSpPr>
        <p:spPr>
          <a:xfrm>
            <a:off x="640080" y="3584448"/>
            <a:ext cx="2980944" cy="466344"/>
          </a:xfrm>
          <a:prstGeom prst="rect">
            <a:avLst>
              <a:gd name="adj" fmla="val 19608"/>
            </a:avLst>
          </a:prstGeom>
          <a:solidFill>
            <a:srgbClr val="17313B"/>
          </a:solidFill>
          <a:ln w="12700">
            <a:solidFill>
              <a:srgbClr val="17313B"/>
            </a:solidFill>
            <a:prstDash val="solid"/>
          </a:ln>
        </p:spPr>
      </p:sp>
      <p:sp>
        <p:nvSpPr>
          <p:cNvPr id="19" name="Text 17"/>
          <p:cNvSpPr/>
          <p:nvPr/>
        </p:nvSpPr>
        <p:spPr>
          <a:xfrm>
            <a:off x="758952" y="3730752"/>
            <a:ext cx="2743200" cy="265176"/>
          </a:xfrm>
          <a:prstGeom prst="rect">
            <a:avLst/>
          </a:prstGeom>
          <a:noFill/>
          <a:ln/>
        </p:spPr>
        <p:txBody>
          <a:bodyPr wrap="square" lIns="0" tIns="0" rIns="0" bIns="0" rtlCol="0" anchor="t"/>
          <a:lstStyle/>
          <a:p>
            <a:pPr algn="l" indent="0" marL="0">
              <a:lnSpc>
                <a:spcPct val="100000"/>
              </a:lnSpc>
              <a:buNone/>
            </a:pPr>
            <a:r>
              <a:rPr lang="ko-KR" altLang="en-US" sz="1600" b="1" dirty="0">
                <a:solidFill>
                  <a:srgbClr val="FFFFFF"/>
                </a:solidFill>
                <a:latin typeface="Pretendard" pitchFamily="34" charset="0"/>
                <a:ea typeface="Pretendard" pitchFamily="34" charset="-122"/>
                <a:cs typeface="Pretendard" pitchFamily="34" charset="-120"/>
              </a:rPr>
              <a:t>다른 신호 대비 전력</a:t>
            </a:r>
            <a:endParaRPr lang="ko-KR" sz="1600" dirty="0"/>
          </a:p>
        </p:txBody>
      </p:sp>
      <p:sp>
        <p:nvSpPr>
          <p:cNvPr id="20" name="Shape 18"/>
          <p:cNvSpPr/>
          <p:nvPr/>
        </p:nvSpPr>
        <p:spPr>
          <a:xfrm>
            <a:off x="3621024" y="3584448"/>
            <a:ext cx="2167128" cy="466344"/>
          </a:xfrm>
          <a:prstGeom prst="rect">
            <a:avLst>
              <a:gd name="adj" fmla="val 19608"/>
            </a:avLst>
          </a:prstGeom>
          <a:solidFill>
            <a:srgbClr val="17313B"/>
          </a:solidFill>
          <a:ln w="12700">
            <a:solidFill>
              <a:srgbClr val="17313B"/>
            </a:solidFill>
            <a:prstDash val="solid"/>
          </a:ln>
        </p:spPr>
      </p:sp>
      <p:sp>
        <p:nvSpPr>
          <p:cNvPr id="21" name="Text 19"/>
          <p:cNvSpPr/>
          <p:nvPr/>
        </p:nvSpPr>
        <p:spPr>
          <a:xfrm>
            <a:off x="3739896" y="3730752"/>
            <a:ext cx="1929384" cy="265176"/>
          </a:xfrm>
          <a:prstGeom prst="rect">
            <a:avLst/>
          </a:prstGeom>
          <a:noFill/>
          <a:ln/>
        </p:spPr>
        <p:txBody>
          <a:bodyPr wrap="square" lIns="0" tIns="0" rIns="0" bIns="0" rtlCol="0" anchor="t"/>
          <a:lstStyle/>
          <a:p>
            <a:pPr algn="l" indent="0" marL="0">
              <a:lnSpc>
                <a:spcPct val="100000"/>
              </a:lnSpc>
              <a:buNone/>
            </a:pPr>
            <a:r>
              <a:rPr lang="ko-KR" altLang="en-US" sz="1600" b="1" dirty="0">
                <a:solidFill>
                  <a:srgbClr val="FFFFFF"/>
                </a:solidFill>
                <a:latin typeface="Pretendard" pitchFamily="34" charset="0"/>
                <a:ea typeface="Pretendard" pitchFamily="34" charset="-122"/>
                <a:cs typeface="Pretendard" pitchFamily="34" charset="-120"/>
              </a:rPr>
              <a:t>혼합에서 읽기</a:t>
            </a:r>
            <a:endParaRPr lang="ko-KR" sz="1600" dirty="0"/>
          </a:p>
        </p:txBody>
      </p:sp>
      <p:sp>
        <p:nvSpPr>
          <p:cNvPr id="22" name="Shape 20"/>
          <p:cNvSpPr/>
          <p:nvPr/>
        </p:nvSpPr>
        <p:spPr>
          <a:xfrm>
            <a:off x="5788152" y="3584448"/>
            <a:ext cx="2313432" cy="466344"/>
          </a:xfrm>
          <a:prstGeom prst="rect">
            <a:avLst>
              <a:gd name="adj" fmla="val 19608"/>
            </a:avLst>
          </a:prstGeom>
          <a:solidFill>
            <a:srgbClr val="17313B"/>
          </a:solidFill>
          <a:ln w="12700">
            <a:solidFill>
              <a:srgbClr val="17313B"/>
            </a:solidFill>
            <a:prstDash val="solid"/>
          </a:ln>
        </p:spPr>
      </p:sp>
      <p:sp>
        <p:nvSpPr>
          <p:cNvPr id="23" name="Text 21"/>
          <p:cNvSpPr/>
          <p:nvPr/>
        </p:nvSpPr>
        <p:spPr>
          <a:xfrm>
            <a:off x="5907024" y="3730752"/>
            <a:ext cx="2075688" cy="265176"/>
          </a:xfrm>
          <a:prstGeom prst="rect">
            <a:avLst/>
          </a:prstGeom>
          <a:noFill/>
          <a:ln/>
        </p:spPr>
        <p:txBody>
          <a:bodyPr wrap="square" lIns="0" tIns="0" rIns="0" bIns="0" rtlCol="0" anchor="t"/>
          <a:lstStyle/>
          <a:p>
            <a:pPr algn="l" indent="0" marL="0">
              <a:lnSpc>
                <a:spcPct val="100000"/>
              </a:lnSpc>
              <a:buNone/>
            </a:pPr>
            <a:r>
              <a:rPr lang="ko-KR" altLang="en-US" sz="1600" b="1" dirty="0">
                <a:solidFill>
                  <a:srgbClr val="FFFFFF"/>
                </a:solidFill>
                <a:latin typeface="Pretendard" pitchFamily="34" charset="0"/>
                <a:ea typeface="Pretendard" pitchFamily="34" charset="-122"/>
                <a:cs typeface="Pretendard" pitchFamily="34" charset="-120"/>
              </a:rPr>
              <a:t>복원에서 읽기</a:t>
            </a:r>
            <a:endParaRPr lang="ko-KR" sz="1600" dirty="0"/>
          </a:p>
        </p:txBody>
      </p:sp>
      <p:sp>
        <p:nvSpPr>
          <p:cNvPr id="24" name="Shape 22"/>
          <p:cNvSpPr/>
          <p:nvPr/>
        </p:nvSpPr>
        <p:spPr>
          <a:xfrm>
            <a:off x="640080" y="4050792"/>
            <a:ext cx="2980944" cy="438912"/>
          </a:xfrm>
          <a:prstGeom prst="rect">
            <a:avLst>
              <a:gd name="adj" fmla="val 20833"/>
            </a:avLst>
          </a:prstGeom>
          <a:solidFill>
            <a:srgbClr val="F1F5F6"/>
          </a:solidFill>
          <a:ln w="12700">
            <a:solidFill>
              <a:srgbClr val="F1F5F6"/>
            </a:solidFill>
            <a:prstDash val="solid"/>
          </a:ln>
        </p:spPr>
      </p:sp>
      <p:sp>
        <p:nvSpPr>
          <p:cNvPr id="25" name="Text 23"/>
          <p:cNvSpPr/>
          <p:nvPr/>
        </p:nvSpPr>
        <p:spPr>
          <a:xfrm>
            <a:off x="758952" y="4169664"/>
            <a:ext cx="2743200" cy="265176"/>
          </a:xfrm>
          <a:prstGeom prst="rect">
            <a:avLst/>
          </a:prstGeom>
          <a:noFill/>
          <a:ln/>
        </p:spPr>
        <p:txBody>
          <a:bodyPr wrap="square" lIns="0" tIns="0" rIns="0" bIns="0" rtlCol="0" anchor="t"/>
          <a:lstStyle/>
          <a:p>
            <a:pPr algn="l" indent="0" marL="0">
              <a:lnSpc>
                <a:spcPct val="100000"/>
              </a:lnSpc>
              <a:buNone/>
            </a:pPr>
            <a:r>
              <a:rPr lang="ko-KR" altLang="en-US" sz="1600" dirty="0">
                <a:solidFill>
                  <a:srgbClr val="17313B"/>
                </a:solidFill>
                <a:latin typeface="Pretendard" pitchFamily="34" charset="0"/>
                <a:ea typeface="Pretendard" pitchFamily="34" charset="-122"/>
                <a:cs typeface="Pretendard" pitchFamily="34" charset="-120"/>
              </a:rPr>
              <a:t>10배</a:t>
            </a:r>
            <a:endParaRPr lang="ko-KR" sz="1600" dirty="0"/>
          </a:p>
        </p:txBody>
      </p:sp>
      <p:sp>
        <p:nvSpPr>
          <p:cNvPr id="26" name="Shape 24"/>
          <p:cNvSpPr/>
          <p:nvPr/>
        </p:nvSpPr>
        <p:spPr>
          <a:xfrm>
            <a:off x="3621024" y="4050792"/>
            <a:ext cx="2167128" cy="438912"/>
          </a:xfrm>
          <a:prstGeom prst="rect">
            <a:avLst>
              <a:gd name="adj" fmla="val 20833"/>
            </a:avLst>
          </a:prstGeom>
          <a:solidFill>
            <a:srgbClr val="F1F5F6"/>
          </a:solidFill>
          <a:ln w="12700">
            <a:solidFill>
              <a:srgbClr val="F1F5F6"/>
            </a:solidFill>
            <a:prstDash val="solid"/>
          </a:ln>
        </p:spPr>
      </p:sp>
      <p:sp>
        <p:nvSpPr>
          <p:cNvPr id="27" name="Text 25"/>
          <p:cNvSpPr/>
          <p:nvPr/>
        </p:nvSpPr>
        <p:spPr>
          <a:xfrm>
            <a:off x="3739896" y="4169664"/>
            <a:ext cx="1929384" cy="265176"/>
          </a:xfrm>
          <a:prstGeom prst="rect">
            <a:avLst/>
          </a:prstGeom>
          <a:noFill/>
          <a:ln/>
        </p:spPr>
        <p:txBody>
          <a:bodyPr wrap="square" lIns="0" tIns="0" rIns="0" bIns="0" rtlCol="0" anchor="t"/>
          <a:lstStyle/>
          <a:p>
            <a:pPr algn="l" indent="0" marL="0">
              <a:lnSpc>
                <a:spcPct val="100000"/>
              </a:lnSpc>
              <a:buNone/>
            </a:pPr>
            <a:r>
              <a:rPr lang="ko-KR" altLang="en-US" sz="1600" dirty="0">
                <a:solidFill>
                  <a:srgbClr val="17313B"/>
                </a:solidFill>
                <a:latin typeface="Pretendard" pitchFamily="34" charset="0"/>
                <a:ea typeface="Pretendard" pitchFamily="34" charset="-122"/>
                <a:cs typeface="Pretendard" pitchFamily="34" charset="-120"/>
              </a:rPr>
              <a:t>성공</a:t>
            </a:r>
            <a:endParaRPr lang="ko-KR" sz="1600" dirty="0"/>
          </a:p>
        </p:txBody>
      </p:sp>
      <p:sp>
        <p:nvSpPr>
          <p:cNvPr id="28" name="Shape 26"/>
          <p:cNvSpPr/>
          <p:nvPr/>
        </p:nvSpPr>
        <p:spPr>
          <a:xfrm>
            <a:off x="5788152" y="4050792"/>
            <a:ext cx="2313432" cy="438912"/>
          </a:xfrm>
          <a:prstGeom prst="rect">
            <a:avLst>
              <a:gd name="adj" fmla="val 20833"/>
            </a:avLst>
          </a:prstGeom>
          <a:solidFill>
            <a:srgbClr val="F1F5F6"/>
          </a:solidFill>
          <a:ln w="12700">
            <a:solidFill>
              <a:srgbClr val="F1F5F6"/>
            </a:solidFill>
            <a:prstDash val="solid"/>
          </a:ln>
        </p:spPr>
      </p:sp>
      <p:sp>
        <p:nvSpPr>
          <p:cNvPr id="29" name="Text 27"/>
          <p:cNvSpPr/>
          <p:nvPr/>
        </p:nvSpPr>
        <p:spPr>
          <a:xfrm>
            <a:off x="5907024" y="4169664"/>
            <a:ext cx="2075688" cy="265176"/>
          </a:xfrm>
          <a:prstGeom prst="rect">
            <a:avLst/>
          </a:prstGeom>
          <a:noFill/>
          <a:ln/>
        </p:spPr>
        <p:txBody>
          <a:bodyPr wrap="square" lIns="0" tIns="0" rIns="0" bIns="0" rtlCol="0" anchor="t"/>
          <a:lstStyle/>
          <a:p>
            <a:pPr algn="l" indent="0" marL="0">
              <a:lnSpc>
                <a:spcPct val="100000"/>
              </a:lnSpc>
              <a:buNone/>
            </a:pPr>
            <a:r>
              <a:rPr lang="ko-KR" altLang="en-US" sz="1600" dirty="0">
                <a:solidFill>
                  <a:srgbClr val="17313B"/>
                </a:solidFill>
                <a:latin typeface="Pretendard" pitchFamily="34" charset="0"/>
                <a:ea typeface="Pretendard" pitchFamily="34" charset="-122"/>
                <a:cs typeface="Pretendard" pitchFamily="34" charset="-120"/>
              </a:rPr>
              <a:t>성공</a:t>
            </a:r>
            <a:endParaRPr lang="ko-KR" sz="1600" dirty="0"/>
          </a:p>
        </p:txBody>
      </p:sp>
      <p:sp>
        <p:nvSpPr>
          <p:cNvPr id="30" name="Shape 28"/>
          <p:cNvSpPr/>
          <p:nvPr/>
        </p:nvSpPr>
        <p:spPr>
          <a:xfrm>
            <a:off x="640080" y="4489704"/>
            <a:ext cx="2980944" cy="438912"/>
          </a:xfrm>
          <a:prstGeom prst="rect">
            <a:avLst>
              <a:gd name="adj" fmla="val 20833"/>
            </a:avLst>
          </a:prstGeom>
          <a:solidFill>
            <a:srgbClr val="FFFFFF"/>
          </a:solidFill>
          <a:ln w="12700">
            <a:solidFill>
              <a:srgbClr val="FFFFFF"/>
            </a:solidFill>
            <a:prstDash val="solid"/>
          </a:ln>
        </p:spPr>
      </p:sp>
      <p:sp>
        <p:nvSpPr>
          <p:cNvPr id="31" name="Text 29"/>
          <p:cNvSpPr/>
          <p:nvPr/>
        </p:nvSpPr>
        <p:spPr>
          <a:xfrm>
            <a:off x="758952" y="4608576"/>
            <a:ext cx="2743200" cy="265176"/>
          </a:xfrm>
          <a:prstGeom prst="rect">
            <a:avLst/>
          </a:prstGeom>
          <a:noFill/>
          <a:ln/>
        </p:spPr>
        <p:txBody>
          <a:bodyPr wrap="square" lIns="0" tIns="0" rIns="0" bIns="0" rtlCol="0" anchor="t"/>
          <a:lstStyle/>
          <a:p>
            <a:pPr algn="l" indent="0" marL="0">
              <a:lnSpc>
                <a:spcPct val="100000"/>
              </a:lnSpc>
              <a:buNone/>
            </a:pPr>
            <a:r>
              <a:rPr lang="ko-KR" altLang="en-US" sz="1600" dirty="0">
                <a:solidFill>
                  <a:srgbClr val="17313B"/>
                </a:solidFill>
                <a:latin typeface="Pretendard" pitchFamily="34" charset="0"/>
                <a:ea typeface="Pretendard" pitchFamily="34" charset="-122"/>
                <a:cs typeface="Pretendard" pitchFamily="34" charset="-120"/>
              </a:rPr>
              <a:t>같음</a:t>
            </a:r>
            <a:endParaRPr lang="ko-KR" sz="1600" dirty="0"/>
          </a:p>
        </p:txBody>
      </p:sp>
      <p:sp>
        <p:nvSpPr>
          <p:cNvPr id="32" name="Shape 30"/>
          <p:cNvSpPr/>
          <p:nvPr/>
        </p:nvSpPr>
        <p:spPr>
          <a:xfrm>
            <a:off x="3621024" y="4489704"/>
            <a:ext cx="2167128" cy="438912"/>
          </a:xfrm>
          <a:prstGeom prst="rect">
            <a:avLst>
              <a:gd name="adj" fmla="val 20833"/>
            </a:avLst>
          </a:prstGeom>
          <a:solidFill>
            <a:srgbClr val="FFFFFF"/>
          </a:solidFill>
          <a:ln w="12700">
            <a:solidFill>
              <a:srgbClr val="FFFFFF"/>
            </a:solidFill>
            <a:prstDash val="solid"/>
          </a:ln>
        </p:spPr>
      </p:sp>
      <p:sp>
        <p:nvSpPr>
          <p:cNvPr id="33" name="Text 31"/>
          <p:cNvSpPr/>
          <p:nvPr/>
        </p:nvSpPr>
        <p:spPr>
          <a:xfrm>
            <a:off x="3739896" y="4608576"/>
            <a:ext cx="1929384" cy="265176"/>
          </a:xfrm>
          <a:prstGeom prst="rect">
            <a:avLst/>
          </a:prstGeom>
          <a:noFill/>
          <a:ln/>
        </p:spPr>
        <p:txBody>
          <a:bodyPr wrap="square" lIns="0" tIns="0" rIns="0" bIns="0" rtlCol="0" anchor="t"/>
          <a:lstStyle/>
          <a:p>
            <a:pPr algn="l" indent="0" marL="0">
              <a:lnSpc>
                <a:spcPct val="100000"/>
              </a:lnSpc>
              <a:buNone/>
            </a:pPr>
            <a:r>
              <a:rPr lang="ko-KR" altLang="en-US" sz="1600" dirty="0">
                <a:solidFill>
                  <a:srgbClr val="17313B"/>
                </a:solidFill>
                <a:latin typeface="Pretendard" pitchFamily="34" charset="0"/>
                <a:ea typeface="Pretendard" pitchFamily="34" charset="-122"/>
                <a:cs typeface="Pretendard" pitchFamily="34" charset="-120"/>
              </a:rPr>
              <a:t>성공</a:t>
            </a:r>
            <a:endParaRPr lang="ko-KR" sz="1600" dirty="0"/>
          </a:p>
        </p:txBody>
      </p:sp>
      <p:sp>
        <p:nvSpPr>
          <p:cNvPr id="34" name="Shape 32"/>
          <p:cNvSpPr/>
          <p:nvPr/>
        </p:nvSpPr>
        <p:spPr>
          <a:xfrm>
            <a:off x="5788152" y="4489704"/>
            <a:ext cx="2313432" cy="438912"/>
          </a:xfrm>
          <a:prstGeom prst="rect">
            <a:avLst>
              <a:gd name="adj" fmla="val 20833"/>
            </a:avLst>
          </a:prstGeom>
          <a:solidFill>
            <a:srgbClr val="FFFFFF"/>
          </a:solidFill>
          <a:ln w="12700">
            <a:solidFill>
              <a:srgbClr val="FFFFFF"/>
            </a:solidFill>
            <a:prstDash val="solid"/>
          </a:ln>
        </p:spPr>
      </p:sp>
      <p:sp>
        <p:nvSpPr>
          <p:cNvPr id="35" name="Text 33"/>
          <p:cNvSpPr/>
          <p:nvPr/>
        </p:nvSpPr>
        <p:spPr>
          <a:xfrm>
            <a:off x="5907024" y="4608576"/>
            <a:ext cx="2075688" cy="265176"/>
          </a:xfrm>
          <a:prstGeom prst="rect">
            <a:avLst/>
          </a:prstGeom>
          <a:noFill/>
          <a:ln/>
        </p:spPr>
        <p:txBody>
          <a:bodyPr wrap="square" lIns="0" tIns="0" rIns="0" bIns="0" rtlCol="0" anchor="t"/>
          <a:lstStyle/>
          <a:p>
            <a:pPr algn="l" indent="0" marL="0">
              <a:lnSpc>
                <a:spcPct val="100000"/>
              </a:lnSpc>
              <a:buNone/>
            </a:pPr>
            <a:r>
              <a:rPr lang="ko-KR" altLang="en-US" sz="1600" dirty="0">
                <a:solidFill>
                  <a:srgbClr val="17313B"/>
                </a:solidFill>
                <a:latin typeface="Pretendard" pitchFamily="34" charset="0"/>
                <a:ea typeface="Pretendard" pitchFamily="34" charset="-122"/>
                <a:cs typeface="Pretendard" pitchFamily="34" charset="-120"/>
              </a:rPr>
              <a:t>성공 · 중복</a:t>
            </a:r>
            <a:endParaRPr lang="ko-KR" sz="1600" dirty="0"/>
          </a:p>
        </p:txBody>
      </p:sp>
      <p:sp>
        <p:nvSpPr>
          <p:cNvPr id="36" name="Shape 34"/>
          <p:cNvSpPr/>
          <p:nvPr/>
        </p:nvSpPr>
        <p:spPr>
          <a:xfrm>
            <a:off x="640080" y="4928616"/>
            <a:ext cx="2980944" cy="438912"/>
          </a:xfrm>
          <a:prstGeom prst="rect">
            <a:avLst>
              <a:gd name="adj" fmla="val 20833"/>
            </a:avLst>
          </a:prstGeom>
          <a:solidFill>
            <a:srgbClr val="F1F5F6"/>
          </a:solidFill>
          <a:ln w="12700">
            <a:solidFill>
              <a:srgbClr val="F1F5F6"/>
            </a:solidFill>
            <a:prstDash val="solid"/>
          </a:ln>
        </p:spPr>
      </p:sp>
      <p:sp>
        <p:nvSpPr>
          <p:cNvPr id="37" name="Text 35"/>
          <p:cNvSpPr/>
          <p:nvPr/>
        </p:nvSpPr>
        <p:spPr>
          <a:xfrm>
            <a:off x="758952" y="5047488"/>
            <a:ext cx="2743200" cy="265176"/>
          </a:xfrm>
          <a:prstGeom prst="rect">
            <a:avLst/>
          </a:prstGeom>
          <a:noFill/>
          <a:ln/>
        </p:spPr>
        <p:txBody>
          <a:bodyPr wrap="square" lIns="0" tIns="0" rIns="0" bIns="0" rtlCol="0" anchor="t"/>
          <a:lstStyle/>
          <a:p>
            <a:pPr algn="l" indent="0" marL="0">
              <a:lnSpc>
                <a:spcPct val="100000"/>
              </a:lnSpc>
              <a:buNone/>
            </a:pPr>
            <a:r>
              <a:rPr lang="ko-KR" altLang="en-US" sz="1600" dirty="0">
                <a:solidFill>
                  <a:srgbClr val="17313B"/>
                </a:solidFill>
                <a:latin typeface="Pretendard" pitchFamily="34" charset="0"/>
                <a:ea typeface="Pretendard" pitchFamily="34" charset="-122"/>
                <a:cs typeface="Pretendard" pitchFamily="34" charset="-120"/>
              </a:rPr>
              <a:t>1/10</a:t>
            </a:r>
            <a:endParaRPr lang="ko-KR" sz="1600" dirty="0"/>
          </a:p>
        </p:txBody>
      </p:sp>
      <p:sp>
        <p:nvSpPr>
          <p:cNvPr id="38" name="Shape 36"/>
          <p:cNvSpPr/>
          <p:nvPr/>
        </p:nvSpPr>
        <p:spPr>
          <a:xfrm>
            <a:off x="3621024" y="4928616"/>
            <a:ext cx="2167128" cy="438912"/>
          </a:xfrm>
          <a:prstGeom prst="rect">
            <a:avLst>
              <a:gd name="adj" fmla="val 20833"/>
            </a:avLst>
          </a:prstGeom>
          <a:solidFill>
            <a:srgbClr val="F1F5F6"/>
          </a:solidFill>
          <a:ln w="12700">
            <a:solidFill>
              <a:srgbClr val="F1F5F6"/>
            </a:solidFill>
            <a:prstDash val="solid"/>
          </a:ln>
        </p:spPr>
      </p:sp>
      <p:sp>
        <p:nvSpPr>
          <p:cNvPr id="39" name="Text 37"/>
          <p:cNvSpPr/>
          <p:nvPr/>
        </p:nvSpPr>
        <p:spPr>
          <a:xfrm>
            <a:off x="3739896" y="5047488"/>
            <a:ext cx="1929384" cy="265176"/>
          </a:xfrm>
          <a:prstGeom prst="rect">
            <a:avLst/>
          </a:prstGeom>
          <a:noFill/>
          <a:ln/>
        </p:spPr>
        <p:txBody>
          <a:bodyPr wrap="square" lIns="0" tIns="0" rIns="0" bIns="0" rtlCol="0" anchor="t"/>
          <a:lstStyle/>
          <a:p>
            <a:pPr algn="l" indent="0" marL="0">
              <a:lnSpc>
                <a:spcPct val="100000"/>
              </a:lnSpc>
              <a:buNone/>
            </a:pPr>
            <a:r>
              <a:rPr lang="ko-KR" altLang="en-US" sz="1600" dirty="0">
                <a:solidFill>
                  <a:srgbClr val="17313B"/>
                </a:solidFill>
                <a:latin typeface="Pretendard" pitchFamily="34" charset="0"/>
                <a:ea typeface="Pretendard" pitchFamily="34" charset="-122"/>
                <a:cs typeface="Pretendard" pitchFamily="34" charset="-120"/>
              </a:rPr>
              <a:t>성공</a:t>
            </a:r>
            <a:endParaRPr lang="ko-KR" sz="1600" dirty="0"/>
          </a:p>
        </p:txBody>
      </p:sp>
      <p:sp>
        <p:nvSpPr>
          <p:cNvPr id="40" name="Shape 38"/>
          <p:cNvSpPr/>
          <p:nvPr/>
        </p:nvSpPr>
        <p:spPr>
          <a:xfrm>
            <a:off x="5788152" y="4928616"/>
            <a:ext cx="2313432" cy="438912"/>
          </a:xfrm>
          <a:prstGeom prst="rect">
            <a:avLst>
              <a:gd name="adj" fmla="val 20833"/>
            </a:avLst>
          </a:prstGeom>
          <a:solidFill>
            <a:srgbClr val="F1F5F6"/>
          </a:solidFill>
          <a:ln w="12700">
            <a:solidFill>
              <a:srgbClr val="F1F5F6"/>
            </a:solidFill>
            <a:prstDash val="solid"/>
          </a:ln>
        </p:spPr>
      </p:sp>
      <p:sp>
        <p:nvSpPr>
          <p:cNvPr id="41" name="Text 39"/>
          <p:cNvSpPr/>
          <p:nvPr/>
        </p:nvSpPr>
        <p:spPr>
          <a:xfrm>
            <a:off x="5907024" y="5047488"/>
            <a:ext cx="2075688" cy="265176"/>
          </a:xfrm>
          <a:prstGeom prst="rect">
            <a:avLst/>
          </a:prstGeom>
          <a:noFill/>
          <a:ln/>
        </p:spPr>
        <p:txBody>
          <a:bodyPr wrap="square" lIns="0" tIns="0" rIns="0" bIns="0" rtlCol="0" anchor="t"/>
          <a:lstStyle/>
          <a:p>
            <a:pPr algn="l" indent="0" marL="0">
              <a:lnSpc>
                <a:spcPct val="100000"/>
              </a:lnSpc>
              <a:buNone/>
            </a:pPr>
            <a:r>
              <a:rPr lang="ko-KR" altLang="en-US" sz="1600" dirty="0">
                <a:solidFill>
                  <a:srgbClr val="17313B"/>
                </a:solidFill>
                <a:latin typeface="Pretendard" pitchFamily="34" charset="0"/>
                <a:ea typeface="Pretendard" pitchFamily="34" charset="-122"/>
                <a:cs typeface="Pretendard" pitchFamily="34" charset="-120"/>
              </a:rPr>
              <a:t>성공 · 중복</a:t>
            </a:r>
            <a:endParaRPr lang="ko-KR" sz="1600" dirty="0"/>
          </a:p>
        </p:txBody>
      </p:sp>
      <p:sp>
        <p:nvSpPr>
          <p:cNvPr id="42" name="Shape 40"/>
          <p:cNvSpPr/>
          <p:nvPr/>
        </p:nvSpPr>
        <p:spPr>
          <a:xfrm>
            <a:off x="640080" y="5367528"/>
            <a:ext cx="2980944" cy="438912"/>
          </a:xfrm>
          <a:prstGeom prst="rect">
            <a:avLst>
              <a:gd name="adj" fmla="val 20833"/>
            </a:avLst>
          </a:prstGeom>
          <a:solidFill>
            <a:srgbClr val="FFFFFF"/>
          </a:solidFill>
          <a:ln w="12700">
            <a:solidFill>
              <a:srgbClr val="FFFFFF"/>
            </a:solidFill>
            <a:prstDash val="solid"/>
          </a:ln>
        </p:spPr>
      </p:sp>
      <p:sp>
        <p:nvSpPr>
          <p:cNvPr id="43" name="Text 41"/>
          <p:cNvSpPr/>
          <p:nvPr/>
        </p:nvSpPr>
        <p:spPr>
          <a:xfrm>
            <a:off x="758952" y="5486400"/>
            <a:ext cx="2743200" cy="265176"/>
          </a:xfrm>
          <a:prstGeom prst="rect">
            <a:avLst/>
          </a:prstGeom>
          <a:noFill/>
          <a:ln/>
        </p:spPr>
        <p:txBody>
          <a:bodyPr wrap="square" lIns="0" tIns="0" rIns="0" bIns="0" rtlCol="0" anchor="t"/>
          <a:lstStyle/>
          <a:p>
            <a:pPr algn="l" indent="0" marL="0">
              <a:lnSpc>
                <a:spcPct val="100000"/>
              </a:lnSpc>
              <a:buNone/>
            </a:pPr>
            <a:r>
              <a:rPr lang="ko-KR" altLang="en-US" sz="1600" dirty="0">
                <a:solidFill>
                  <a:srgbClr val="17313B"/>
                </a:solidFill>
                <a:latin typeface="Pretendard" pitchFamily="34" charset="0"/>
                <a:ea typeface="Pretendard" pitchFamily="34" charset="-122"/>
                <a:cs typeface="Pretendard" pitchFamily="34" charset="-120"/>
              </a:rPr>
              <a:t>1/100 · 학습 범위 밖</a:t>
            </a:r>
            <a:endParaRPr lang="ko-KR" sz="1600" dirty="0"/>
          </a:p>
        </p:txBody>
      </p:sp>
      <p:sp>
        <p:nvSpPr>
          <p:cNvPr id="44" name="Shape 42"/>
          <p:cNvSpPr/>
          <p:nvPr/>
        </p:nvSpPr>
        <p:spPr>
          <a:xfrm>
            <a:off x="3621024" y="5367528"/>
            <a:ext cx="2167128" cy="438912"/>
          </a:xfrm>
          <a:prstGeom prst="rect">
            <a:avLst>
              <a:gd name="adj" fmla="val 20833"/>
            </a:avLst>
          </a:prstGeom>
          <a:solidFill>
            <a:srgbClr val="FFFFFF"/>
          </a:solidFill>
          <a:ln w="12700">
            <a:solidFill>
              <a:srgbClr val="FFFFFF"/>
            </a:solidFill>
            <a:prstDash val="solid"/>
          </a:ln>
        </p:spPr>
      </p:sp>
      <p:sp>
        <p:nvSpPr>
          <p:cNvPr id="45" name="Text 43"/>
          <p:cNvSpPr/>
          <p:nvPr/>
        </p:nvSpPr>
        <p:spPr>
          <a:xfrm>
            <a:off x="3739896" y="5486400"/>
            <a:ext cx="1929384" cy="265176"/>
          </a:xfrm>
          <a:prstGeom prst="rect">
            <a:avLst/>
          </a:prstGeom>
          <a:noFill/>
          <a:ln/>
        </p:spPr>
        <p:txBody>
          <a:bodyPr wrap="square" lIns="0" tIns="0" rIns="0" bIns="0" rtlCol="0" anchor="t"/>
          <a:lstStyle/>
          <a:p>
            <a:pPr algn="l" indent="0" marL="0">
              <a:lnSpc>
                <a:spcPct val="100000"/>
              </a:lnSpc>
              <a:buNone/>
            </a:pPr>
            <a:r>
              <a:rPr lang="ko-KR" altLang="en-US" sz="1600" dirty="0">
                <a:solidFill>
                  <a:srgbClr val="17313B"/>
                </a:solidFill>
                <a:latin typeface="Pretendard" pitchFamily="34" charset="0"/>
                <a:ea typeface="Pretendard" pitchFamily="34" charset="-122"/>
                <a:cs typeface="Pretendard" pitchFamily="34" charset="-120"/>
              </a:rPr>
              <a:t>실패</a:t>
            </a:r>
            <a:endParaRPr lang="ko-KR" sz="1600" dirty="0"/>
          </a:p>
        </p:txBody>
      </p:sp>
      <p:sp>
        <p:nvSpPr>
          <p:cNvPr id="46" name="Shape 44"/>
          <p:cNvSpPr/>
          <p:nvPr/>
        </p:nvSpPr>
        <p:spPr>
          <a:xfrm>
            <a:off x="5788152" y="5367528"/>
            <a:ext cx="2313432" cy="438912"/>
          </a:xfrm>
          <a:prstGeom prst="rect">
            <a:avLst>
              <a:gd name="adj" fmla="val 20833"/>
            </a:avLst>
          </a:prstGeom>
          <a:solidFill>
            <a:srgbClr val="FFFFFF"/>
          </a:solidFill>
          <a:ln w="12700">
            <a:solidFill>
              <a:srgbClr val="FFFFFF"/>
            </a:solidFill>
            <a:prstDash val="solid"/>
          </a:ln>
        </p:spPr>
      </p:sp>
      <p:sp>
        <p:nvSpPr>
          <p:cNvPr id="47" name="Text 45"/>
          <p:cNvSpPr/>
          <p:nvPr/>
        </p:nvSpPr>
        <p:spPr>
          <a:xfrm>
            <a:off x="5907024" y="5486400"/>
            <a:ext cx="2075688" cy="265176"/>
          </a:xfrm>
          <a:prstGeom prst="rect">
            <a:avLst/>
          </a:prstGeom>
          <a:noFill/>
          <a:ln/>
        </p:spPr>
        <p:txBody>
          <a:bodyPr wrap="square" lIns="0" tIns="0" rIns="0" bIns="0" rtlCol="0" anchor="t"/>
          <a:lstStyle/>
          <a:p>
            <a:pPr algn="l" indent="0" marL="0">
              <a:lnSpc>
                <a:spcPct val="100000"/>
              </a:lnSpc>
              <a:buNone/>
            </a:pPr>
            <a:r>
              <a:rPr lang="ko-KR" altLang="en-US" sz="1600" dirty="0">
                <a:solidFill>
                  <a:srgbClr val="17313B"/>
                </a:solidFill>
                <a:latin typeface="Pretendard" pitchFamily="34" charset="0"/>
                <a:ea typeface="Pretendard" pitchFamily="34" charset="-122"/>
                <a:cs typeface="Pretendard" pitchFamily="34" charset="-120"/>
              </a:rPr>
              <a:t>실패</a:t>
            </a:r>
            <a:endParaRPr lang="ko-KR" sz="1600" dirty="0"/>
          </a:p>
        </p:txBody>
      </p:sp>
      <p:sp>
        <p:nvSpPr>
          <p:cNvPr id="48" name="Shape 46"/>
          <p:cNvSpPr/>
          <p:nvPr/>
        </p:nvSpPr>
        <p:spPr>
          <a:xfrm>
            <a:off x="8348472" y="3575304"/>
            <a:ext cx="3191256" cy="2249424"/>
          </a:xfrm>
          <a:prstGeom prst="roundRect">
            <a:avLst>
              <a:gd name="adj" fmla="val 4065"/>
            </a:avLst>
          </a:prstGeom>
          <a:solidFill>
            <a:srgbClr val="FAEFE7"/>
          </a:solidFill>
          <a:ln w="12700">
            <a:solidFill>
              <a:srgbClr val="FAEFE7"/>
            </a:solidFill>
            <a:prstDash val="solid"/>
          </a:ln>
        </p:spPr>
      </p:sp>
      <p:sp>
        <p:nvSpPr>
          <p:cNvPr id="49" name="Text 47"/>
          <p:cNvSpPr/>
          <p:nvPr/>
        </p:nvSpPr>
        <p:spPr>
          <a:xfrm>
            <a:off x="8494776" y="3739896"/>
            <a:ext cx="2898648" cy="402336"/>
          </a:xfrm>
          <a:prstGeom prst="rect">
            <a:avLst/>
          </a:prstGeom>
          <a:noFill/>
          <a:ln/>
        </p:spPr>
        <p:txBody>
          <a:bodyPr wrap="square" lIns="0" tIns="0" rIns="0" bIns="0" rtlCol="0" anchor="t"/>
          <a:lstStyle/>
          <a:p>
            <a:pPr algn="ctr" indent="0" marL="0">
              <a:lnSpc>
                <a:spcPct val="100000"/>
              </a:lnSpc>
              <a:buNone/>
            </a:pPr>
            <a:r>
              <a:rPr lang="ko-KR" altLang="en-US" sz="2200" b="1" dirty="0">
                <a:solidFill>
                  <a:srgbClr val="BA4A00"/>
                </a:solidFill>
                <a:latin typeface="Pretendard" pitchFamily="34" charset="0"/>
                <a:ea typeface="Pretendard" pitchFamily="34" charset="-122"/>
                <a:cs typeface="Pretendard" pitchFamily="34" charset="-120"/>
              </a:rPr>
              <a:t>판독 결과</a:t>
            </a:r>
            <a:endParaRPr lang="ko-KR" sz="2200" dirty="0"/>
          </a:p>
        </p:txBody>
      </p:sp>
      <p:sp>
        <p:nvSpPr>
          <p:cNvPr id="50" name="Text 48"/>
          <p:cNvSpPr/>
          <p:nvPr/>
        </p:nvSpPr>
        <p:spPr>
          <a:xfrm>
            <a:off x="8494776" y="4297680"/>
            <a:ext cx="2898648" cy="1472184"/>
          </a:xfrm>
          <a:prstGeom prst="rect">
            <a:avLst/>
          </a:prstGeom>
          <a:noFill/>
          <a:ln/>
        </p:spPr>
        <p:txBody>
          <a:bodyPr wrap="square" lIns="0" tIns="0" rIns="0" bIns="0" rtlCol="0" anchor="t"/>
          <a:lstStyle/>
          <a:p>
            <a:pPr algn="ctr" indent="0" marL="0">
              <a:lnSpc>
                <a:spcPct val="100000"/>
              </a:lnSpc>
              <a:buNone/>
            </a:pPr>
            <a:r>
              <a:rPr lang="ko-KR" altLang="en-US" sz="1800" dirty="0">
                <a:solidFill>
                  <a:srgbClr val="17313B"/>
                </a:solidFill>
                <a:latin typeface="Pretendard" pitchFamily="34" charset="0"/>
                <a:ea typeface="Pretendard" pitchFamily="34" charset="-122"/>
                <a:cs typeface="Pretendard" pitchFamily="34" charset="-120"/>
              </a:rPr>
              <a:t>4조건 중 3조건 성공</a:t>
            </a:r>
            <a:endParaRPr lang="ko-KR" sz="1800" dirty="0"/>
          </a:p>
          <a:p>
            <a:pPr algn="ctr" indent="0" marL="0">
              <a:lnSpc>
                <a:spcPct val="100000"/>
              </a:lnSpc>
              <a:buNone/>
            </a:pPr>
            <a:r>
              <a:rPr lang="ko-KR" altLang="en-US" sz="1800" dirty="0">
                <a:solidFill>
                  <a:srgbClr val="17313B"/>
                </a:solidFill>
                <a:latin typeface="Pretendard" pitchFamily="34" charset="0"/>
                <a:ea typeface="Pretendard" pitchFamily="34" charset="-122"/>
                <a:cs typeface="Pretendard" pitchFamily="34" charset="-120"/>
              </a:rPr>
              <a:t>일부 출력에서 중복 검출</a:t>
            </a:r>
            <a:endParaRPr lang="ko-KR" sz="1800" dirty="0"/>
          </a:p>
          <a:p>
            <a:pPr algn="ctr" indent="0" marL="0">
              <a:lnSpc>
                <a:spcPct val="100000"/>
              </a:lnSpc>
              <a:buNone/>
            </a:pPr>
            <a:endParaRPr lang="ko-KR" sz="1800" dirty="0"/>
          </a:p>
          <a:p>
            <a:pPr algn="ctr" indent="0" marL="0">
              <a:lnSpc>
                <a:spcPct val="100000"/>
              </a:lnSpc>
              <a:buNone/>
            </a:pPr>
            <a:r>
              <a:rPr lang="ko-KR" altLang="en-US" sz="1800" dirty="0">
                <a:solidFill>
                  <a:srgbClr val="17313B"/>
                </a:solidFill>
                <a:latin typeface="Pretendard" pitchFamily="34" charset="0"/>
                <a:ea typeface="Pretendard" pitchFamily="34" charset="-122"/>
                <a:cs typeface="Pretendard" pitchFamily="34" charset="-120"/>
              </a:rPr>
              <a:t>탐지 개선은 추가 검증</a:t>
            </a:r>
            <a:endParaRPr lang="ko-KR" sz="1800" dirty="0"/>
          </a:p>
        </p:txBody>
      </p:sp>
      <p:sp>
        <p:nvSpPr>
          <p:cNvPr id="51" name="Text 49"/>
          <p:cNvSpPr/>
          <p:nvPr/>
        </p:nvSpPr>
        <p:spPr>
          <a:xfrm>
            <a:off x="713232" y="5952744"/>
            <a:ext cx="10808208" cy="411480"/>
          </a:xfrm>
          <a:prstGeom prst="rect">
            <a:avLst/>
          </a:prstGeom>
          <a:noFill/>
          <a:ln/>
        </p:spPr>
        <p:txBody>
          <a:bodyPr wrap="square" lIns="0" tIns="0" rIns="0" bIns="0" rtlCol="0" anchor="t"/>
          <a:lstStyle/>
          <a:p>
            <a:pPr algn="l" indent="0" marL="0">
              <a:lnSpc>
                <a:spcPct val="100000"/>
              </a:lnSpc>
              <a:buNone/>
            </a:pPr>
            <a:r>
              <a:rPr lang="ko-KR" altLang="en-US" sz="1400" dirty="0">
                <a:solidFill>
                  <a:srgbClr val="647986"/>
                </a:solidFill>
                <a:latin typeface="Pretendard" pitchFamily="34" charset="0"/>
                <a:ea typeface="Pretendard" pitchFamily="34" charset="-122"/>
                <a:cs typeface="Pretendard" pitchFamily="34" charset="-120"/>
              </a:rPr>
              <a:t>혼합에서도 같은 패킷이 판독되므로, 이 검사만으로 탐지 성능 향상을 주장하지 않음</a:t>
            </a:r>
            <a:endParaRPr lang="ko-KR" sz="1400" dirty="0"/>
          </a:p>
        </p:txBody>
      </p:sp>
      <p:sp>
        <p:nvSpPr>
          <p:cNvPr id="52" name="Text 50"/>
          <p:cNvSpPr/>
          <p:nvPr/>
        </p:nvSpPr>
        <p:spPr>
          <a:xfrm>
            <a:off x="11000232" y="6409944"/>
            <a:ext cx="566928" cy="274320"/>
          </a:xfrm>
          <a:prstGeom prst="rect">
            <a:avLst/>
          </a:prstGeom>
          <a:noFill/>
          <a:ln/>
        </p:spPr>
        <p:txBody>
          <a:bodyPr wrap="square" lIns="0" tIns="0" rIns="0" bIns="0" rtlCol="0" anchor="t"/>
          <a:lstStyle/>
          <a:p>
            <a:pPr algn="r" indent="0" marL="0">
              <a:lnSpc>
                <a:spcPct val="100000"/>
              </a:lnSpc>
              <a:buNone/>
            </a:pPr>
            <a:r>
              <a:rPr lang="ko-KR" altLang="en-US" sz="1200" dirty="0">
                <a:solidFill>
                  <a:srgbClr val="647986"/>
                </a:solidFill>
                <a:latin typeface="Pretendard" pitchFamily="34" charset="0"/>
                <a:ea typeface="Pretendard" pitchFamily="34" charset="-122"/>
                <a:cs typeface="Pretendard" pitchFamily="34" charset="-120"/>
              </a:rPr>
              <a:t>17</a:t>
            </a:r>
            <a:endParaRPr lang="ko-KR"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retendar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드론 RF 혼합신호의 분리 및 복원</dc:title>
  <dc:subject>복소 U-Net과 신호 연결 모델의 평가</dc:subject>
  <dc:creator>Drone RF research</dc:creator>
  <cp:lastModifiedBy>Drone RF research</cp:lastModifiedBy>
  <cp:revision>1</cp:revision>
  <dcterms:created xsi:type="dcterms:W3CDTF">2026-10-13T09:22:50Z</dcterms:created>
  <dcterms:modified xsi:type="dcterms:W3CDTF">2026-10-13T09:22:50Z</dcterms:modified>
</cp:coreProperties>
</file>